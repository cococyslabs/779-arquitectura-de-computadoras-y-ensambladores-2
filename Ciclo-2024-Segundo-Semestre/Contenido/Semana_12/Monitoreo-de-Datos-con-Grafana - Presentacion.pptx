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Petrona"/>
      <p:regular r:id="rId17"/>
    </p:embeddedFont>
    <p:embeddedFont>
      <p:font typeface="Petrona"/>
      <p:regular r:id="rId18"/>
    </p:embeddedFont>
    <p:embeddedFont>
      <p:font typeface="Petrona"/>
      <p:regular r:id="rId19"/>
    </p:embeddedFont>
    <p:embeddedFont>
      <p:font typeface="Petrona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11693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Monitoreo de Datos con Grafana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3940373"/>
            <a:ext cx="755642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Grafana es una poderosa herramienta open-source para la visualización de datos, que permite realizar un monitoreo efectivo de los sistemas y aplicaciones en tiempo real. Esta presentación explorará los principales beneficios y funcionalidades de Grafana, así como la configuración y personalización de paneles de control para una mejor toma de decisiones.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44203"/>
            <a:ext cx="6354961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Introducción a Grafana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6280190" y="258377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58903" y="2660213"/>
            <a:ext cx="152876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017306" y="2583775"/>
            <a:ext cx="292774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Plataforma Flexible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7017306" y="3091934"/>
            <a:ext cx="2927747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Grafana es una herramienta de visualización de datos altamente personalizable, compatible con múltiples fuentes de datos.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867" y="258377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25695" y="2660213"/>
            <a:ext cx="202525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10908983" y="2583775"/>
            <a:ext cx="292774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Código Abierto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0908983" y="3091934"/>
            <a:ext cx="292774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Grafana es de código abierto, lo que permite una amplia comunidad de desarrollo y personalización.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75131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34257" y="5827752"/>
            <a:ext cx="202168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7017306" y="575131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Fácil de Usar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7017306" y="6259473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Grafana tiene una interfaz de usuario intuitiva y ofrece un amplio conjunto de funcionalidades.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27315"/>
            <a:ext cx="9339858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Beneficios del Monitoreo de Datos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3638550"/>
            <a:ext cx="369903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Visibilidad en Tiempo Real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4237434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Grafana permite visualizar datos en tiempo real, lo que facilita la toma de decisiones oportuna.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638550"/>
            <a:ext cx="352532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Optimización de Procesos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32928" y="4237434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análisis de métricas clave ayuda a identificar áreas de mejora y optimizar el rendimiento.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638550"/>
            <a:ext cx="3978116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Mejora en la Toma de Decisiones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872067" y="4609505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información visual y analítica proporcionada por Grafana respalda la toma de decisiones informada.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4616" y="1091922"/>
            <a:ext cx="7593687" cy="688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Fuentes de Datos Compatibles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734616" y="2095500"/>
            <a:ext cx="3732490" cy="2248257"/>
          </a:xfrm>
          <a:prstGeom prst="roundRect">
            <a:avLst>
              <a:gd name="adj" fmla="val 392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52143" y="2313027"/>
            <a:ext cx="2755106" cy="344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Bases de Datos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952143" y="2783205"/>
            <a:ext cx="3297436" cy="1343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Grafana es compatible con una amplia variedad de bases de datos, como MySQL, PostgreSQL, Oracle y más.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4677013" y="2095500"/>
            <a:ext cx="3732490" cy="2248257"/>
          </a:xfrm>
          <a:prstGeom prst="roundRect">
            <a:avLst>
              <a:gd name="adj" fmla="val 392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94540" y="2313027"/>
            <a:ext cx="2893576" cy="344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Sistemas de Monitoreo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4894540" y="2783205"/>
            <a:ext cx="3297436" cy="1343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Grafana puede conectarse a herramientas de monitoreo como Prometheus, InfluxDB, Elasticsearch y otras.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34616" y="4553664"/>
            <a:ext cx="3732490" cy="2584013"/>
          </a:xfrm>
          <a:prstGeom prst="roundRect">
            <a:avLst>
              <a:gd name="adj" fmla="val 341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52143" y="4771192"/>
            <a:ext cx="2991683" cy="344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Plataformas de Análisis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952143" y="5241369"/>
            <a:ext cx="3297436" cy="1678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Grafana también se integra con soluciones de análisis de datos como Azure Monitor, AWS CloudWatch y Google Monitoring.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4677013" y="4553664"/>
            <a:ext cx="3732490" cy="2584013"/>
          </a:xfrm>
          <a:prstGeom prst="roundRect">
            <a:avLst>
              <a:gd name="adj" fmla="val 341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94540" y="4771192"/>
            <a:ext cx="2755106" cy="344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APIs Personalizadas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4894540" y="5241369"/>
            <a:ext cx="3297436" cy="1343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Grafana permite conectar con APIs personalizadas para visualizar datos específicos de tu negocio.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6495" y="598646"/>
            <a:ext cx="7623810" cy="142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Configuración de Conexiones de Datos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557010" y="2349579"/>
            <a:ext cx="30480" cy="5281374"/>
          </a:xfrm>
          <a:prstGeom prst="roundRect">
            <a:avLst>
              <a:gd name="adj" fmla="val 299258"/>
            </a:avLst>
          </a:prstGeom>
          <a:solidFill>
            <a:srgbClr val="B2D4E5"/>
          </a:solidFill>
          <a:ln/>
        </p:spPr>
      </p:sp>
      <p:sp>
        <p:nvSpPr>
          <p:cNvPr id="5" name="Shape 2"/>
          <p:cNvSpPr/>
          <p:nvPr/>
        </p:nvSpPr>
        <p:spPr>
          <a:xfrm>
            <a:off x="6786086" y="2822972"/>
            <a:ext cx="760095" cy="30480"/>
          </a:xfrm>
          <a:prstGeom prst="roundRect">
            <a:avLst>
              <a:gd name="adj" fmla="val 299258"/>
            </a:avLst>
          </a:prstGeom>
          <a:solidFill>
            <a:srgbClr val="B2D4E5"/>
          </a:solidFill>
          <a:ln/>
        </p:spPr>
      </p:sp>
      <p:sp>
        <p:nvSpPr>
          <p:cNvPr id="6" name="Shape 3"/>
          <p:cNvSpPr/>
          <p:nvPr/>
        </p:nvSpPr>
        <p:spPr>
          <a:xfrm>
            <a:off x="6327934" y="2593896"/>
            <a:ext cx="488633" cy="488633"/>
          </a:xfrm>
          <a:prstGeom prst="roundRect">
            <a:avLst>
              <a:gd name="adj" fmla="val 18667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9027" y="2667119"/>
            <a:ext cx="146447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7766685" y="2566749"/>
            <a:ext cx="285035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Conexión a la Fuente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66685" y="3053239"/>
            <a:ext cx="6103620" cy="694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 la conexión a tu base de datos o sistema de monitoreo favorito.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786086" y="4655820"/>
            <a:ext cx="760095" cy="30480"/>
          </a:xfrm>
          <a:prstGeom prst="roundRect">
            <a:avLst>
              <a:gd name="adj" fmla="val 299258"/>
            </a:avLst>
          </a:prstGeom>
          <a:solidFill>
            <a:srgbClr val="B2D4E5"/>
          </a:solidFill>
          <a:ln/>
        </p:spPr>
      </p:sp>
      <p:sp>
        <p:nvSpPr>
          <p:cNvPr id="11" name="Shape 8"/>
          <p:cNvSpPr/>
          <p:nvPr/>
        </p:nvSpPr>
        <p:spPr>
          <a:xfrm>
            <a:off x="6327934" y="4426744"/>
            <a:ext cx="488633" cy="488633"/>
          </a:xfrm>
          <a:prstGeom prst="roundRect">
            <a:avLst>
              <a:gd name="adj" fmla="val 18667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75214" y="4499967"/>
            <a:ext cx="193953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7766685" y="4399598"/>
            <a:ext cx="3136940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Definición de Consultas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766685" y="4886087"/>
            <a:ext cx="6103620" cy="694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Utiliza el editor de consultas para extraer los datos relevantes a visualizar.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786086" y="6488668"/>
            <a:ext cx="760095" cy="30480"/>
          </a:xfrm>
          <a:prstGeom prst="roundRect">
            <a:avLst>
              <a:gd name="adj" fmla="val 299258"/>
            </a:avLst>
          </a:prstGeom>
          <a:solidFill>
            <a:srgbClr val="B2D4E5"/>
          </a:solidFill>
          <a:ln/>
        </p:spPr>
      </p:sp>
      <p:sp>
        <p:nvSpPr>
          <p:cNvPr id="16" name="Shape 13"/>
          <p:cNvSpPr/>
          <p:nvPr/>
        </p:nvSpPr>
        <p:spPr>
          <a:xfrm>
            <a:off x="6327934" y="6259592"/>
            <a:ext cx="488633" cy="488633"/>
          </a:xfrm>
          <a:prstGeom prst="roundRect">
            <a:avLst>
              <a:gd name="adj" fmla="val 18667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75452" y="6332815"/>
            <a:ext cx="193596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7766685" y="6232446"/>
            <a:ext cx="285035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Validación de Datos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766685" y="6718935"/>
            <a:ext cx="6103620" cy="694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Revisa que los datos se carguen correctamente y reflejen la información esperada.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24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1853" y="601385"/>
            <a:ext cx="7613094" cy="1435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50"/>
              </a:lnSpc>
              <a:buNone/>
            </a:pPr>
            <a:r>
              <a:rPr lang="en-US" sz="45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Diseño de Paneles de Visualización</a:t>
            </a:r>
            <a:endParaRPr lang="en-US" sz="45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853" y="2364581"/>
            <a:ext cx="546735" cy="5467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51853" y="3130034"/>
            <a:ext cx="2870716" cy="358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Gráficos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6251853" y="3619976"/>
            <a:ext cx="3642479" cy="1049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Grafana ofrece una amplia variedad de tipos de gráficos para representar los datos.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349" y="2364581"/>
            <a:ext cx="546735" cy="54673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22349" y="3130034"/>
            <a:ext cx="2870716" cy="358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Medidores</a:t>
            </a:r>
            <a:endParaRPr lang="en-US" sz="2250" dirty="0"/>
          </a:p>
        </p:txBody>
      </p:sp>
      <p:sp>
        <p:nvSpPr>
          <p:cNvPr id="9" name="Text 4"/>
          <p:cNvSpPr/>
          <p:nvPr/>
        </p:nvSpPr>
        <p:spPr>
          <a:xfrm>
            <a:off x="10222349" y="3619976"/>
            <a:ext cx="3642598" cy="1049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medidores permiten visualizar métricas clave de manera clara y concisa.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1853" y="5325904"/>
            <a:ext cx="546735" cy="54673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51853" y="6091357"/>
            <a:ext cx="2870716" cy="358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Mapas de Calor</a:t>
            </a:r>
            <a:endParaRPr lang="en-US" sz="2250" dirty="0"/>
          </a:p>
        </p:txBody>
      </p:sp>
      <p:sp>
        <p:nvSpPr>
          <p:cNvPr id="12" name="Text 6"/>
          <p:cNvSpPr/>
          <p:nvPr/>
        </p:nvSpPr>
        <p:spPr>
          <a:xfrm>
            <a:off x="6251853" y="6581299"/>
            <a:ext cx="3642479" cy="1049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mapas de calor ayudan a identificar patrones y tendencias en los datos.</a:t>
            </a:r>
            <a:endParaRPr lang="en-US" sz="17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2349" y="5325904"/>
            <a:ext cx="546735" cy="54673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222349" y="6091357"/>
            <a:ext cx="2870716" cy="358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Tablas</a:t>
            </a:r>
            <a:endParaRPr lang="en-US" sz="2250" dirty="0"/>
          </a:p>
        </p:txBody>
      </p:sp>
      <p:sp>
        <p:nvSpPr>
          <p:cNvPr id="15" name="Text 8"/>
          <p:cNvSpPr/>
          <p:nvPr/>
        </p:nvSpPr>
        <p:spPr>
          <a:xfrm>
            <a:off x="10222349" y="6581299"/>
            <a:ext cx="3642598" cy="1049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tablas muestran información detallada de manera organizada y estructurada.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8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3282" y="602456"/>
            <a:ext cx="7610237" cy="1437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50"/>
              </a:lnSpc>
              <a:buNone/>
            </a:pPr>
            <a:r>
              <a:rPr lang="en-US" sz="45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Creación de Alertas Personalizadas</a:t>
            </a:r>
            <a:endParaRPr lang="en-US" sz="45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282" y="2368868"/>
            <a:ext cx="1095494" cy="17528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77388" y="2587943"/>
            <a:ext cx="2875836" cy="359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Definir Condiciones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7677388" y="3078718"/>
            <a:ext cx="618613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 los umbrales y métricas clave para activar las alertas.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282" y="4121706"/>
            <a:ext cx="1095494" cy="17528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77388" y="4340781"/>
            <a:ext cx="3367683" cy="359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Establecer Notificaciones</a:t>
            </a:r>
            <a:endParaRPr lang="en-US" sz="2250" dirty="0"/>
          </a:p>
        </p:txBody>
      </p:sp>
      <p:sp>
        <p:nvSpPr>
          <p:cNvPr id="9" name="Text 4"/>
          <p:cNvSpPr/>
          <p:nvPr/>
        </p:nvSpPr>
        <p:spPr>
          <a:xfrm>
            <a:off x="7677388" y="4831556"/>
            <a:ext cx="618613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 los canales de notificación, como correo electrónico, Slack o PagerDuty.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3282" y="5874544"/>
            <a:ext cx="1095494" cy="175283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77388" y="6093619"/>
            <a:ext cx="2875836" cy="359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Probar y Ajustar</a:t>
            </a:r>
            <a:endParaRPr lang="en-US" sz="2250" dirty="0"/>
          </a:p>
        </p:txBody>
      </p:sp>
      <p:sp>
        <p:nvSpPr>
          <p:cNvPr id="12" name="Text 6"/>
          <p:cNvSpPr/>
          <p:nvPr/>
        </p:nvSpPr>
        <p:spPr>
          <a:xfrm>
            <a:off x="7677388" y="6584394"/>
            <a:ext cx="618613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 el funcionamiento de las alertas y realiza los ajustes necesarios.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150757"/>
            <a:ext cx="7158633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Análisis de Métricas Clave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793790" y="5235178"/>
            <a:ext cx="13042821" cy="1678781"/>
          </a:xfrm>
          <a:prstGeom prst="roundRect">
            <a:avLst>
              <a:gd name="adj" fmla="val 567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01410" y="5242798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28462" y="5386507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Tiempo de Respuesta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289108" y="5386507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de Éxito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545943" y="5386507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Volumen de Tráfico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802779" y="5386507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Errores del Sistema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01410" y="5893118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028462" y="6036826"/>
            <a:ext cx="279939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Medir la latencia de las aplicaciones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4289108" y="6036826"/>
            <a:ext cx="27955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Monitorear la fiabilidad del sistema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545943" y="6036826"/>
            <a:ext cx="27955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Entender la demanda y el uso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10802779" y="6036826"/>
            <a:ext cx="279939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Identificar problemas potenciales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13290"/>
            <a:ext cx="10801350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Optimización del Sistema de Monitoreo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3824526"/>
            <a:ext cx="395370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Refinamiento de Dashboards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4423410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Ajusta y personaliza los paneles de control para obtener la información más relevante.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82452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Mejora de Alertas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32928" y="4423410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Revisa y ajusta las alertas para que se disparen en el momento adecuado.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824526"/>
            <a:ext cx="312681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Análisis de Tendencias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872067" y="4423410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Utiliza herramientas de análisis de datos para identificar patrones y áreas de mejora.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48941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Conclusiones y Recomendaciones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6280190" y="313277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58903" y="3209211"/>
            <a:ext cx="152876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017306" y="3132772"/>
            <a:ext cx="292774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Visibilidad Mejorada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7017306" y="3640931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Grafana proporciona una visión integral de los sistemas, lo que facilita la toma de decisiones.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867" y="313277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25695" y="3209211"/>
            <a:ext cx="202525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10908983" y="3132772"/>
            <a:ext cx="2927747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Optimización de Procesos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0908983" y="4013002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monitoreo y análisis de datos clave permite identificar oportunidades de mejora.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94657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34257" y="6023015"/>
            <a:ext cx="202168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7017306" y="594657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Mayor Eficiencia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7017306" y="6454735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implementación de un sistema de monitoreo efectivo con Grafana mejora la eficiencia general.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2024-11-03T23:17:00Z</dcterms:created>
  <dcterms:modified xsi:type="dcterms:W3CDTF">2024-11-03T23:17:00Z</dcterms:modified>
</cp:coreProperties>
</file>