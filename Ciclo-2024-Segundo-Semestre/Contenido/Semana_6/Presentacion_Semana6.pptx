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73099" y="664674"/>
            <a:ext cx="5470525" cy="533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rgbClr val="17252F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rgbClr val="17252F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38197" y="3020313"/>
            <a:ext cx="8395335" cy="7899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90498" y="2024445"/>
            <a:ext cx="7498715" cy="2533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rgbClr val="17252F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jpg"/><Relationship Id="rId4" Type="http://schemas.openxmlformats.org/officeDocument/2006/relationships/image" Target="../media/image20.jpg"/><Relationship Id="rId5" Type="http://schemas.openxmlformats.org/officeDocument/2006/relationships/image" Target="../media/image2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image" Target="../media/image50.png"/><Relationship Id="rId12" Type="http://schemas.openxmlformats.org/officeDocument/2006/relationships/image" Target="../media/image51.png"/><Relationship Id="rId13" Type="http://schemas.openxmlformats.org/officeDocument/2006/relationships/image" Target="../media/image52.png"/><Relationship Id="rId14" Type="http://schemas.openxmlformats.org/officeDocument/2006/relationships/image" Target="../media/image53.png"/><Relationship Id="rId15" Type="http://schemas.openxmlformats.org/officeDocument/2006/relationships/image" Target="../media/image54.png"/><Relationship Id="rId16" Type="http://schemas.openxmlformats.org/officeDocument/2006/relationships/image" Target="../media/image55.png"/><Relationship Id="rId17" Type="http://schemas.openxmlformats.org/officeDocument/2006/relationships/image" Target="../media/image56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7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Relationship Id="rId9" Type="http://schemas.openxmlformats.org/officeDocument/2006/relationships/image" Target="../media/image83.png"/><Relationship Id="rId10" Type="http://schemas.openxmlformats.org/officeDocument/2006/relationships/image" Target="../media/image84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png"/><Relationship Id="rId3" Type="http://schemas.openxmlformats.org/officeDocument/2006/relationships/image" Target="../media/image85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86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7.png"/><Relationship Id="rId3" Type="http://schemas.openxmlformats.org/officeDocument/2006/relationships/image" Target="../media/image88.png"/><Relationship Id="rId4" Type="http://schemas.openxmlformats.org/officeDocument/2006/relationships/image" Target="../media/image89.png"/><Relationship Id="rId5" Type="http://schemas.openxmlformats.org/officeDocument/2006/relationships/image" Target="../media/image90.png"/><Relationship Id="rId6" Type="http://schemas.openxmlformats.org/officeDocument/2006/relationships/image" Target="../media/image91.png"/><Relationship Id="rId7" Type="http://schemas.openxmlformats.org/officeDocument/2006/relationships/image" Target="../media/image92.png"/><Relationship Id="rId8" Type="http://schemas.openxmlformats.org/officeDocument/2006/relationships/image" Target="../media/image93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4.png"/><Relationship Id="rId3" Type="http://schemas.openxmlformats.org/officeDocument/2006/relationships/image" Target="../media/image95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6.png"/><Relationship Id="rId3" Type="http://schemas.openxmlformats.org/officeDocument/2006/relationships/image" Target="../media/image97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8.png"/><Relationship Id="rId3" Type="http://schemas.openxmlformats.org/officeDocument/2006/relationships/image" Target="../media/image99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0.png"/><Relationship Id="rId3" Type="http://schemas.openxmlformats.org/officeDocument/2006/relationships/image" Target="../media/image94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1.png"/><Relationship Id="rId3" Type="http://schemas.openxmlformats.org/officeDocument/2006/relationships/image" Target="../media/image102.png"/><Relationship Id="rId4" Type="http://schemas.openxmlformats.org/officeDocument/2006/relationships/image" Target="../media/image103.png"/><Relationship Id="rId5" Type="http://schemas.openxmlformats.org/officeDocument/2006/relationships/image" Target="../media/image104.png"/><Relationship Id="rId6" Type="http://schemas.openxmlformats.org/officeDocument/2006/relationships/image" Target="../media/image105.png"/><Relationship Id="rId7" Type="http://schemas.openxmlformats.org/officeDocument/2006/relationships/image" Target="../media/image106.png"/><Relationship Id="rId8" Type="http://schemas.openxmlformats.org/officeDocument/2006/relationships/image" Target="../media/image107.png"/><Relationship Id="rId9" Type="http://schemas.openxmlformats.org/officeDocument/2006/relationships/image" Target="../media/image108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9.png"/><Relationship Id="rId3" Type="http://schemas.openxmlformats.org/officeDocument/2006/relationships/image" Target="../media/image11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CCECE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33" y="525764"/>
            <a:ext cx="12179935" cy="6340475"/>
            <a:chOff x="633" y="525764"/>
            <a:chExt cx="12179935" cy="634047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3" y="4577867"/>
              <a:ext cx="3410281" cy="228776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4062" y="525764"/>
              <a:ext cx="11906429" cy="605643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47699" y="854168"/>
            <a:ext cx="6099175" cy="175450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3250" spc="80" b="1">
                <a:solidFill>
                  <a:srgbClr val="0A8F83"/>
                </a:solidFill>
                <a:latin typeface="Tahoma"/>
                <a:cs typeface="Tahoma"/>
              </a:rPr>
              <a:t>D</a:t>
            </a:r>
            <a:r>
              <a:rPr dirty="0" sz="3250" spc="-480" b="1">
                <a:solidFill>
                  <a:srgbClr val="0A8F83"/>
                </a:solidFill>
                <a:latin typeface="Tahoma"/>
                <a:cs typeface="Tahoma"/>
              </a:rPr>
              <a:t>a</a:t>
            </a:r>
            <a:r>
              <a:rPr dirty="0" baseline="-33333" sz="2625" spc="232">
                <a:solidFill>
                  <a:srgbClr val="17252F"/>
                </a:solidFill>
              </a:rPr>
              <a:t>.</a:t>
            </a:r>
            <a:r>
              <a:rPr dirty="0" sz="3250" spc="85" b="1">
                <a:solidFill>
                  <a:srgbClr val="0A8F83"/>
                </a:solidFill>
                <a:latin typeface="Tahoma"/>
                <a:cs typeface="Tahoma"/>
              </a:rPr>
              <a:t>t</a:t>
            </a:r>
            <a:r>
              <a:rPr dirty="0" sz="3250" spc="90" b="1">
                <a:solidFill>
                  <a:srgbClr val="0A8F83"/>
                </a:solidFill>
                <a:latin typeface="Tahoma"/>
                <a:cs typeface="Tahoma"/>
              </a:rPr>
              <a:t>o</a:t>
            </a:r>
            <a:endParaRPr sz="3250">
              <a:latin typeface="Tahoma"/>
              <a:cs typeface="Tahoma"/>
            </a:endParaRPr>
          </a:p>
          <a:p>
            <a:pPr marL="497840" marR="30480">
              <a:lnSpc>
                <a:spcPct val="141500"/>
              </a:lnSpc>
              <a:spcBef>
                <a:spcPts val="755"/>
              </a:spcBef>
            </a:pPr>
            <a:r>
              <a:rPr dirty="0" sz="1750" spc="-130">
                <a:solidFill>
                  <a:srgbClr val="17252F"/>
                </a:solidFill>
                <a:latin typeface="Verdana"/>
                <a:cs typeface="Verdana"/>
              </a:rPr>
              <a:t>Es</a:t>
            </a:r>
            <a:r>
              <a:rPr dirty="0" sz="1750" spc="70">
                <a:solidFill>
                  <a:srgbClr val="17252F"/>
                </a:solidFill>
                <a:latin typeface="Verdana"/>
                <a:cs typeface="Verdana"/>
              </a:rPr>
              <a:t> </a:t>
            </a:r>
            <a:r>
              <a:rPr dirty="0" sz="1750">
                <a:solidFill>
                  <a:srgbClr val="17252F"/>
                </a:solidFill>
                <a:latin typeface="Verdana"/>
                <a:cs typeface="Verdana"/>
              </a:rPr>
              <a:t>i</a:t>
            </a:r>
            <a:r>
              <a:rPr dirty="0" sz="1750">
                <a:solidFill>
                  <a:srgbClr val="17252F"/>
                </a:solidFill>
              </a:rPr>
              <a:t>nformación</a:t>
            </a:r>
            <a:r>
              <a:rPr dirty="0" sz="1750" spc="114">
                <a:solidFill>
                  <a:srgbClr val="17252F"/>
                </a:solidFill>
              </a:rPr>
              <a:t> </a:t>
            </a:r>
            <a:r>
              <a:rPr dirty="0" sz="1750">
                <a:solidFill>
                  <a:srgbClr val="17252F"/>
                </a:solidFill>
              </a:rPr>
              <a:t>concreta</a:t>
            </a:r>
            <a:r>
              <a:rPr dirty="0" sz="1750" spc="114">
                <a:solidFill>
                  <a:srgbClr val="17252F"/>
                </a:solidFill>
              </a:rPr>
              <a:t> </a:t>
            </a:r>
            <a:r>
              <a:rPr dirty="0" sz="1750">
                <a:solidFill>
                  <a:srgbClr val="17252F"/>
                </a:solidFill>
              </a:rPr>
              <a:t>sobre</a:t>
            </a:r>
            <a:r>
              <a:rPr dirty="0" sz="1750" spc="114">
                <a:solidFill>
                  <a:srgbClr val="17252F"/>
                </a:solidFill>
              </a:rPr>
              <a:t> </a:t>
            </a:r>
            <a:r>
              <a:rPr dirty="0" sz="1750" spc="-10">
                <a:solidFill>
                  <a:srgbClr val="17252F"/>
                </a:solidFill>
              </a:rPr>
              <a:t>hechos, </a:t>
            </a:r>
            <a:r>
              <a:rPr dirty="0" sz="1750">
                <a:solidFill>
                  <a:srgbClr val="17252F"/>
                </a:solidFill>
              </a:rPr>
              <a:t>elementos,componentes,</a:t>
            </a:r>
            <a:r>
              <a:rPr dirty="0" sz="1750" spc="95">
                <a:solidFill>
                  <a:srgbClr val="17252F"/>
                </a:solidFill>
              </a:rPr>
              <a:t> </a:t>
            </a:r>
            <a:r>
              <a:rPr dirty="0" sz="1750" spc="-10">
                <a:solidFill>
                  <a:srgbClr val="17252F"/>
                </a:solidFill>
              </a:rPr>
              <a:t>etc.,</a:t>
            </a:r>
            <a:r>
              <a:rPr dirty="0" sz="1750" spc="100">
                <a:solidFill>
                  <a:srgbClr val="17252F"/>
                </a:solidFill>
              </a:rPr>
              <a:t> </a:t>
            </a:r>
            <a:r>
              <a:rPr dirty="0" sz="1750" spc="50">
                <a:solidFill>
                  <a:srgbClr val="17252F"/>
                </a:solidFill>
              </a:rPr>
              <a:t>que</a:t>
            </a:r>
            <a:r>
              <a:rPr dirty="0" sz="1750" spc="100">
                <a:solidFill>
                  <a:srgbClr val="17252F"/>
                </a:solidFill>
              </a:rPr>
              <a:t> </a:t>
            </a:r>
            <a:r>
              <a:rPr dirty="0" sz="1750" spc="50">
                <a:solidFill>
                  <a:srgbClr val="17252F"/>
                </a:solidFill>
              </a:rPr>
              <a:t>permite</a:t>
            </a:r>
            <a:r>
              <a:rPr dirty="0" sz="1750" spc="100">
                <a:solidFill>
                  <a:srgbClr val="17252F"/>
                </a:solidFill>
              </a:rPr>
              <a:t> </a:t>
            </a:r>
            <a:r>
              <a:rPr dirty="0" sz="1750" spc="-10">
                <a:solidFill>
                  <a:srgbClr val="17252F"/>
                </a:solidFill>
              </a:rPr>
              <a:t>estudiarlos, </a:t>
            </a:r>
            <a:r>
              <a:rPr dirty="0" sz="1750">
                <a:solidFill>
                  <a:srgbClr val="17252F"/>
                </a:solidFill>
              </a:rPr>
              <a:t>analizarlos</a:t>
            </a:r>
            <a:r>
              <a:rPr dirty="0" sz="1750" spc="15">
                <a:solidFill>
                  <a:srgbClr val="17252F"/>
                </a:solidFill>
              </a:rPr>
              <a:t> </a:t>
            </a:r>
            <a:r>
              <a:rPr dirty="0" sz="1750" spc="85">
                <a:solidFill>
                  <a:srgbClr val="17252F"/>
                </a:solidFill>
              </a:rPr>
              <a:t>o</a:t>
            </a:r>
            <a:r>
              <a:rPr dirty="0" sz="1750" spc="15">
                <a:solidFill>
                  <a:srgbClr val="17252F"/>
                </a:solidFill>
              </a:rPr>
              <a:t> </a:t>
            </a:r>
            <a:r>
              <a:rPr dirty="0" sz="1750" spc="-10">
                <a:solidFill>
                  <a:srgbClr val="17252F"/>
                </a:solidFill>
              </a:rPr>
              <a:t>conocerlos.</a:t>
            </a:r>
            <a:endParaRPr sz="1750">
              <a:latin typeface="Verdana"/>
              <a:cs typeface="Verdan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950275" y="4567898"/>
            <a:ext cx="1961514" cy="4400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700" spc="-135" b="1">
                <a:solidFill>
                  <a:srgbClr val="0A8F83"/>
                </a:solidFill>
                <a:latin typeface="Tahoma"/>
                <a:cs typeface="Tahoma"/>
              </a:rPr>
              <a:t>Informacion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950275" y="5258737"/>
            <a:ext cx="5756275" cy="683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46990">
              <a:lnSpc>
                <a:spcPct val="139200"/>
              </a:lnSpc>
              <a:spcBef>
                <a:spcPts val="95"/>
              </a:spcBef>
            </a:pPr>
            <a:r>
              <a:rPr dirty="0" sz="1550">
                <a:solidFill>
                  <a:srgbClr val="17252F"/>
                </a:solidFill>
                <a:latin typeface="Tahoma"/>
                <a:cs typeface="Tahoma"/>
              </a:rPr>
              <a:t>datos</a:t>
            </a:r>
            <a:r>
              <a:rPr dirty="0" sz="1550" spc="-3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17252F"/>
                </a:solidFill>
                <a:latin typeface="Tahoma"/>
                <a:cs typeface="Tahoma"/>
              </a:rPr>
              <a:t>que</a:t>
            </a:r>
            <a:r>
              <a:rPr dirty="0" sz="1550" spc="-2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17252F"/>
                </a:solidFill>
                <a:latin typeface="Tahoma"/>
                <a:cs typeface="Tahoma"/>
              </a:rPr>
              <a:t>han</a:t>
            </a:r>
            <a:r>
              <a:rPr dirty="0" sz="1550" spc="-2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17252F"/>
                </a:solidFill>
                <a:latin typeface="Tahoma"/>
                <a:cs typeface="Tahoma"/>
              </a:rPr>
              <a:t>sido</a:t>
            </a:r>
            <a:r>
              <a:rPr dirty="0" sz="1550" spc="-2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17252F"/>
                </a:solidFill>
                <a:latin typeface="Tahoma"/>
                <a:cs typeface="Tahoma"/>
              </a:rPr>
              <a:t>procesados</a:t>
            </a:r>
            <a:r>
              <a:rPr dirty="0" sz="1550" spc="-2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550" spc="-55">
                <a:solidFill>
                  <a:srgbClr val="17252F"/>
                </a:solidFill>
                <a:latin typeface="Tahoma"/>
                <a:cs typeface="Tahoma"/>
              </a:rPr>
              <a:t>y</a:t>
            </a:r>
            <a:r>
              <a:rPr dirty="0" sz="1550" spc="-2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17252F"/>
                </a:solidFill>
                <a:latin typeface="Tahoma"/>
                <a:cs typeface="Tahoma"/>
              </a:rPr>
              <a:t>comunicados</a:t>
            </a:r>
            <a:r>
              <a:rPr dirty="0" sz="1550" spc="-2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17252F"/>
                </a:solidFill>
                <a:latin typeface="Tahoma"/>
                <a:cs typeface="Tahoma"/>
              </a:rPr>
              <a:t>de</a:t>
            </a:r>
            <a:r>
              <a:rPr dirty="0" sz="1550" spc="-3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17252F"/>
                </a:solidFill>
                <a:latin typeface="Tahoma"/>
                <a:cs typeface="Tahoma"/>
              </a:rPr>
              <a:t>tal</a:t>
            </a:r>
            <a:r>
              <a:rPr dirty="0" sz="1550" spc="-2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17252F"/>
                </a:solidFill>
                <a:latin typeface="Tahoma"/>
                <a:cs typeface="Tahoma"/>
              </a:rPr>
              <a:t>manera</a:t>
            </a:r>
            <a:r>
              <a:rPr dirty="0" sz="1550" spc="-25">
                <a:solidFill>
                  <a:srgbClr val="17252F"/>
                </a:solidFill>
                <a:latin typeface="Tahoma"/>
                <a:cs typeface="Tahoma"/>
              </a:rPr>
              <a:t> que </a:t>
            </a:r>
            <a:r>
              <a:rPr dirty="0" sz="1550" spc="10">
                <a:solidFill>
                  <a:srgbClr val="17252F"/>
                </a:solidFill>
                <a:latin typeface="Tahoma"/>
                <a:cs typeface="Tahoma"/>
              </a:rPr>
              <a:t>pueden</a:t>
            </a:r>
            <a:r>
              <a:rPr dirty="0" sz="1550" spc="-1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17252F"/>
                </a:solidFill>
                <a:latin typeface="Tahoma"/>
                <a:cs typeface="Tahoma"/>
              </a:rPr>
              <a:t>ser</a:t>
            </a:r>
            <a:r>
              <a:rPr dirty="0" sz="1550" spc="-1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550" spc="10">
                <a:solidFill>
                  <a:srgbClr val="17252F"/>
                </a:solidFill>
                <a:latin typeface="Tahoma"/>
                <a:cs typeface="Tahoma"/>
              </a:rPr>
              <a:t>entendidos</a:t>
            </a:r>
            <a:r>
              <a:rPr dirty="0" sz="1550" spc="-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550" spc="10">
                <a:solidFill>
                  <a:srgbClr val="17252F"/>
                </a:solidFill>
                <a:latin typeface="Tahoma"/>
                <a:cs typeface="Tahoma"/>
              </a:rPr>
              <a:t>e</a:t>
            </a:r>
            <a:r>
              <a:rPr dirty="0" sz="1550" spc="-1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550" spc="10">
                <a:solidFill>
                  <a:srgbClr val="17252F"/>
                </a:solidFill>
                <a:latin typeface="Tahoma"/>
                <a:cs typeface="Tahoma"/>
              </a:rPr>
              <a:t>interpretados</a:t>
            </a:r>
            <a:r>
              <a:rPr dirty="0" sz="1550" spc="-1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550" spc="10">
                <a:solidFill>
                  <a:srgbClr val="17252F"/>
                </a:solidFill>
                <a:latin typeface="Tahoma"/>
                <a:cs typeface="Tahoma"/>
              </a:rPr>
              <a:t>por</a:t>
            </a:r>
            <a:r>
              <a:rPr dirty="0" sz="1550" spc="-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550" spc="10">
                <a:solidFill>
                  <a:srgbClr val="17252F"/>
                </a:solidFill>
                <a:latin typeface="Tahoma"/>
                <a:cs typeface="Tahoma"/>
              </a:rPr>
              <a:t>el</a:t>
            </a:r>
            <a:r>
              <a:rPr dirty="0" sz="1550" spc="-10">
                <a:solidFill>
                  <a:srgbClr val="17252F"/>
                </a:solidFill>
                <a:latin typeface="Tahoma"/>
                <a:cs typeface="Tahoma"/>
              </a:rPr>
              <a:t> receptor.</a:t>
            </a:r>
            <a:endParaRPr sz="15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611128" y="2984876"/>
            <a:ext cx="8471535" cy="1422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75" b="1">
                <a:solidFill>
                  <a:srgbClr val="313D4F"/>
                </a:solidFill>
                <a:latin typeface="Tahoma"/>
                <a:cs typeface="Tahoma"/>
              </a:rPr>
              <a:t>IoT</a:t>
            </a:r>
            <a:r>
              <a:rPr dirty="0" sz="2000" spc="-20" b="1">
                <a:solidFill>
                  <a:srgbClr val="313D4F"/>
                </a:solidFill>
                <a:latin typeface="Tahoma"/>
                <a:cs typeface="Tahoma"/>
              </a:rPr>
              <a:t> </a:t>
            </a:r>
            <a:r>
              <a:rPr dirty="0" sz="2000" spc="-50" b="1">
                <a:solidFill>
                  <a:srgbClr val="313D4F"/>
                </a:solidFill>
                <a:latin typeface="Tahoma"/>
                <a:cs typeface="Tahoma"/>
              </a:rPr>
              <a:t>technology</a:t>
            </a:r>
            <a:r>
              <a:rPr dirty="0" sz="2000" spc="-100" b="1">
                <a:solidFill>
                  <a:srgbClr val="313D4F"/>
                </a:solidFill>
                <a:latin typeface="Tahoma"/>
                <a:cs typeface="Tahoma"/>
              </a:rPr>
              <a:t> stack:</a:t>
            </a:r>
            <a:r>
              <a:rPr dirty="0" sz="2000" spc="-45" b="1">
                <a:solidFill>
                  <a:srgbClr val="313D4F"/>
                </a:solidFill>
                <a:latin typeface="Tahoma"/>
                <a:cs typeface="Tahoma"/>
              </a:rPr>
              <a:t> </a:t>
            </a:r>
            <a:r>
              <a:rPr dirty="0" sz="2000" spc="-50" b="1">
                <a:solidFill>
                  <a:srgbClr val="313D4F"/>
                </a:solidFill>
                <a:latin typeface="Tahoma"/>
                <a:cs typeface="Tahoma"/>
              </a:rPr>
              <a:t>se</a:t>
            </a:r>
            <a:r>
              <a:rPr dirty="0" sz="2000" spc="-100" b="1">
                <a:solidFill>
                  <a:srgbClr val="313D4F"/>
                </a:solidFill>
                <a:latin typeface="Tahoma"/>
                <a:cs typeface="Tahoma"/>
              </a:rPr>
              <a:t> </a:t>
            </a:r>
            <a:r>
              <a:rPr dirty="0" sz="2000" spc="-35" b="1">
                <a:solidFill>
                  <a:srgbClr val="313D4F"/>
                </a:solidFill>
                <a:latin typeface="Tahoma"/>
                <a:cs typeface="Tahoma"/>
              </a:rPr>
              <a:t>refiere</a:t>
            </a:r>
            <a:r>
              <a:rPr dirty="0" sz="2000" spc="-110" b="1">
                <a:solidFill>
                  <a:srgbClr val="313D4F"/>
                </a:solidFill>
                <a:latin typeface="Tahoma"/>
                <a:cs typeface="Tahoma"/>
              </a:rPr>
              <a:t> </a:t>
            </a:r>
            <a:r>
              <a:rPr dirty="0" sz="2000" spc="-140" b="1">
                <a:solidFill>
                  <a:srgbClr val="313D4F"/>
                </a:solidFill>
                <a:latin typeface="Tahoma"/>
                <a:cs typeface="Tahoma"/>
              </a:rPr>
              <a:t>a</a:t>
            </a:r>
            <a:r>
              <a:rPr dirty="0" sz="2000" spc="-20" b="1">
                <a:solidFill>
                  <a:srgbClr val="313D4F"/>
                </a:solidFill>
                <a:latin typeface="Tahoma"/>
                <a:cs typeface="Tahoma"/>
              </a:rPr>
              <a:t> las</a:t>
            </a:r>
            <a:r>
              <a:rPr dirty="0" sz="2000" spc="-75" b="1">
                <a:solidFill>
                  <a:srgbClr val="313D4F"/>
                </a:solidFill>
                <a:latin typeface="Tahoma"/>
                <a:cs typeface="Tahoma"/>
              </a:rPr>
              <a:t> </a:t>
            </a:r>
            <a:r>
              <a:rPr dirty="0" sz="2000" spc="-40" b="1">
                <a:solidFill>
                  <a:srgbClr val="313D4F"/>
                </a:solidFill>
                <a:latin typeface="Tahoma"/>
                <a:cs typeface="Tahoma"/>
              </a:rPr>
              <a:t>múltiples</a:t>
            </a:r>
            <a:r>
              <a:rPr dirty="0" sz="2000" spc="-60" b="1">
                <a:solidFill>
                  <a:srgbClr val="313D4F"/>
                </a:solidFill>
                <a:latin typeface="Tahoma"/>
                <a:cs typeface="Tahoma"/>
              </a:rPr>
              <a:t> </a:t>
            </a:r>
            <a:r>
              <a:rPr dirty="0" sz="2000" spc="-110" b="1">
                <a:solidFill>
                  <a:srgbClr val="313D4F"/>
                </a:solidFill>
                <a:latin typeface="Tahoma"/>
                <a:cs typeface="Tahoma"/>
              </a:rPr>
              <a:t>capas</a:t>
            </a:r>
            <a:r>
              <a:rPr dirty="0" sz="2000" spc="-40" b="1">
                <a:solidFill>
                  <a:srgbClr val="313D4F"/>
                </a:solidFill>
                <a:latin typeface="Tahoma"/>
                <a:cs typeface="Tahoma"/>
              </a:rPr>
              <a:t> </a:t>
            </a:r>
            <a:r>
              <a:rPr dirty="0" sz="2000" spc="-10" b="1">
                <a:solidFill>
                  <a:srgbClr val="313D4F"/>
                </a:solidFill>
                <a:latin typeface="Tahoma"/>
                <a:cs typeface="Tahoma"/>
              </a:rPr>
              <a:t>de</a:t>
            </a:r>
            <a:r>
              <a:rPr dirty="0" sz="2000" spc="-60" b="1">
                <a:solidFill>
                  <a:srgbClr val="313D4F"/>
                </a:solidFill>
                <a:latin typeface="Tahoma"/>
                <a:cs typeface="Tahoma"/>
              </a:rPr>
              <a:t> </a:t>
            </a:r>
            <a:r>
              <a:rPr dirty="0" sz="2000" spc="-10" b="1">
                <a:solidFill>
                  <a:srgbClr val="313D4F"/>
                </a:solidFill>
                <a:latin typeface="Tahoma"/>
                <a:cs typeface="Tahoma"/>
              </a:rPr>
              <a:t>hardware,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79200"/>
              </a:lnSpc>
            </a:pPr>
            <a:r>
              <a:rPr dirty="0" sz="2000" spc="-55" b="1">
                <a:solidFill>
                  <a:srgbClr val="313D4F"/>
                </a:solidFill>
                <a:latin typeface="Tahoma"/>
                <a:cs typeface="Tahoma"/>
              </a:rPr>
              <a:t>software</a:t>
            </a:r>
            <a:r>
              <a:rPr dirty="0" sz="2000" spc="-95" b="1">
                <a:solidFill>
                  <a:srgbClr val="313D4F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313D4F"/>
                </a:solidFill>
                <a:latin typeface="Tahoma"/>
                <a:cs typeface="Tahoma"/>
              </a:rPr>
              <a:t>y</a:t>
            </a:r>
            <a:r>
              <a:rPr dirty="0" sz="2000" spc="-110" b="1">
                <a:solidFill>
                  <a:srgbClr val="313D4F"/>
                </a:solidFill>
                <a:latin typeface="Tahoma"/>
                <a:cs typeface="Tahoma"/>
              </a:rPr>
              <a:t> </a:t>
            </a:r>
            <a:r>
              <a:rPr dirty="0" sz="2000" spc="-55" b="1">
                <a:solidFill>
                  <a:srgbClr val="313D4F"/>
                </a:solidFill>
                <a:latin typeface="Tahoma"/>
                <a:cs typeface="Tahoma"/>
              </a:rPr>
              <a:t>tecnologías</a:t>
            </a:r>
            <a:r>
              <a:rPr dirty="0" sz="2000" spc="-65" b="1">
                <a:solidFill>
                  <a:srgbClr val="313D4F"/>
                </a:solidFill>
                <a:latin typeface="Tahoma"/>
                <a:cs typeface="Tahoma"/>
              </a:rPr>
              <a:t> </a:t>
            </a:r>
            <a:r>
              <a:rPr dirty="0" sz="2000" spc="-10" b="1">
                <a:solidFill>
                  <a:srgbClr val="313D4F"/>
                </a:solidFill>
                <a:latin typeface="Tahoma"/>
                <a:cs typeface="Tahoma"/>
              </a:rPr>
              <a:t>de</a:t>
            </a:r>
            <a:r>
              <a:rPr dirty="0" sz="2000" spc="-65" b="1">
                <a:solidFill>
                  <a:srgbClr val="313D4F"/>
                </a:solidFill>
                <a:latin typeface="Tahoma"/>
                <a:cs typeface="Tahoma"/>
              </a:rPr>
              <a:t> </a:t>
            </a:r>
            <a:r>
              <a:rPr dirty="0" sz="2000" spc="-100" b="1">
                <a:solidFill>
                  <a:srgbClr val="313D4F"/>
                </a:solidFill>
                <a:latin typeface="Tahoma"/>
                <a:cs typeface="Tahoma"/>
              </a:rPr>
              <a:t>comunicación</a:t>
            </a:r>
            <a:r>
              <a:rPr dirty="0" sz="2000" spc="-50" b="1">
                <a:solidFill>
                  <a:srgbClr val="313D4F"/>
                </a:solidFill>
                <a:latin typeface="Tahoma"/>
                <a:cs typeface="Tahoma"/>
              </a:rPr>
              <a:t> </a:t>
            </a:r>
            <a:r>
              <a:rPr dirty="0" sz="2000" spc="-70" b="1">
                <a:solidFill>
                  <a:srgbClr val="313D4F"/>
                </a:solidFill>
                <a:latin typeface="Tahoma"/>
                <a:cs typeface="Tahoma"/>
              </a:rPr>
              <a:t>que</a:t>
            </a:r>
            <a:r>
              <a:rPr dirty="0" sz="2000" spc="-65" b="1">
                <a:solidFill>
                  <a:srgbClr val="313D4F"/>
                </a:solidFill>
                <a:latin typeface="Tahoma"/>
                <a:cs typeface="Tahoma"/>
              </a:rPr>
              <a:t> </a:t>
            </a:r>
            <a:r>
              <a:rPr dirty="0" sz="2000" spc="-80" b="1">
                <a:solidFill>
                  <a:srgbClr val="313D4F"/>
                </a:solidFill>
                <a:latin typeface="Tahoma"/>
                <a:cs typeface="Tahoma"/>
              </a:rPr>
              <a:t>conectan</a:t>
            </a:r>
            <a:r>
              <a:rPr dirty="0" sz="2000" spc="-65" b="1">
                <a:solidFill>
                  <a:srgbClr val="313D4F"/>
                </a:solidFill>
                <a:latin typeface="Tahoma"/>
                <a:cs typeface="Tahoma"/>
              </a:rPr>
              <a:t> </a:t>
            </a:r>
            <a:r>
              <a:rPr dirty="0" sz="2000" spc="-60" b="1">
                <a:solidFill>
                  <a:srgbClr val="313D4F"/>
                </a:solidFill>
                <a:latin typeface="Tahoma"/>
                <a:cs typeface="Tahoma"/>
              </a:rPr>
              <a:t>objetos</a:t>
            </a:r>
            <a:r>
              <a:rPr dirty="0" sz="2000" spc="-70" b="1">
                <a:solidFill>
                  <a:srgbClr val="313D4F"/>
                </a:solidFill>
                <a:latin typeface="Tahoma"/>
                <a:cs typeface="Tahoma"/>
              </a:rPr>
              <a:t> </a:t>
            </a:r>
            <a:r>
              <a:rPr dirty="0" sz="2000" spc="-140" b="1">
                <a:solidFill>
                  <a:srgbClr val="313D4F"/>
                </a:solidFill>
                <a:latin typeface="Tahoma"/>
                <a:cs typeface="Tahoma"/>
              </a:rPr>
              <a:t>a</a:t>
            </a:r>
            <a:r>
              <a:rPr dirty="0" sz="2000" spc="-20" b="1">
                <a:solidFill>
                  <a:srgbClr val="313D4F"/>
                </a:solidFill>
                <a:latin typeface="Tahoma"/>
                <a:cs typeface="Tahoma"/>
              </a:rPr>
              <a:t> través </a:t>
            </a:r>
            <a:r>
              <a:rPr dirty="0" sz="2000" spc="-10" b="1">
                <a:solidFill>
                  <a:srgbClr val="313D4F"/>
                </a:solidFill>
                <a:latin typeface="Tahoma"/>
                <a:cs typeface="Tahoma"/>
              </a:rPr>
              <a:t>de</a:t>
            </a:r>
            <a:r>
              <a:rPr dirty="0" sz="2000" spc="-95" b="1">
                <a:solidFill>
                  <a:srgbClr val="313D4F"/>
                </a:solidFill>
                <a:latin typeface="Tahoma"/>
                <a:cs typeface="Tahoma"/>
              </a:rPr>
              <a:t> </a:t>
            </a:r>
            <a:r>
              <a:rPr dirty="0" sz="2000" spc="-90" b="1">
                <a:solidFill>
                  <a:srgbClr val="313D4F"/>
                </a:solidFill>
                <a:latin typeface="Tahoma"/>
                <a:cs typeface="Tahoma"/>
              </a:rPr>
              <a:t>Internet</a:t>
            </a:r>
            <a:r>
              <a:rPr dirty="0" sz="2000" spc="-55" b="1">
                <a:solidFill>
                  <a:srgbClr val="313D4F"/>
                </a:solidFill>
                <a:latin typeface="Tahoma"/>
                <a:cs typeface="Tahoma"/>
              </a:rPr>
              <a:t> </a:t>
            </a:r>
            <a:r>
              <a:rPr dirty="0" sz="2000" spc="-95" b="1">
                <a:solidFill>
                  <a:srgbClr val="313D4F"/>
                </a:solidFill>
                <a:latin typeface="Tahoma"/>
                <a:cs typeface="Tahoma"/>
              </a:rPr>
              <a:t>para</a:t>
            </a:r>
            <a:r>
              <a:rPr dirty="0" sz="2000" spc="-55" b="1">
                <a:solidFill>
                  <a:srgbClr val="313D4F"/>
                </a:solidFill>
                <a:latin typeface="Tahoma"/>
                <a:cs typeface="Tahoma"/>
              </a:rPr>
              <a:t> </a:t>
            </a:r>
            <a:r>
              <a:rPr dirty="0" sz="2000" spc="-60" b="1">
                <a:solidFill>
                  <a:srgbClr val="313D4F"/>
                </a:solidFill>
                <a:latin typeface="Tahoma"/>
                <a:cs typeface="Tahoma"/>
              </a:rPr>
              <a:t>monitorearlos</a:t>
            </a:r>
            <a:r>
              <a:rPr dirty="0" sz="2000" spc="-65" b="1">
                <a:solidFill>
                  <a:srgbClr val="313D4F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313D4F"/>
                </a:solidFill>
                <a:latin typeface="Tahoma"/>
                <a:cs typeface="Tahoma"/>
              </a:rPr>
              <a:t>o</a:t>
            </a:r>
            <a:r>
              <a:rPr dirty="0" sz="2000" spc="-70" b="1">
                <a:solidFill>
                  <a:srgbClr val="313D4F"/>
                </a:solidFill>
                <a:latin typeface="Tahoma"/>
                <a:cs typeface="Tahoma"/>
              </a:rPr>
              <a:t> </a:t>
            </a:r>
            <a:r>
              <a:rPr dirty="0" sz="2000" spc="-10" b="1">
                <a:solidFill>
                  <a:srgbClr val="313D4F"/>
                </a:solidFill>
                <a:latin typeface="Tahoma"/>
                <a:cs typeface="Tahoma"/>
              </a:rPr>
              <a:t>controlarlos.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41189" y="197508"/>
            <a:ext cx="2571749" cy="257174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300" spc="120">
                <a:solidFill>
                  <a:srgbClr val="313D4F"/>
                </a:solidFill>
              </a:rPr>
              <a:t>Que</a:t>
            </a:r>
            <a:r>
              <a:rPr dirty="0" sz="3300" spc="-114">
                <a:solidFill>
                  <a:srgbClr val="313D4F"/>
                </a:solidFill>
              </a:rPr>
              <a:t> </a:t>
            </a:r>
            <a:r>
              <a:rPr dirty="0" sz="3300">
                <a:solidFill>
                  <a:srgbClr val="313D4F"/>
                </a:solidFill>
              </a:rPr>
              <a:t>es</a:t>
            </a:r>
            <a:r>
              <a:rPr dirty="0" sz="3300" spc="-114">
                <a:solidFill>
                  <a:srgbClr val="313D4F"/>
                </a:solidFill>
              </a:rPr>
              <a:t> </a:t>
            </a:r>
            <a:r>
              <a:rPr dirty="0" sz="3300" spc="-35">
                <a:solidFill>
                  <a:srgbClr val="313D4F"/>
                </a:solidFill>
              </a:rPr>
              <a:t>Iot</a:t>
            </a:r>
            <a:r>
              <a:rPr dirty="0" sz="3300" spc="-110">
                <a:solidFill>
                  <a:srgbClr val="313D4F"/>
                </a:solidFill>
              </a:rPr>
              <a:t> </a:t>
            </a:r>
            <a:r>
              <a:rPr dirty="0" sz="3300">
                <a:solidFill>
                  <a:srgbClr val="313D4F"/>
                </a:solidFill>
              </a:rPr>
              <a:t>Technology</a:t>
            </a:r>
            <a:r>
              <a:rPr dirty="0" sz="3300" spc="-114">
                <a:solidFill>
                  <a:srgbClr val="313D4F"/>
                </a:solidFill>
              </a:rPr>
              <a:t> </a:t>
            </a:r>
            <a:r>
              <a:rPr dirty="0" sz="3300" spc="-10">
                <a:solidFill>
                  <a:srgbClr val="313D4F"/>
                </a:solidFill>
              </a:rPr>
              <a:t>stack?</a:t>
            </a:r>
            <a:endParaRPr sz="3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1999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88106" y="868031"/>
            <a:ext cx="3058795" cy="4921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050" spc="-114" b="1">
                <a:solidFill>
                  <a:srgbClr val="0A8F83"/>
                </a:solidFill>
                <a:latin typeface="Tahoma"/>
                <a:cs typeface="Tahoma"/>
              </a:rPr>
              <a:t>Device</a:t>
            </a:r>
            <a:r>
              <a:rPr dirty="0" sz="3050" spc="-90" b="1">
                <a:solidFill>
                  <a:srgbClr val="0A8F83"/>
                </a:solidFill>
                <a:latin typeface="Tahoma"/>
                <a:cs typeface="Tahoma"/>
              </a:rPr>
              <a:t> </a:t>
            </a:r>
            <a:r>
              <a:rPr dirty="0" sz="3050" spc="-145" b="1">
                <a:solidFill>
                  <a:srgbClr val="0A8F83"/>
                </a:solidFill>
                <a:latin typeface="Tahoma"/>
                <a:cs typeface="Tahoma"/>
              </a:rPr>
              <a:t>hardware</a:t>
            </a:r>
            <a:endParaRPr sz="305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388106" y="1586903"/>
            <a:ext cx="8110855" cy="3327400"/>
          </a:xfrm>
          <a:prstGeom prst="rect">
            <a:avLst/>
          </a:prstGeom>
        </p:spPr>
        <p:txBody>
          <a:bodyPr wrap="square" lIns="0" tIns="135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900" spc="-20">
                <a:solidFill>
                  <a:srgbClr val="17252F"/>
                </a:solidFill>
                <a:latin typeface="Tahoma"/>
                <a:cs typeface="Tahoma"/>
              </a:rPr>
              <a:t>La</a:t>
            </a:r>
            <a:r>
              <a:rPr dirty="0" sz="1900" spc="-5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primera</a:t>
            </a:r>
            <a:r>
              <a:rPr dirty="0" sz="1900" spc="-5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17252F"/>
                </a:solidFill>
                <a:latin typeface="Tahoma"/>
                <a:cs typeface="Tahoma"/>
              </a:rPr>
              <a:t>capa:</a:t>
            </a:r>
            <a:endParaRPr sz="1900">
              <a:latin typeface="Tahoma"/>
              <a:cs typeface="Tahoma"/>
            </a:endParaRPr>
          </a:p>
          <a:p>
            <a:pPr marL="425450" marR="5080" indent="57785">
              <a:lnSpc>
                <a:spcPct val="142500"/>
              </a:lnSpc>
            </a:pP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Actúa</a:t>
            </a:r>
            <a:r>
              <a:rPr dirty="0" sz="1900" spc="-2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como</a:t>
            </a:r>
            <a:r>
              <a:rPr dirty="0" sz="1900" spc="-2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interfaz</a:t>
            </a:r>
            <a:r>
              <a:rPr dirty="0" sz="1900" spc="-2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entre</a:t>
            </a:r>
            <a:r>
              <a:rPr dirty="0" sz="1900" spc="-2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el</a:t>
            </a:r>
            <a:r>
              <a:rPr dirty="0" sz="1900" spc="-2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objeto</a:t>
            </a:r>
            <a:r>
              <a:rPr dirty="0" sz="1900" spc="-2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físico</a:t>
            </a:r>
            <a:r>
              <a:rPr dirty="0" sz="1900" spc="-2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 spc="-55">
                <a:solidFill>
                  <a:srgbClr val="17252F"/>
                </a:solidFill>
                <a:latin typeface="Tahoma"/>
                <a:cs typeface="Tahoma"/>
              </a:rPr>
              <a:t>y</a:t>
            </a:r>
            <a:r>
              <a:rPr dirty="0" sz="1900" spc="-2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el</a:t>
            </a:r>
            <a:r>
              <a:rPr dirty="0" sz="1900" spc="-2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servidor</a:t>
            </a:r>
            <a:r>
              <a:rPr dirty="0" sz="1900" spc="-2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 spc="-30">
                <a:solidFill>
                  <a:srgbClr val="17252F"/>
                </a:solidFill>
                <a:latin typeface="Tahoma"/>
                <a:cs typeface="Tahoma"/>
              </a:rPr>
              <a:t>(en</a:t>
            </a:r>
            <a:r>
              <a:rPr dirty="0" sz="1900" spc="-2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la</a:t>
            </a:r>
            <a:r>
              <a:rPr dirty="0" sz="1900" spc="-2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nube</a:t>
            </a:r>
            <a:r>
              <a:rPr dirty="0" sz="1900" spc="-2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 spc="70">
                <a:solidFill>
                  <a:srgbClr val="17252F"/>
                </a:solidFill>
                <a:latin typeface="Tahoma"/>
                <a:cs typeface="Tahoma"/>
              </a:rPr>
              <a:t>o</a:t>
            </a:r>
            <a:r>
              <a:rPr dirty="0" sz="1900" spc="-2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17252F"/>
                </a:solidFill>
                <a:latin typeface="Tahoma"/>
                <a:cs typeface="Tahoma"/>
              </a:rPr>
              <a:t>en </a:t>
            </a:r>
            <a:r>
              <a:rPr dirty="0" sz="1900" spc="-10">
                <a:solidFill>
                  <a:srgbClr val="17252F"/>
                </a:solidFill>
                <a:latin typeface="Tahoma"/>
                <a:cs typeface="Tahoma"/>
              </a:rPr>
              <a:t>las</a:t>
            </a:r>
            <a:r>
              <a:rPr dirty="0" sz="1900" spc="-13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17252F"/>
                </a:solidFill>
                <a:latin typeface="Tahoma"/>
                <a:cs typeface="Tahoma"/>
              </a:rPr>
              <a:t>instalaciones).</a:t>
            </a:r>
            <a:endParaRPr sz="1900">
              <a:latin typeface="Tahoma"/>
              <a:cs typeface="Tahoma"/>
            </a:endParaRPr>
          </a:p>
          <a:p>
            <a:pPr marL="425450">
              <a:lnSpc>
                <a:spcPct val="100000"/>
              </a:lnSpc>
              <a:spcBef>
                <a:spcPts val="969"/>
              </a:spcBef>
            </a:pP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Recopilación</a:t>
            </a:r>
            <a:r>
              <a:rPr dirty="0" sz="1900" spc="-2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de</a:t>
            </a:r>
            <a:r>
              <a:rPr dirty="0" sz="1900" spc="-2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datos</a:t>
            </a:r>
            <a:r>
              <a:rPr dirty="0" sz="1900" spc="-2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de</a:t>
            </a:r>
            <a:r>
              <a:rPr dirty="0" sz="1900" spc="-1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sensores</a:t>
            </a:r>
            <a:r>
              <a:rPr dirty="0" sz="1900" spc="-2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individuales</a:t>
            </a:r>
            <a:r>
              <a:rPr dirty="0" sz="1900" spc="-2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 spc="70">
                <a:solidFill>
                  <a:srgbClr val="17252F"/>
                </a:solidFill>
                <a:latin typeface="Tahoma"/>
                <a:cs typeface="Tahoma"/>
              </a:rPr>
              <a:t>o</a:t>
            </a:r>
            <a:r>
              <a:rPr dirty="0" sz="1900" spc="-2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17252F"/>
                </a:solidFill>
                <a:latin typeface="Tahoma"/>
                <a:cs typeface="Tahoma"/>
              </a:rPr>
              <a:t>múltiples</a:t>
            </a:r>
            <a:endParaRPr sz="1900">
              <a:latin typeface="Tahoma"/>
              <a:cs typeface="Tahoma"/>
            </a:endParaRPr>
          </a:p>
          <a:p>
            <a:pPr marL="425450" marR="827405">
              <a:lnSpc>
                <a:spcPct val="142500"/>
              </a:lnSpc>
              <a:spcBef>
                <a:spcPts val="5"/>
              </a:spcBef>
            </a:pP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Los</a:t>
            </a:r>
            <a:r>
              <a:rPr dirty="0" sz="1900" spc="-2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sensores</a:t>
            </a:r>
            <a:r>
              <a:rPr dirty="0" sz="1900" spc="-1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miden</a:t>
            </a:r>
            <a:r>
              <a:rPr dirty="0" sz="1900" spc="-1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parámetros</a:t>
            </a:r>
            <a:r>
              <a:rPr dirty="0" sz="1900" spc="-2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físicos,</a:t>
            </a:r>
            <a:r>
              <a:rPr dirty="0" sz="1900" spc="-1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como</a:t>
            </a:r>
            <a:r>
              <a:rPr dirty="0" sz="1900" spc="-1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la</a:t>
            </a:r>
            <a:r>
              <a:rPr dirty="0" sz="1900" spc="-2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temperatura,</a:t>
            </a:r>
            <a:r>
              <a:rPr dirty="0" sz="1900" spc="-1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17252F"/>
                </a:solidFill>
                <a:latin typeface="Tahoma"/>
                <a:cs typeface="Tahoma"/>
              </a:rPr>
              <a:t>la </a:t>
            </a: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humedad,</a:t>
            </a:r>
            <a:r>
              <a:rPr dirty="0" sz="1900" spc="-8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la</a:t>
            </a:r>
            <a:r>
              <a:rPr dirty="0" sz="1900" spc="-8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presión</a:t>
            </a:r>
            <a:r>
              <a:rPr dirty="0" sz="1900" spc="-7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 spc="70">
                <a:solidFill>
                  <a:srgbClr val="17252F"/>
                </a:solidFill>
                <a:latin typeface="Tahoma"/>
                <a:cs typeface="Tahoma"/>
              </a:rPr>
              <a:t>o</a:t>
            </a:r>
            <a:r>
              <a:rPr dirty="0" sz="1900" spc="-8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la</a:t>
            </a:r>
            <a:r>
              <a:rPr dirty="0" sz="1900" spc="-8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17252F"/>
                </a:solidFill>
                <a:latin typeface="Tahoma"/>
                <a:cs typeface="Tahoma"/>
              </a:rPr>
              <a:t>vibración.</a:t>
            </a:r>
            <a:endParaRPr sz="1900">
              <a:latin typeface="Tahoma"/>
              <a:cs typeface="Tahoma"/>
            </a:endParaRPr>
          </a:p>
          <a:p>
            <a:pPr marL="425450" marR="445134">
              <a:lnSpc>
                <a:spcPct val="142500"/>
              </a:lnSpc>
            </a:pP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Los</a:t>
            </a:r>
            <a:r>
              <a:rPr dirty="0" sz="1900" spc="-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actuadores</a:t>
            </a:r>
            <a:r>
              <a:rPr dirty="0" sz="1900" spc="-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se</a:t>
            </a:r>
            <a:r>
              <a:rPr dirty="0" sz="1900" spc="-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pueden</a:t>
            </a:r>
            <a:r>
              <a:rPr dirty="0" sz="1900" spc="-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utilizar</a:t>
            </a:r>
            <a:r>
              <a:rPr dirty="0" sz="1900" spc="-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para controlar</a:t>
            </a:r>
            <a:r>
              <a:rPr dirty="0" sz="1900" spc="-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dispositivos,</a:t>
            </a:r>
            <a:r>
              <a:rPr dirty="0" sz="1900" spc="-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17252F"/>
                </a:solidFill>
                <a:latin typeface="Tahoma"/>
                <a:cs typeface="Tahoma"/>
              </a:rPr>
              <a:t>como </a:t>
            </a: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motores,</a:t>
            </a:r>
            <a:r>
              <a:rPr dirty="0" sz="1900" spc="-1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bombas,</a:t>
            </a:r>
            <a:r>
              <a:rPr dirty="0" sz="1900" spc="-1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17252F"/>
                </a:solidFill>
                <a:latin typeface="Tahoma"/>
                <a:cs typeface="Tahoma"/>
              </a:rPr>
              <a:t>calentadores</a:t>
            </a:r>
            <a:r>
              <a:rPr dirty="0" sz="1900" spc="-1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900" spc="70">
                <a:solidFill>
                  <a:srgbClr val="17252F"/>
                </a:solidFill>
                <a:latin typeface="Tahoma"/>
                <a:cs typeface="Tahoma"/>
              </a:rPr>
              <a:t>o</a:t>
            </a:r>
            <a:r>
              <a:rPr dirty="0" sz="1900" spc="-10">
                <a:solidFill>
                  <a:srgbClr val="17252F"/>
                </a:solidFill>
                <a:latin typeface="Tahoma"/>
                <a:cs typeface="Tahoma"/>
              </a:rPr>
              <a:t> luces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388106" y="6248362"/>
            <a:ext cx="85725" cy="3175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spc="-50">
                <a:solidFill>
                  <a:srgbClr val="17252F"/>
                </a:solidFill>
                <a:latin typeface="Tahoma"/>
                <a:cs typeface="Tahoma"/>
              </a:rPr>
              <a:t>.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35801" y="4668845"/>
            <a:ext cx="2641599" cy="18795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00104" y="604129"/>
            <a:ext cx="3397885" cy="55054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450" spc="-375" b="1">
                <a:solidFill>
                  <a:srgbClr val="0A8F83"/>
                </a:solidFill>
                <a:latin typeface="Verdana"/>
                <a:cs typeface="Verdana"/>
              </a:rPr>
              <a:t>Device</a:t>
            </a:r>
            <a:r>
              <a:rPr dirty="0" sz="3450" spc="-195" b="1">
                <a:solidFill>
                  <a:srgbClr val="0A8F83"/>
                </a:solidFill>
                <a:latin typeface="Verdana"/>
                <a:cs typeface="Verdana"/>
              </a:rPr>
              <a:t> </a:t>
            </a:r>
            <a:r>
              <a:rPr dirty="0" sz="3450" spc="-370" b="1">
                <a:solidFill>
                  <a:srgbClr val="0A8F83"/>
                </a:solidFill>
                <a:latin typeface="Verdana"/>
                <a:cs typeface="Verdana"/>
              </a:rPr>
              <a:t>Software</a:t>
            </a:r>
            <a:endParaRPr sz="345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400104" y="1414192"/>
            <a:ext cx="7219315" cy="3733800"/>
          </a:xfrm>
          <a:prstGeom prst="rect">
            <a:avLst/>
          </a:prstGeom>
        </p:spPr>
        <p:txBody>
          <a:bodyPr wrap="square" lIns="0" tIns="148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segunda</a:t>
            </a:r>
            <a:r>
              <a:rPr dirty="0" sz="2150" spc="-9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 spc="-10">
                <a:solidFill>
                  <a:srgbClr val="17252F"/>
                </a:solidFill>
                <a:latin typeface="Tahoma"/>
                <a:cs typeface="Tahoma"/>
              </a:rPr>
              <a:t>Capa:</a:t>
            </a:r>
            <a:endParaRPr sz="2150">
              <a:latin typeface="Tahoma"/>
              <a:cs typeface="Tahoma"/>
            </a:endParaRPr>
          </a:p>
          <a:p>
            <a:pPr marL="476884" marR="753745">
              <a:lnSpc>
                <a:spcPct val="141500"/>
              </a:lnSpc>
            </a:pPr>
            <a:r>
              <a:rPr dirty="0" sz="2150" spc="-10">
                <a:solidFill>
                  <a:srgbClr val="17252F"/>
                </a:solidFill>
                <a:latin typeface="Tahoma"/>
                <a:cs typeface="Tahoma"/>
              </a:rPr>
              <a:t>Es</a:t>
            </a:r>
            <a:r>
              <a:rPr dirty="0" sz="2150" spc="-5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un</a:t>
            </a:r>
            <a:r>
              <a:rPr dirty="0" sz="2150" spc="-5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 spc="50">
                <a:solidFill>
                  <a:srgbClr val="17252F"/>
                </a:solidFill>
                <a:latin typeface="Tahoma"/>
                <a:cs typeface="Tahoma"/>
              </a:rPr>
              <a:t>código</a:t>
            </a:r>
            <a:r>
              <a:rPr dirty="0" sz="2150" spc="-5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que</a:t>
            </a:r>
            <a:r>
              <a:rPr dirty="0" sz="2150" spc="-5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se</a:t>
            </a:r>
            <a:r>
              <a:rPr dirty="0" sz="2150" spc="-5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ejecuta</a:t>
            </a:r>
            <a:r>
              <a:rPr dirty="0" sz="2150" spc="-5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en</a:t>
            </a:r>
            <a:r>
              <a:rPr dirty="0" sz="2150" spc="-5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 spc="70">
                <a:solidFill>
                  <a:srgbClr val="17252F"/>
                </a:solidFill>
                <a:latin typeface="Tahoma"/>
                <a:cs typeface="Tahoma"/>
              </a:rPr>
              <a:t>el</a:t>
            </a:r>
            <a:r>
              <a:rPr dirty="0" sz="2150" spc="-5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procesador</a:t>
            </a:r>
            <a:r>
              <a:rPr dirty="0" sz="2150" spc="-5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 spc="45">
                <a:solidFill>
                  <a:srgbClr val="17252F"/>
                </a:solidFill>
                <a:latin typeface="Tahoma"/>
                <a:cs typeface="Tahoma"/>
              </a:rPr>
              <a:t>del </a:t>
            </a: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dispositivo</a:t>
            </a:r>
            <a:r>
              <a:rPr dirty="0" sz="2150" spc="-3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y</a:t>
            </a:r>
            <a:r>
              <a:rPr dirty="0" sz="2150" spc="-3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 spc="55">
                <a:solidFill>
                  <a:srgbClr val="17252F"/>
                </a:solidFill>
                <a:latin typeface="Tahoma"/>
                <a:cs typeface="Tahoma"/>
              </a:rPr>
              <a:t>controla</a:t>
            </a:r>
            <a:r>
              <a:rPr dirty="0" sz="2150" spc="-3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su</a:t>
            </a:r>
            <a:r>
              <a:rPr dirty="0" sz="2150" spc="-3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 spc="-10">
                <a:solidFill>
                  <a:srgbClr val="17252F"/>
                </a:solidFill>
                <a:latin typeface="Tahoma"/>
                <a:cs typeface="Tahoma"/>
              </a:rPr>
              <a:t>funcionalidad.</a:t>
            </a:r>
            <a:endParaRPr sz="2150">
              <a:latin typeface="Tahoma"/>
              <a:cs typeface="Tahoma"/>
            </a:endParaRPr>
          </a:p>
          <a:p>
            <a:pPr marL="476884" marR="147320">
              <a:lnSpc>
                <a:spcPct val="141500"/>
              </a:lnSpc>
            </a:pP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El</a:t>
            </a:r>
            <a:r>
              <a:rPr dirty="0" sz="2150" spc="2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software</a:t>
            </a:r>
            <a:r>
              <a:rPr dirty="0" sz="2150" spc="2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del</a:t>
            </a:r>
            <a:r>
              <a:rPr dirty="0" sz="2150" spc="2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dispositivo</a:t>
            </a:r>
            <a:r>
              <a:rPr dirty="0" sz="2150" spc="2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generalmente</a:t>
            </a:r>
            <a:r>
              <a:rPr dirty="0" sz="2150" spc="2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consta</a:t>
            </a:r>
            <a:r>
              <a:rPr dirty="0" sz="2150" spc="2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de</a:t>
            </a:r>
            <a:r>
              <a:rPr dirty="0" sz="2150" spc="2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 spc="-25">
                <a:solidFill>
                  <a:srgbClr val="17252F"/>
                </a:solidFill>
                <a:latin typeface="Tahoma"/>
                <a:cs typeface="Tahoma"/>
              </a:rPr>
              <a:t>un </a:t>
            </a: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sistema</a:t>
            </a:r>
            <a:r>
              <a:rPr dirty="0" sz="2150" spc="-5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operativo</a:t>
            </a:r>
            <a:r>
              <a:rPr dirty="0" sz="2150" spc="-5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 spc="-130">
                <a:solidFill>
                  <a:srgbClr val="17252F"/>
                </a:solidFill>
                <a:latin typeface="Tahoma"/>
                <a:cs typeface="Tahoma"/>
              </a:rPr>
              <a:t>(SO)</a:t>
            </a:r>
            <a:r>
              <a:rPr dirty="0" sz="2150" spc="-4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 spc="-65">
                <a:solidFill>
                  <a:srgbClr val="17252F"/>
                </a:solidFill>
                <a:latin typeface="Tahoma"/>
                <a:cs typeface="Tahoma"/>
              </a:rPr>
              <a:t>y</a:t>
            </a:r>
            <a:r>
              <a:rPr dirty="0" sz="2150" spc="-5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un</a:t>
            </a:r>
            <a:r>
              <a:rPr dirty="0" sz="2150" spc="-4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software</a:t>
            </a:r>
            <a:r>
              <a:rPr dirty="0" sz="2150" spc="-5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de</a:t>
            </a:r>
            <a:r>
              <a:rPr dirty="0" sz="2150" spc="-4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 spc="-10">
                <a:solidFill>
                  <a:srgbClr val="17252F"/>
                </a:solidFill>
                <a:latin typeface="Tahoma"/>
                <a:cs typeface="Tahoma"/>
              </a:rPr>
              <a:t>aplicación.</a:t>
            </a:r>
            <a:endParaRPr sz="2150">
              <a:latin typeface="Tahoma"/>
              <a:cs typeface="Tahoma"/>
            </a:endParaRPr>
          </a:p>
          <a:p>
            <a:pPr marL="476884" marR="5080">
              <a:lnSpc>
                <a:spcPct val="141500"/>
              </a:lnSpc>
            </a:pP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El</a:t>
            </a:r>
            <a:r>
              <a:rPr dirty="0" sz="2150" spc="-4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sistema</a:t>
            </a:r>
            <a:r>
              <a:rPr dirty="0" sz="2150" spc="-4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operativo</a:t>
            </a:r>
            <a:r>
              <a:rPr dirty="0" sz="2150" spc="-3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configura</a:t>
            </a:r>
            <a:r>
              <a:rPr dirty="0" sz="2150" spc="-4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 spc="-65">
                <a:solidFill>
                  <a:srgbClr val="17252F"/>
                </a:solidFill>
                <a:latin typeface="Tahoma"/>
                <a:cs typeface="Tahoma"/>
              </a:rPr>
              <a:t>y</a:t>
            </a:r>
            <a:r>
              <a:rPr dirty="0" sz="2150" spc="-4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administra</a:t>
            </a:r>
            <a:r>
              <a:rPr dirty="0" sz="2150" spc="-3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el</a:t>
            </a:r>
            <a:r>
              <a:rPr dirty="0" sz="2150" spc="-4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 spc="-10">
                <a:solidFill>
                  <a:srgbClr val="17252F"/>
                </a:solidFill>
                <a:latin typeface="Tahoma"/>
                <a:cs typeface="Tahoma"/>
              </a:rPr>
              <a:t>hardware </a:t>
            </a: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del</a:t>
            </a:r>
            <a:r>
              <a:rPr dirty="0" sz="2150" spc="2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dispositivo</a:t>
            </a:r>
            <a:r>
              <a:rPr dirty="0" sz="2150" spc="3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para</a:t>
            </a:r>
            <a:r>
              <a:rPr dirty="0" sz="2150" spc="2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proporcionar</a:t>
            </a:r>
            <a:r>
              <a:rPr dirty="0" sz="2150" spc="3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una</a:t>
            </a:r>
            <a:r>
              <a:rPr dirty="0" sz="2150" spc="3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plataforma</a:t>
            </a:r>
            <a:r>
              <a:rPr dirty="0" sz="2150" spc="3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 spc="-20">
                <a:solidFill>
                  <a:srgbClr val="17252F"/>
                </a:solidFill>
                <a:latin typeface="Tahoma"/>
                <a:cs typeface="Tahoma"/>
              </a:rPr>
              <a:t>para </a:t>
            </a: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que</a:t>
            </a:r>
            <a:r>
              <a:rPr dirty="0" sz="2150" spc="-6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 spc="-10">
                <a:solidFill>
                  <a:srgbClr val="17252F"/>
                </a:solidFill>
                <a:latin typeface="Tahoma"/>
                <a:cs typeface="Tahoma"/>
              </a:rPr>
              <a:t>se</a:t>
            </a:r>
            <a:r>
              <a:rPr dirty="0" sz="2150" spc="-6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ejecute</a:t>
            </a:r>
            <a:r>
              <a:rPr dirty="0" sz="2150" spc="-6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el</a:t>
            </a:r>
            <a:r>
              <a:rPr dirty="0" sz="2150" spc="-5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software</a:t>
            </a:r>
            <a:r>
              <a:rPr dirty="0" sz="2150" spc="-6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de</a:t>
            </a:r>
            <a:r>
              <a:rPr dirty="0" sz="2150" spc="-6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17252F"/>
                </a:solidFill>
                <a:latin typeface="Tahoma"/>
                <a:cs typeface="Tahoma"/>
              </a:rPr>
              <a:t>la</a:t>
            </a:r>
            <a:r>
              <a:rPr dirty="0" sz="2150" spc="-5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2150" spc="-10">
                <a:solidFill>
                  <a:srgbClr val="17252F"/>
                </a:solidFill>
                <a:latin typeface="Tahoma"/>
                <a:cs typeface="Tahoma"/>
              </a:rPr>
              <a:t>aplicación.</a:t>
            </a:r>
            <a:endParaRPr sz="2150">
              <a:latin typeface="Tahoma"/>
              <a:cs typeface="Tahom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890624" y="5274684"/>
            <a:ext cx="2734945" cy="1077595"/>
            <a:chOff x="5890624" y="5274684"/>
            <a:chExt cx="2734945" cy="107759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90624" y="5412000"/>
              <a:ext cx="1371599" cy="93979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7852252" y="5645981"/>
              <a:ext cx="580390" cy="495934"/>
            </a:xfrm>
            <a:custGeom>
              <a:avLst/>
              <a:gdLst/>
              <a:ahLst/>
              <a:cxnLst/>
              <a:rect l="l" t="t" r="r" b="b"/>
              <a:pathLst>
                <a:path w="580390" h="495935">
                  <a:moveTo>
                    <a:pt x="510869" y="495688"/>
                  </a:moveTo>
                  <a:lnTo>
                    <a:pt x="69036" y="495688"/>
                  </a:lnTo>
                  <a:lnTo>
                    <a:pt x="42166" y="490277"/>
                  </a:lnTo>
                  <a:lnTo>
                    <a:pt x="20222" y="475522"/>
                  </a:lnTo>
                  <a:lnTo>
                    <a:pt x="5426" y="453638"/>
                  </a:lnTo>
                  <a:lnTo>
                    <a:pt x="0" y="426843"/>
                  </a:lnTo>
                  <a:lnTo>
                    <a:pt x="0" y="0"/>
                  </a:lnTo>
                  <a:lnTo>
                    <a:pt x="579905" y="0"/>
                  </a:lnTo>
                  <a:lnTo>
                    <a:pt x="579905" y="426843"/>
                  </a:lnTo>
                  <a:lnTo>
                    <a:pt x="574479" y="453638"/>
                  </a:lnTo>
                  <a:lnTo>
                    <a:pt x="559683" y="475522"/>
                  </a:lnTo>
                  <a:lnTo>
                    <a:pt x="537738" y="490277"/>
                  </a:lnTo>
                  <a:lnTo>
                    <a:pt x="510869" y="495688"/>
                  </a:lnTo>
                  <a:close/>
                </a:path>
              </a:pathLst>
            </a:custGeom>
            <a:solidFill>
              <a:srgbClr val="A1D3A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62710" y="6141670"/>
              <a:ext cx="110458" cy="192767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11241" y="6141670"/>
              <a:ext cx="110458" cy="192767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7672756" y="5343067"/>
              <a:ext cx="939165" cy="675005"/>
            </a:xfrm>
            <a:custGeom>
              <a:avLst/>
              <a:gdLst/>
              <a:ahLst/>
              <a:cxnLst/>
              <a:rect l="l" t="t" r="r" b="b"/>
              <a:pathLst>
                <a:path w="939165" h="675004">
                  <a:moveTo>
                    <a:pt x="110451" y="358000"/>
                  </a:moveTo>
                  <a:lnTo>
                    <a:pt x="106108" y="336562"/>
                  </a:lnTo>
                  <a:lnTo>
                    <a:pt x="94272" y="319049"/>
                  </a:lnTo>
                  <a:lnTo>
                    <a:pt x="76720" y="307251"/>
                  </a:lnTo>
                  <a:lnTo>
                    <a:pt x="55219" y="302920"/>
                  </a:lnTo>
                  <a:lnTo>
                    <a:pt x="33731" y="307251"/>
                  </a:lnTo>
                  <a:lnTo>
                    <a:pt x="16167" y="319049"/>
                  </a:lnTo>
                  <a:lnTo>
                    <a:pt x="4330" y="336562"/>
                  </a:lnTo>
                  <a:lnTo>
                    <a:pt x="0" y="358000"/>
                  </a:lnTo>
                  <a:lnTo>
                    <a:pt x="0" y="619607"/>
                  </a:lnTo>
                  <a:lnTo>
                    <a:pt x="4330" y="641045"/>
                  </a:lnTo>
                  <a:lnTo>
                    <a:pt x="16167" y="658558"/>
                  </a:lnTo>
                  <a:lnTo>
                    <a:pt x="33731" y="670356"/>
                  </a:lnTo>
                  <a:lnTo>
                    <a:pt x="55219" y="674687"/>
                  </a:lnTo>
                  <a:lnTo>
                    <a:pt x="76720" y="670356"/>
                  </a:lnTo>
                  <a:lnTo>
                    <a:pt x="94272" y="658558"/>
                  </a:lnTo>
                  <a:lnTo>
                    <a:pt x="106108" y="641045"/>
                  </a:lnTo>
                  <a:lnTo>
                    <a:pt x="110451" y="619607"/>
                  </a:lnTo>
                  <a:lnTo>
                    <a:pt x="110451" y="358000"/>
                  </a:lnTo>
                  <a:close/>
                </a:path>
                <a:path w="939165" h="675004">
                  <a:moveTo>
                    <a:pt x="759396" y="234073"/>
                  </a:moveTo>
                  <a:lnTo>
                    <a:pt x="754722" y="191998"/>
                  </a:lnTo>
                  <a:lnTo>
                    <a:pt x="741260" y="152400"/>
                  </a:lnTo>
                  <a:lnTo>
                    <a:pt x="719810" y="115938"/>
                  </a:lnTo>
                  <a:lnTo>
                    <a:pt x="691197" y="83261"/>
                  </a:lnTo>
                  <a:lnTo>
                    <a:pt x="656259" y="55054"/>
                  </a:lnTo>
                  <a:lnTo>
                    <a:pt x="615784" y="31953"/>
                  </a:lnTo>
                  <a:lnTo>
                    <a:pt x="570623" y="14643"/>
                  </a:lnTo>
                  <a:lnTo>
                    <a:pt x="521563" y="3771"/>
                  </a:lnTo>
                  <a:lnTo>
                    <a:pt x="469442" y="0"/>
                  </a:lnTo>
                  <a:lnTo>
                    <a:pt x="417322" y="3771"/>
                  </a:lnTo>
                  <a:lnTo>
                    <a:pt x="368274" y="14643"/>
                  </a:lnTo>
                  <a:lnTo>
                    <a:pt x="323100" y="31953"/>
                  </a:lnTo>
                  <a:lnTo>
                    <a:pt x="282625" y="55054"/>
                  </a:lnTo>
                  <a:lnTo>
                    <a:pt x="247688" y="83261"/>
                  </a:lnTo>
                  <a:lnTo>
                    <a:pt x="219075" y="115938"/>
                  </a:lnTo>
                  <a:lnTo>
                    <a:pt x="197624" y="152400"/>
                  </a:lnTo>
                  <a:lnTo>
                    <a:pt x="184162" y="191998"/>
                  </a:lnTo>
                  <a:lnTo>
                    <a:pt x="179489" y="234073"/>
                  </a:lnTo>
                  <a:lnTo>
                    <a:pt x="759396" y="234073"/>
                  </a:lnTo>
                  <a:close/>
                </a:path>
                <a:path w="939165" h="675004">
                  <a:moveTo>
                    <a:pt x="938885" y="358000"/>
                  </a:moveTo>
                  <a:lnTo>
                    <a:pt x="934554" y="336562"/>
                  </a:lnTo>
                  <a:lnTo>
                    <a:pt x="922718" y="319049"/>
                  </a:lnTo>
                  <a:lnTo>
                    <a:pt x="905154" y="307251"/>
                  </a:lnTo>
                  <a:lnTo>
                    <a:pt x="883666" y="302920"/>
                  </a:lnTo>
                  <a:lnTo>
                    <a:pt x="862164" y="307251"/>
                  </a:lnTo>
                  <a:lnTo>
                    <a:pt x="844613" y="319049"/>
                  </a:lnTo>
                  <a:lnTo>
                    <a:pt x="832777" y="336562"/>
                  </a:lnTo>
                  <a:lnTo>
                    <a:pt x="828433" y="358000"/>
                  </a:lnTo>
                  <a:lnTo>
                    <a:pt x="828433" y="619607"/>
                  </a:lnTo>
                  <a:lnTo>
                    <a:pt x="832777" y="641045"/>
                  </a:lnTo>
                  <a:lnTo>
                    <a:pt x="844613" y="658558"/>
                  </a:lnTo>
                  <a:lnTo>
                    <a:pt x="862164" y="670356"/>
                  </a:lnTo>
                  <a:lnTo>
                    <a:pt x="883666" y="674687"/>
                  </a:lnTo>
                  <a:lnTo>
                    <a:pt x="905154" y="670356"/>
                  </a:lnTo>
                  <a:lnTo>
                    <a:pt x="922718" y="658558"/>
                  </a:lnTo>
                  <a:lnTo>
                    <a:pt x="934554" y="641045"/>
                  </a:lnTo>
                  <a:lnTo>
                    <a:pt x="938885" y="619607"/>
                  </a:lnTo>
                  <a:lnTo>
                    <a:pt x="938885" y="358000"/>
                  </a:lnTo>
                  <a:close/>
                </a:path>
              </a:pathLst>
            </a:custGeom>
            <a:solidFill>
              <a:srgbClr val="A1D3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997228" y="5460110"/>
              <a:ext cx="290195" cy="55244"/>
            </a:xfrm>
            <a:custGeom>
              <a:avLst/>
              <a:gdLst/>
              <a:ahLst/>
              <a:cxnLst/>
              <a:rect l="l" t="t" r="r" b="b"/>
              <a:pathLst>
                <a:path w="290195" h="55245">
                  <a:moveTo>
                    <a:pt x="55219" y="23876"/>
                  </a:moveTo>
                  <a:lnTo>
                    <a:pt x="31267" y="0"/>
                  </a:lnTo>
                  <a:lnTo>
                    <a:pt x="23952" y="0"/>
                  </a:lnTo>
                  <a:lnTo>
                    <a:pt x="0" y="23876"/>
                  </a:lnTo>
                  <a:lnTo>
                    <a:pt x="0" y="31178"/>
                  </a:lnTo>
                  <a:lnTo>
                    <a:pt x="23952" y="55067"/>
                  </a:lnTo>
                  <a:lnTo>
                    <a:pt x="31267" y="55067"/>
                  </a:lnTo>
                  <a:lnTo>
                    <a:pt x="55219" y="31178"/>
                  </a:lnTo>
                  <a:lnTo>
                    <a:pt x="55219" y="27533"/>
                  </a:lnTo>
                  <a:lnTo>
                    <a:pt x="55219" y="23876"/>
                  </a:lnTo>
                  <a:close/>
                </a:path>
                <a:path w="290195" h="55245">
                  <a:moveTo>
                    <a:pt x="289953" y="23876"/>
                  </a:moveTo>
                  <a:lnTo>
                    <a:pt x="265988" y="0"/>
                  </a:lnTo>
                  <a:lnTo>
                    <a:pt x="258673" y="0"/>
                  </a:lnTo>
                  <a:lnTo>
                    <a:pt x="234721" y="23876"/>
                  </a:lnTo>
                  <a:lnTo>
                    <a:pt x="234721" y="31178"/>
                  </a:lnTo>
                  <a:lnTo>
                    <a:pt x="258673" y="55067"/>
                  </a:lnTo>
                  <a:lnTo>
                    <a:pt x="265988" y="55067"/>
                  </a:lnTo>
                  <a:lnTo>
                    <a:pt x="289953" y="31178"/>
                  </a:lnTo>
                  <a:lnTo>
                    <a:pt x="289953" y="27533"/>
                  </a:lnTo>
                  <a:lnTo>
                    <a:pt x="289953" y="23876"/>
                  </a:lnTo>
                  <a:close/>
                </a:path>
              </a:pathLst>
            </a:custGeom>
            <a:solidFill>
              <a:srgbClr val="44444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53298" y="5281505"/>
              <a:ext cx="102529" cy="108741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28596" y="5281480"/>
              <a:ext cx="102529" cy="108767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7658938" y="5632220"/>
              <a:ext cx="787400" cy="523240"/>
            </a:xfrm>
            <a:custGeom>
              <a:avLst/>
              <a:gdLst/>
              <a:ahLst/>
              <a:cxnLst/>
              <a:rect l="l" t="t" r="r" b="b"/>
              <a:pathLst>
                <a:path w="787400" h="523239">
                  <a:moveTo>
                    <a:pt x="138074" y="68846"/>
                  </a:moveTo>
                  <a:lnTo>
                    <a:pt x="132651" y="42075"/>
                  </a:lnTo>
                  <a:lnTo>
                    <a:pt x="122809" y="27533"/>
                  </a:lnTo>
                  <a:lnTo>
                    <a:pt x="117830" y="20180"/>
                  </a:lnTo>
                  <a:lnTo>
                    <a:pt x="110464" y="15227"/>
                  </a:lnTo>
                  <a:lnTo>
                    <a:pt x="110464" y="68846"/>
                  </a:lnTo>
                  <a:lnTo>
                    <a:pt x="110464" y="330454"/>
                  </a:lnTo>
                  <a:lnTo>
                    <a:pt x="107200" y="346519"/>
                  </a:lnTo>
                  <a:lnTo>
                    <a:pt x="98323" y="359651"/>
                  </a:lnTo>
                  <a:lnTo>
                    <a:pt x="85153" y="368515"/>
                  </a:lnTo>
                  <a:lnTo>
                    <a:pt x="69037" y="371767"/>
                  </a:lnTo>
                  <a:lnTo>
                    <a:pt x="52933" y="368515"/>
                  </a:lnTo>
                  <a:lnTo>
                    <a:pt x="39763" y="359651"/>
                  </a:lnTo>
                  <a:lnTo>
                    <a:pt x="30886" y="346519"/>
                  </a:lnTo>
                  <a:lnTo>
                    <a:pt x="27622" y="330454"/>
                  </a:lnTo>
                  <a:lnTo>
                    <a:pt x="27622" y="68846"/>
                  </a:lnTo>
                  <a:lnTo>
                    <a:pt x="30886" y="52781"/>
                  </a:lnTo>
                  <a:lnTo>
                    <a:pt x="39763" y="39649"/>
                  </a:lnTo>
                  <a:lnTo>
                    <a:pt x="52933" y="30784"/>
                  </a:lnTo>
                  <a:lnTo>
                    <a:pt x="69037" y="27533"/>
                  </a:lnTo>
                  <a:lnTo>
                    <a:pt x="85153" y="30784"/>
                  </a:lnTo>
                  <a:lnTo>
                    <a:pt x="98323" y="39649"/>
                  </a:lnTo>
                  <a:lnTo>
                    <a:pt x="107200" y="52781"/>
                  </a:lnTo>
                  <a:lnTo>
                    <a:pt x="110464" y="68846"/>
                  </a:lnTo>
                  <a:lnTo>
                    <a:pt x="110464" y="15227"/>
                  </a:lnTo>
                  <a:lnTo>
                    <a:pt x="95885" y="5422"/>
                  </a:lnTo>
                  <a:lnTo>
                    <a:pt x="69037" y="0"/>
                  </a:lnTo>
                  <a:lnTo>
                    <a:pt x="42202" y="5422"/>
                  </a:lnTo>
                  <a:lnTo>
                    <a:pt x="20243" y="20180"/>
                  </a:lnTo>
                  <a:lnTo>
                    <a:pt x="5435" y="42075"/>
                  </a:lnTo>
                  <a:lnTo>
                    <a:pt x="0" y="68846"/>
                  </a:lnTo>
                  <a:lnTo>
                    <a:pt x="0" y="330454"/>
                  </a:lnTo>
                  <a:lnTo>
                    <a:pt x="5435" y="357225"/>
                  </a:lnTo>
                  <a:lnTo>
                    <a:pt x="20243" y="379120"/>
                  </a:lnTo>
                  <a:lnTo>
                    <a:pt x="42202" y="393890"/>
                  </a:lnTo>
                  <a:lnTo>
                    <a:pt x="69037" y="399300"/>
                  </a:lnTo>
                  <a:lnTo>
                    <a:pt x="95885" y="393890"/>
                  </a:lnTo>
                  <a:lnTo>
                    <a:pt x="117830" y="379120"/>
                  </a:lnTo>
                  <a:lnTo>
                    <a:pt x="122809" y="371767"/>
                  </a:lnTo>
                  <a:lnTo>
                    <a:pt x="132651" y="357225"/>
                  </a:lnTo>
                  <a:lnTo>
                    <a:pt x="138074" y="330454"/>
                  </a:lnTo>
                  <a:lnTo>
                    <a:pt x="138074" y="68846"/>
                  </a:lnTo>
                  <a:close/>
                </a:path>
                <a:path w="787400" h="523239">
                  <a:moveTo>
                    <a:pt x="579907" y="443699"/>
                  </a:moveTo>
                  <a:lnTo>
                    <a:pt x="576821" y="440613"/>
                  </a:lnTo>
                  <a:lnTo>
                    <a:pt x="324472" y="440613"/>
                  </a:lnTo>
                  <a:lnTo>
                    <a:pt x="300316" y="435737"/>
                  </a:lnTo>
                  <a:lnTo>
                    <a:pt x="280568" y="422440"/>
                  </a:lnTo>
                  <a:lnTo>
                    <a:pt x="267233" y="402742"/>
                  </a:lnTo>
                  <a:lnTo>
                    <a:pt x="262343" y="378650"/>
                  </a:lnTo>
                  <a:lnTo>
                    <a:pt x="262343" y="71932"/>
                  </a:lnTo>
                  <a:lnTo>
                    <a:pt x="259257" y="68846"/>
                  </a:lnTo>
                  <a:lnTo>
                    <a:pt x="251625" y="68846"/>
                  </a:lnTo>
                  <a:lnTo>
                    <a:pt x="248539" y="71932"/>
                  </a:lnTo>
                  <a:lnTo>
                    <a:pt x="248539" y="378650"/>
                  </a:lnTo>
                  <a:lnTo>
                    <a:pt x="254520" y="408089"/>
                  </a:lnTo>
                  <a:lnTo>
                    <a:pt x="270802" y="432168"/>
                  </a:lnTo>
                  <a:lnTo>
                    <a:pt x="294944" y="448411"/>
                  </a:lnTo>
                  <a:lnTo>
                    <a:pt x="324472" y="454380"/>
                  </a:lnTo>
                  <a:lnTo>
                    <a:pt x="573011" y="454380"/>
                  </a:lnTo>
                  <a:lnTo>
                    <a:pt x="576821" y="454380"/>
                  </a:lnTo>
                  <a:lnTo>
                    <a:pt x="579907" y="451294"/>
                  </a:lnTo>
                  <a:lnTo>
                    <a:pt x="579907" y="443699"/>
                  </a:lnTo>
                  <a:close/>
                </a:path>
                <a:path w="787400" h="523239">
                  <a:moveTo>
                    <a:pt x="676567" y="443699"/>
                  </a:moveTo>
                  <a:lnTo>
                    <a:pt x="673468" y="440613"/>
                  </a:lnTo>
                  <a:lnTo>
                    <a:pt x="596811" y="440613"/>
                  </a:lnTo>
                  <a:lnTo>
                    <a:pt x="593725" y="443699"/>
                  </a:lnTo>
                  <a:lnTo>
                    <a:pt x="593725" y="451294"/>
                  </a:lnTo>
                  <a:lnTo>
                    <a:pt x="596811" y="454380"/>
                  </a:lnTo>
                  <a:lnTo>
                    <a:pt x="669658" y="454380"/>
                  </a:lnTo>
                  <a:lnTo>
                    <a:pt x="673468" y="454380"/>
                  </a:lnTo>
                  <a:lnTo>
                    <a:pt x="676567" y="451294"/>
                  </a:lnTo>
                  <a:lnTo>
                    <a:pt x="676567" y="443699"/>
                  </a:lnTo>
                  <a:close/>
                </a:path>
                <a:path w="787400" h="523239">
                  <a:moveTo>
                    <a:pt x="717981" y="443699"/>
                  </a:moveTo>
                  <a:lnTo>
                    <a:pt x="714895" y="440613"/>
                  </a:lnTo>
                  <a:lnTo>
                    <a:pt x="693458" y="440613"/>
                  </a:lnTo>
                  <a:lnTo>
                    <a:pt x="690372" y="443699"/>
                  </a:lnTo>
                  <a:lnTo>
                    <a:pt x="690372" y="451294"/>
                  </a:lnTo>
                  <a:lnTo>
                    <a:pt x="693458" y="454380"/>
                  </a:lnTo>
                  <a:lnTo>
                    <a:pt x="711085" y="454380"/>
                  </a:lnTo>
                  <a:lnTo>
                    <a:pt x="714895" y="454380"/>
                  </a:lnTo>
                  <a:lnTo>
                    <a:pt x="717981" y="451294"/>
                  </a:lnTo>
                  <a:lnTo>
                    <a:pt x="717981" y="443699"/>
                  </a:lnTo>
                  <a:close/>
                </a:path>
                <a:path w="787400" h="523239">
                  <a:moveTo>
                    <a:pt x="787019" y="6146"/>
                  </a:moveTo>
                  <a:lnTo>
                    <a:pt x="780846" y="0"/>
                  </a:lnTo>
                  <a:lnTo>
                    <a:pt x="759409" y="0"/>
                  </a:lnTo>
                  <a:lnTo>
                    <a:pt x="759409" y="27533"/>
                  </a:lnTo>
                  <a:lnTo>
                    <a:pt x="759409" y="440613"/>
                  </a:lnTo>
                  <a:lnTo>
                    <a:pt x="755065" y="462026"/>
                  </a:lnTo>
                  <a:lnTo>
                    <a:pt x="743216" y="479539"/>
                  </a:lnTo>
                  <a:lnTo>
                    <a:pt x="725652" y="491350"/>
                  </a:lnTo>
                  <a:lnTo>
                    <a:pt x="704176" y="495681"/>
                  </a:lnTo>
                  <a:lnTo>
                    <a:pt x="262343" y="495681"/>
                  </a:lnTo>
                  <a:lnTo>
                    <a:pt x="240868" y="491350"/>
                  </a:lnTo>
                  <a:lnTo>
                    <a:pt x="223304" y="479539"/>
                  </a:lnTo>
                  <a:lnTo>
                    <a:pt x="211467" y="462026"/>
                  </a:lnTo>
                  <a:lnTo>
                    <a:pt x="207111" y="440613"/>
                  </a:lnTo>
                  <a:lnTo>
                    <a:pt x="207111" y="27533"/>
                  </a:lnTo>
                  <a:lnTo>
                    <a:pt x="759409" y="27533"/>
                  </a:lnTo>
                  <a:lnTo>
                    <a:pt x="759409" y="0"/>
                  </a:lnTo>
                  <a:lnTo>
                    <a:pt x="185674" y="0"/>
                  </a:lnTo>
                  <a:lnTo>
                    <a:pt x="179501" y="6146"/>
                  </a:lnTo>
                  <a:lnTo>
                    <a:pt x="179501" y="440613"/>
                  </a:lnTo>
                  <a:lnTo>
                    <a:pt x="186016" y="472744"/>
                  </a:lnTo>
                  <a:lnTo>
                    <a:pt x="203784" y="499008"/>
                  </a:lnTo>
                  <a:lnTo>
                    <a:pt x="230124" y="516724"/>
                  </a:lnTo>
                  <a:lnTo>
                    <a:pt x="262343" y="523227"/>
                  </a:lnTo>
                  <a:lnTo>
                    <a:pt x="704176" y="523227"/>
                  </a:lnTo>
                  <a:lnTo>
                    <a:pt x="736396" y="516724"/>
                  </a:lnTo>
                  <a:lnTo>
                    <a:pt x="762736" y="499008"/>
                  </a:lnTo>
                  <a:lnTo>
                    <a:pt x="764971" y="495681"/>
                  </a:lnTo>
                  <a:lnTo>
                    <a:pt x="780503" y="472744"/>
                  </a:lnTo>
                  <a:lnTo>
                    <a:pt x="787019" y="440613"/>
                  </a:lnTo>
                  <a:lnTo>
                    <a:pt x="787019" y="27533"/>
                  </a:lnTo>
                  <a:lnTo>
                    <a:pt x="787019" y="6146"/>
                  </a:lnTo>
                  <a:close/>
                </a:path>
              </a:pathLst>
            </a:custGeom>
            <a:solidFill>
              <a:srgbClr val="1F20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97434" y="6127901"/>
              <a:ext cx="138072" cy="220306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48903" y="6127901"/>
              <a:ext cx="138072" cy="220306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7838440" y="5329300"/>
              <a:ext cx="787400" cy="702310"/>
            </a:xfrm>
            <a:custGeom>
              <a:avLst/>
              <a:gdLst/>
              <a:ahLst/>
              <a:cxnLst/>
              <a:rect l="l" t="t" r="r" b="b"/>
              <a:pathLst>
                <a:path w="787400" h="702310">
                  <a:moveTo>
                    <a:pt x="607517" y="247840"/>
                  </a:moveTo>
                  <a:lnTo>
                    <a:pt x="606005" y="234073"/>
                  </a:lnTo>
                  <a:lnTo>
                    <a:pt x="602615" y="203352"/>
                  </a:lnTo>
                  <a:lnTo>
                    <a:pt x="588479" y="161455"/>
                  </a:lnTo>
                  <a:lnTo>
                    <a:pt x="579361" y="145808"/>
                  </a:lnTo>
                  <a:lnTo>
                    <a:pt x="579361" y="234073"/>
                  </a:lnTo>
                  <a:lnTo>
                    <a:pt x="28155" y="234073"/>
                  </a:lnTo>
                  <a:lnTo>
                    <a:pt x="36550" y="192151"/>
                  </a:lnTo>
                  <a:lnTo>
                    <a:pt x="54394" y="153250"/>
                  </a:lnTo>
                  <a:lnTo>
                    <a:pt x="80670" y="118148"/>
                  </a:lnTo>
                  <a:lnTo>
                    <a:pt x="114388" y="87642"/>
                  </a:lnTo>
                  <a:lnTo>
                    <a:pt x="154546" y="62547"/>
                  </a:lnTo>
                  <a:lnTo>
                    <a:pt x="200164" y="43624"/>
                  </a:lnTo>
                  <a:lnTo>
                    <a:pt x="250228" y="31686"/>
                  </a:lnTo>
                  <a:lnTo>
                    <a:pt x="303758" y="27533"/>
                  </a:lnTo>
                  <a:lnTo>
                    <a:pt x="357289" y="31686"/>
                  </a:lnTo>
                  <a:lnTo>
                    <a:pt x="407352" y="43624"/>
                  </a:lnTo>
                  <a:lnTo>
                    <a:pt x="452970" y="62547"/>
                  </a:lnTo>
                  <a:lnTo>
                    <a:pt x="493128" y="87642"/>
                  </a:lnTo>
                  <a:lnTo>
                    <a:pt x="526846" y="118148"/>
                  </a:lnTo>
                  <a:lnTo>
                    <a:pt x="553123" y="153250"/>
                  </a:lnTo>
                  <a:lnTo>
                    <a:pt x="570966" y="192151"/>
                  </a:lnTo>
                  <a:lnTo>
                    <a:pt x="579361" y="234073"/>
                  </a:lnTo>
                  <a:lnTo>
                    <a:pt x="579361" y="145808"/>
                  </a:lnTo>
                  <a:lnTo>
                    <a:pt x="535990" y="88252"/>
                  </a:lnTo>
                  <a:lnTo>
                    <a:pt x="499364" y="58356"/>
                  </a:lnTo>
                  <a:lnTo>
                    <a:pt x="456958" y="33883"/>
                  </a:lnTo>
                  <a:lnTo>
                    <a:pt x="409638" y="15532"/>
                  </a:lnTo>
                  <a:lnTo>
                    <a:pt x="358292" y="4000"/>
                  </a:lnTo>
                  <a:lnTo>
                    <a:pt x="303758" y="0"/>
                  </a:lnTo>
                  <a:lnTo>
                    <a:pt x="249224" y="4000"/>
                  </a:lnTo>
                  <a:lnTo>
                    <a:pt x="197878" y="15532"/>
                  </a:lnTo>
                  <a:lnTo>
                    <a:pt x="150558" y="33883"/>
                  </a:lnTo>
                  <a:lnTo>
                    <a:pt x="108165" y="58356"/>
                  </a:lnTo>
                  <a:lnTo>
                    <a:pt x="71526" y="88252"/>
                  </a:lnTo>
                  <a:lnTo>
                    <a:pt x="41529" y="122847"/>
                  </a:lnTo>
                  <a:lnTo>
                    <a:pt x="19037" y="161455"/>
                  </a:lnTo>
                  <a:lnTo>
                    <a:pt x="4902" y="203352"/>
                  </a:lnTo>
                  <a:lnTo>
                    <a:pt x="0" y="247840"/>
                  </a:lnTo>
                  <a:lnTo>
                    <a:pt x="0" y="255460"/>
                  </a:lnTo>
                  <a:lnTo>
                    <a:pt x="6172" y="261607"/>
                  </a:lnTo>
                  <a:lnTo>
                    <a:pt x="601345" y="261607"/>
                  </a:lnTo>
                  <a:lnTo>
                    <a:pt x="607517" y="255460"/>
                  </a:lnTo>
                  <a:lnTo>
                    <a:pt x="607517" y="247840"/>
                  </a:lnTo>
                  <a:close/>
                </a:path>
                <a:path w="787400" h="702310">
                  <a:moveTo>
                    <a:pt x="787019" y="371767"/>
                  </a:moveTo>
                  <a:lnTo>
                    <a:pt x="781583" y="344995"/>
                  </a:lnTo>
                  <a:lnTo>
                    <a:pt x="771740" y="330454"/>
                  </a:lnTo>
                  <a:lnTo>
                    <a:pt x="766775" y="323100"/>
                  </a:lnTo>
                  <a:lnTo>
                    <a:pt x="759396" y="318147"/>
                  </a:lnTo>
                  <a:lnTo>
                    <a:pt x="759396" y="371767"/>
                  </a:lnTo>
                  <a:lnTo>
                    <a:pt x="759396" y="633374"/>
                  </a:lnTo>
                  <a:lnTo>
                    <a:pt x="756132" y="649439"/>
                  </a:lnTo>
                  <a:lnTo>
                    <a:pt x="747255" y="662571"/>
                  </a:lnTo>
                  <a:lnTo>
                    <a:pt x="734085" y="671436"/>
                  </a:lnTo>
                  <a:lnTo>
                    <a:pt x="717981" y="674687"/>
                  </a:lnTo>
                  <a:lnTo>
                    <a:pt x="701865" y="671436"/>
                  </a:lnTo>
                  <a:lnTo>
                    <a:pt x="688708" y="662571"/>
                  </a:lnTo>
                  <a:lnTo>
                    <a:pt x="679818" y="649439"/>
                  </a:lnTo>
                  <a:lnTo>
                    <a:pt x="676554" y="633374"/>
                  </a:lnTo>
                  <a:lnTo>
                    <a:pt x="676554" y="371767"/>
                  </a:lnTo>
                  <a:lnTo>
                    <a:pt x="679818" y="355701"/>
                  </a:lnTo>
                  <a:lnTo>
                    <a:pt x="688708" y="342569"/>
                  </a:lnTo>
                  <a:lnTo>
                    <a:pt x="701865" y="333705"/>
                  </a:lnTo>
                  <a:lnTo>
                    <a:pt x="717981" y="330454"/>
                  </a:lnTo>
                  <a:lnTo>
                    <a:pt x="734085" y="333705"/>
                  </a:lnTo>
                  <a:lnTo>
                    <a:pt x="747255" y="342569"/>
                  </a:lnTo>
                  <a:lnTo>
                    <a:pt x="756132" y="355701"/>
                  </a:lnTo>
                  <a:lnTo>
                    <a:pt x="759396" y="371767"/>
                  </a:lnTo>
                  <a:lnTo>
                    <a:pt x="759396" y="318147"/>
                  </a:lnTo>
                  <a:lnTo>
                    <a:pt x="744829" y="308343"/>
                  </a:lnTo>
                  <a:lnTo>
                    <a:pt x="717981" y="302920"/>
                  </a:lnTo>
                  <a:lnTo>
                    <a:pt x="691134" y="308343"/>
                  </a:lnTo>
                  <a:lnTo>
                    <a:pt x="669188" y="323100"/>
                  </a:lnTo>
                  <a:lnTo>
                    <a:pt x="654380" y="344995"/>
                  </a:lnTo>
                  <a:lnTo>
                    <a:pt x="648944" y="371767"/>
                  </a:lnTo>
                  <a:lnTo>
                    <a:pt x="648944" y="633374"/>
                  </a:lnTo>
                  <a:lnTo>
                    <a:pt x="654380" y="660146"/>
                  </a:lnTo>
                  <a:lnTo>
                    <a:pt x="669188" y="682040"/>
                  </a:lnTo>
                  <a:lnTo>
                    <a:pt x="691134" y="696810"/>
                  </a:lnTo>
                  <a:lnTo>
                    <a:pt x="717981" y="702221"/>
                  </a:lnTo>
                  <a:lnTo>
                    <a:pt x="744829" y="696810"/>
                  </a:lnTo>
                  <a:lnTo>
                    <a:pt x="766775" y="682040"/>
                  </a:lnTo>
                  <a:lnTo>
                    <a:pt x="771740" y="674687"/>
                  </a:lnTo>
                  <a:lnTo>
                    <a:pt x="781583" y="660146"/>
                  </a:lnTo>
                  <a:lnTo>
                    <a:pt x="787019" y="633374"/>
                  </a:lnTo>
                  <a:lnTo>
                    <a:pt x="787019" y="371767"/>
                  </a:lnTo>
                  <a:close/>
                </a:path>
              </a:pathLst>
            </a:custGeom>
            <a:solidFill>
              <a:srgbClr val="1F20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90325" y="5453214"/>
              <a:ext cx="69036" cy="68845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225049" y="5453214"/>
              <a:ext cx="69036" cy="68845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921764" y="5274684"/>
              <a:ext cx="119757" cy="125009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242874" y="5274699"/>
              <a:ext cx="119757" cy="12499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80502" y="979700"/>
            <a:ext cx="2280285" cy="448309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 spc="-305" b="1">
                <a:solidFill>
                  <a:srgbClr val="0A8F83"/>
                </a:solidFill>
                <a:latin typeface="Verdana"/>
                <a:cs typeface="Verdana"/>
              </a:rPr>
              <a:t>Comunication</a:t>
            </a:r>
            <a:endParaRPr sz="275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780502" y="1625581"/>
            <a:ext cx="8355330" cy="3383915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dirty="0" sz="1700">
                <a:solidFill>
                  <a:srgbClr val="17252F"/>
                </a:solidFill>
                <a:latin typeface="Tahoma"/>
                <a:cs typeface="Tahoma"/>
              </a:rPr>
              <a:t>Tercer</a:t>
            </a:r>
            <a:r>
              <a:rPr dirty="0" sz="1700" spc="-3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17252F"/>
                </a:solidFill>
                <a:latin typeface="Tahoma"/>
                <a:cs typeface="Tahoma"/>
              </a:rPr>
              <a:t>capa:</a:t>
            </a:r>
            <a:endParaRPr sz="1700">
              <a:latin typeface="Tahoma"/>
              <a:cs typeface="Tahoma"/>
            </a:endParaRPr>
          </a:p>
          <a:p>
            <a:pPr marL="386715">
              <a:lnSpc>
                <a:spcPct val="100000"/>
              </a:lnSpc>
              <a:spcBef>
                <a:spcPts val="900"/>
              </a:spcBef>
            </a:pPr>
            <a:r>
              <a:rPr dirty="0" sz="1700" spc="55">
                <a:solidFill>
                  <a:srgbClr val="17252F"/>
                </a:solidFill>
                <a:latin typeface="Tahoma"/>
                <a:cs typeface="Tahoma"/>
              </a:rPr>
              <a:t>como</a:t>
            </a:r>
            <a:r>
              <a:rPr dirty="0" sz="1700" spc="1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7252F"/>
                </a:solidFill>
                <a:latin typeface="Tahoma"/>
                <a:cs typeface="Tahoma"/>
              </a:rPr>
              <a:t>los</a:t>
            </a:r>
            <a:r>
              <a:rPr dirty="0" sz="1700" spc="1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7252F"/>
                </a:solidFill>
                <a:latin typeface="Tahoma"/>
                <a:cs typeface="Tahoma"/>
              </a:rPr>
              <a:t>dispositivos</a:t>
            </a:r>
            <a:r>
              <a:rPr dirty="0" sz="1700" spc="2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7252F"/>
                </a:solidFill>
                <a:latin typeface="Tahoma"/>
                <a:cs typeface="Tahoma"/>
              </a:rPr>
              <a:t>se</a:t>
            </a:r>
            <a:r>
              <a:rPr dirty="0" sz="1700" spc="1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7252F"/>
                </a:solidFill>
                <a:latin typeface="Tahoma"/>
                <a:cs typeface="Tahoma"/>
              </a:rPr>
              <a:t>conectan</a:t>
            </a:r>
            <a:r>
              <a:rPr dirty="0" sz="1700" spc="2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7252F"/>
                </a:solidFill>
                <a:latin typeface="Tahoma"/>
                <a:cs typeface="Tahoma"/>
              </a:rPr>
              <a:t>a</a:t>
            </a:r>
            <a:r>
              <a:rPr dirty="0" sz="1700" spc="1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7252F"/>
                </a:solidFill>
                <a:latin typeface="Tahoma"/>
                <a:cs typeface="Tahoma"/>
              </a:rPr>
              <a:t>Internet</a:t>
            </a:r>
            <a:r>
              <a:rPr dirty="0" sz="1700" spc="2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 spc="-40">
                <a:solidFill>
                  <a:srgbClr val="17252F"/>
                </a:solidFill>
                <a:latin typeface="Tahoma"/>
                <a:cs typeface="Tahoma"/>
              </a:rPr>
              <a:t>y</a:t>
            </a:r>
            <a:r>
              <a:rPr dirty="0" sz="1700" spc="1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7252F"/>
                </a:solidFill>
                <a:latin typeface="Tahoma"/>
                <a:cs typeface="Tahoma"/>
              </a:rPr>
              <a:t>transfieren</a:t>
            </a:r>
            <a:r>
              <a:rPr dirty="0" sz="1700" spc="1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17252F"/>
                </a:solidFill>
                <a:latin typeface="Tahoma"/>
                <a:cs typeface="Tahoma"/>
              </a:rPr>
              <a:t>datos.</a:t>
            </a:r>
            <a:endParaRPr sz="1700">
              <a:latin typeface="Tahoma"/>
              <a:cs typeface="Tahoma"/>
            </a:endParaRPr>
          </a:p>
          <a:p>
            <a:pPr marL="386715" marR="714375">
              <a:lnSpc>
                <a:spcPct val="144000"/>
              </a:lnSpc>
            </a:pPr>
            <a:r>
              <a:rPr dirty="0" sz="1700">
                <a:solidFill>
                  <a:srgbClr val="17252F"/>
                </a:solidFill>
                <a:latin typeface="Tahoma"/>
                <a:cs typeface="Tahoma"/>
              </a:rPr>
              <a:t>Hay</a:t>
            </a:r>
            <a:r>
              <a:rPr dirty="0" sz="1700" spc="-1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 spc="10">
                <a:solidFill>
                  <a:srgbClr val="17252F"/>
                </a:solidFill>
                <a:latin typeface="Tahoma"/>
                <a:cs typeface="Tahoma"/>
              </a:rPr>
              <a:t>una</a:t>
            </a:r>
            <a:r>
              <a:rPr dirty="0" sz="1700" spc="-1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 spc="10">
                <a:solidFill>
                  <a:srgbClr val="17252F"/>
                </a:solidFill>
                <a:latin typeface="Tahoma"/>
                <a:cs typeface="Tahoma"/>
              </a:rPr>
              <a:t>variedad</a:t>
            </a:r>
            <a:r>
              <a:rPr dirty="0" sz="1700" spc="-1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 spc="50">
                <a:solidFill>
                  <a:srgbClr val="17252F"/>
                </a:solidFill>
                <a:latin typeface="Tahoma"/>
                <a:cs typeface="Tahoma"/>
              </a:rPr>
              <a:t>de</a:t>
            </a:r>
            <a:r>
              <a:rPr dirty="0" sz="1700" spc="-1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 spc="10">
                <a:solidFill>
                  <a:srgbClr val="17252F"/>
                </a:solidFill>
                <a:latin typeface="Tahoma"/>
                <a:cs typeface="Tahoma"/>
              </a:rPr>
              <a:t>tecnologías</a:t>
            </a:r>
            <a:r>
              <a:rPr dirty="0" sz="1700" spc="-1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 spc="10">
                <a:solidFill>
                  <a:srgbClr val="17252F"/>
                </a:solidFill>
                <a:latin typeface="Tahoma"/>
                <a:cs typeface="Tahoma"/>
              </a:rPr>
              <a:t>diferentes</a:t>
            </a:r>
            <a:r>
              <a:rPr dirty="0" sz="1700" spc="-1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 spc="10">
                <a:solidFill>
                  <a:srgbClr val="17252F"/>
                </a:solidFill>
                <a:latin typeface="Tahoma"/>
                <a:cs typeface="Tahoma"/>
              </a:rPr>
              <a:t>que</a:t>
            </a:r>
            <a:r>
              <a:rPr dirty="0" sz="1700" spc="-1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 spc="10">
                <a:solidFill>
                  <a:srgbClr val="17252F"/>
                </a:solidFill>
                <a:latin typeface="Tahoma"/>
                <a:cs typeface="Tahoma"/>
              </a:rPr>
              <a:t>se</a:t>
            </a:r>
            <a:r>
              <a:rPr dirty="0" sz="1700" spc="-1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 spc="10">
                <a:solidFill>
                  <a:srgbClr val="17252F"/>
                </a:solidFill>
                <a:latin typeface="Tahoma"/>
                <a:cs typeface="Tahoma"/>
              </a:rPr>
              <a:t>pueden</a:t>
            </a:r>
            <a:r>
              <a:rPr dirty="0" sz="1700" spc="-1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 spc="10">
                <a:solidFill>
                  <a:srgbClr val="17252F"/>
                </a:solidFill>
                <a:latin typeface="Tahoma"/>
                <a:cs typeface="Tahoma"/>
              </a:rPr>
              <a:t>utilizar</a:t>
            </a:r>
            <a:r>
              <a:rPr dirty="0" sz="1700" spc="-1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 spc="10">
                <a:solidFill>
                  <a:srgbClr val="17252F"/>
                </a:solidFill>
                <a:latin typeface="Tahoma"/>
                <a:cs typeface="Tahoma"/>
              </a:rPr>
              <a:t>para</a:t>
            </a:r>
            <a:r>
              <a:rPr dirty="0" sz="1700" spc="-1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17252F"/>
                </a:solidFill>
                <a:latin typeface="Tahoma"/>
                <a:cs typeface="Tahoma"/>
              </a:rPr>
              <a:t>las </a:t>
            </a:r>
            <a:r>
              <a:rPr dirty="0" sz="1700">
                <a:solidFill>
                  <a:srgbClr val="17252F"/>
                </a:solidFill>
                <a:latin typeface="Tahoma"/>
                <a:cs typeface="Tahoma"/>
              </a:rPr>
              <a:t>comunicaciones</a:t>
            </a:r>
            <a:r>
              <a:rPr dirty="0" sz="1700" spc="22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17252F"/>
                </a:solidFill>
                <a:latin typeface="Tahoma"/>
                <a:cs typeface="Tahoma"/>
              </a:rPr>
              <a:t>IoT:</a:t>
            </a:r>
            <a:endParaRPr sz="1700">
              <a:latin typeface="Tahoma"/>
              <a:cs typeface="Tahoma"/>
            </a:endParaRPr>
          </a:p>
          <a:p>
            <a:pPr marL="761365" marR="6276340">
              <a:lnSpc>
                <a:spcPct val="144000"/>
              </a:lnSpc>
            </a:pPr>
            <a:r>
              <a:rPr dirty="0" sz="1700">
                <a:solidFill>
                  <a:srgbClr val="17252F"/>
                </a:solidFill>
                <a:latin typeface="Tahoma"/>
                <a:cs typeface="Tahoma"/>
              </a:rPr>
              <a:t>Red </a:t>
            </a:r>
            <a:r>
              <a:rPr dirty="0" sz="1700" spc="-10">
                <a:solidFill>
                  <a:srgbClr val="17252F"/>
                </a:solidFill>
                <a:latin typeface="Tahoma"/>
                <a:cs typeface="Tahoma"/>
              </a:rPr>
              <a:t>cableada </a:t>
            </a:r>
            <a:r>
              <a:rPr dirty="0" sz="1700" spc="-20">
                <a:solidFill>
                  <a:srgbClr val="17252F"/>
                </a:solidFill>
                <a:latin typeface="Tahoma"/>
                <a:cs typeface="Tahoma"/>
              </a:rPr>
              <a:t>Wifi </a:t>
            </a:r>
            <a:r>
              <a:rPr dirty="0" sz="1700" spc="55">
                <a:solidFill>
                  <a:srgbClr val="17252F"/>
                </a:solidFill>
                <a:latin typeface="Tahoma"/>
                <a:cs typeface="Tahoma"/>
              </a:rPr>
              <a:t>Bluetooth</a:t>
            </a:r>
            <a:endParaRPr sz="1700">
              <a:latin typeface="Tahoma"/>
              <a:cs typeface="Tahoma"/>
            </a:endParaRPr>
          </a:p>
          <a:p>
            <a:pPr marL="386715" marR="5080">
              <a:lnSpc>
                <a:spcPct val="144000"/>
              </a:lnSpc>
            </a:pPr>
            <a:r>
              <a:rPr dirty="0" sz="1700">
                <a:solidFill>
                  <a:srgbClr val="17252F"/>
                </a:solidFill>
                <a:latin typeface="Tahoma"/>
                <a:cs typeface="Tahoma"/>
              </a:rPr>
              <a:t>Los</a:t>
            </a:r>
            <a:r>
              <a:rPr dirty="0" sz="1700" spc="2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 spc="50">
                <a:solidFill>
                  <a:srgbClr val="17252F"/>
                </a:solidFill>
                <a:latin typeface="Tahoma"/>
                <a:cs typeface="Tahoma"/>
              </a:rPr>
              <a:t>protocolos</a:t>
            </a:r>
            <a:r>
              <a:rPr dirty="0" sz="1700" spc="2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7252F"/>
                </a:solidFill>
                <a:latin typeface="Tahoma"/>
                <a:cs typeface="Tahoma"/>
              </a:rPr>
              <a:t>son</a:t>
            </a:r>
            <a:r>
              <a:rPr dirty="0" sz="1700" spc="3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7252F"/>
                </a:solidFill>
                <a:latin typeface="Tahoma"/>
                <a:cs typeface="Tahoma"/>
              </a:rPr>
              <a:t>reglas</a:t>
            </a:r>
            <a:r>
              <a:rPr dirty="0" sz="1700" spc="2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7252F"/>
                </a:solidFill>
                <a:latin typeface="Tahoma"/>
                <a:cs typeface="Tahoma"/>
              </a:rPr>
              <a:t>sobre</a:t>
            </a:r>
            <a:r>
              <a:rPr dirty="0" sz="1700" spc="3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 spc="55">
                <a:solidFill>
                  <a:srgbClr val="17252F"/>
                </a:solidFill>
                <a:latin typeface="Tahoma"/>
                <a:cs typeface="Tahoma"/>
              </a:rPr>
              <a:t>cómo</a:t>
            </a:r>
            <a:r>
              <a:rPr dirty="0" sz="1700" spc="2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7252F"/>
                </a:solidFill>
                <a:latin typeface="Tahoma"/>
                <a:cs typeface="Tahoma"/>
              </a:rPr>
              <a:t>deben</a:t>
            </a:r>
            <a:r>
              <a:rPr dirty="0" sz="1700" spc="3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7252F"/>
                </a:solidFill>
                <a:latin typeface="Tahoma"/>
                <a:cs typeface="Tahoma"/>
              </a:rPr>
              <a:t>formatearse</a:t>
            </a:r>
            <a:r>
              <a:rPr dirty="0" sz="1700" spc="2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 spc="-40">
                <a:solidFill>
                  <a:srgbClr val="17252F"/>
                </a:solidFill>
                <a:latin typeface="Tahoma"/>
                <a:cs typeface="Tahoma"/>
              </a:rPr>
              <a:t>y</a:t>
            </a:r>
            <a:r>
              <a:rPr dirty="0" sz="1700" spc="3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7252F"/>
                </a:solidFill>
                <a:latin typeface="Tahoma"/>
                <a:cs typeface="Tahoma"/>
              </a:rPr>
              <a:t>transmitirse</a:t>
            </a:r>
            <a:r>
              <a:rPr dirty="0" sz="1700" spc="2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7252F"/>
                </a:solidFill>
                <a:latin typeface="Tahoma"/>
                <a:cs typeface="Tahoma"/>
              </a:rPr>
              <a:t>los</a:t>
            </a:r>
            <a:r>
              <a:rPr dirty="0" sz="1700" spc="3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17252F"/>
                </a:solidFill>
                <a:latin typeface="Tahoma"/>
                <a:cs typeface="Tahoma"/>
              </a:rPr>
              <a:t>datos </a:t>
            </a:r>
            <a:r>
              <a:rPr dirty="0" sz="1700">
                <a:solidFill>
                  <a:srgbClr val="17252F"/>
                </a:solidFill>
                <a:latin typeface="Tahoma"/>
                <a:cs typeface="Tahoma"/>
              </a:rPr>
              <a:t>Los</a:t>
            </a:r>
            <a:r>
              <a:rPr dirty="0" sz="1700" spc="-2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 spc="50">
                <a:solidFill>
                  <a:srgbClr val="17252F"/>
                </a:solidFill>
                <a:latin typeface="Tahoma"/>
                <a:cs typeface="Tahoma"/>
              </a:rPr>
              <a:t>protocolos</a:t>
            </a:r>
            <a:r>
              <a:rPr dirty="0" sz="1700" spc="-2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7252F"/>
                </a:solidFill>
                <a:latin typeface="Tahoma"/>
                <a:cs typeface="Tahoma"/>
              </a:rPr>
              <a:t>estándar</a:t>
            </a:r>
            <a:r>
              <a:rPr dirty="0" sz="1700" spc="-2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7252F"/>
                </a:solidFill>
                <a:latin typeface="Tahoma"/>
                <a:cs typeface="Tahoma"/>
              </a:rPr>
              <a:t>utilizados</a:t>
            </a:r>
            <a:r>
              <a:rPr dirty="0" sz="1700" spc="-2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7252F"/>
                </a:solidFill>
                <a:latin typeface="Tahoma"/>
                <a:cs typeface="Tahoma"/>
              </a:rPr>
              <a:t>en</a:t>
            </a:r>
            <a:r>
              <a:rPr dirty="0" sz="1700" spc="-2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 spc="-60">
                <a:solidFill>
                  <a:srgbClr val="17252F"/>
                </a:solidFill>
                <a:latin typeface="Tahoma"/>
                <a:cs typeface="Tahoma"/>
              </a:rPr>
              <a:t>IoT</a:t>
            </a:r>
            <a:r>
              <a:rPr dirty="0" sz="1700" spc="-2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7252F"/>
                </a:solidFill>
                <a:latin typeface="Tahoma"/>
                <a:cs typeface="Tahoma"/>
              </a:rPr>
              <a:t>incluyen</a:t>
            </a:r>
            <a:r>
              <a:rPr dirty="0" sz="1700" spc="-2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17252F"/>
                </a:solidFill>
                <a:latin typeface="Tahoma"/>
                <a:cs typeface="Tahoma"/>
              </a:rPr>
              <a:t>MQTTS,</a:t>
            </a:r>
            <a:r>
              <a:rPr dirty="0" sz="1700" spc="-2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17252F"/>
                </a:solidFill>
                <a:latin typeface="Tahoma"/>
                <a:cs typeface="Tahoma"/>
              </a:rPr>
              <a:t>HTTPS</a:t>
            </a:r>
            <a:r>
              <a:rPr dirty="0" sz="1700" spc="-2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 spc="-40">
                <a:solidFill>
                  <a:srgbClr val="17252F"/>
                </a:solidFill>
                <a:latin typeface="Tahoma"/>
                <a:cs typeface="Tahoma"/>
              </a:rPr>
              <a:t>y</a:t>
            </a:r>
            <a:r>
              <a:rPr dirty="0" sz="1700" spc="-2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17252F"/>
                </a:solidFill>
                <a:latin typeface="Tahoma"/>
                <a:cs typeface="Tahoma"/>
              </a:rPr>
              <a:t>CoAP.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30928" y="906395"/>
            <a:ext cx="2691765" cy="4679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spc="-265" b="1">
                <a:solidFill>
                  <a:srgbClr val="0A8F83"/>
                </a:solidFill>
                <a:latin typeface="Verdana"/>
                <a:cs typeface="Verdana"/>
              </a:rPr>
              <a:t>Cloud</a:t>
            </a:r>
            <a:r>
              <a:rPr dirty="0" sz="2900" spc="-150" b="1">
                <a:solidFill>
                  <a:srgbClr val="0A8F83"/>
                </a:solidFill>
                <a:latin typeface="Verdana"/>
                <a:cs typeface="Verdana"/>
              </a:rPr>
              <a:t> </a:t>
            </a:r>
            <a:r>
              <a:rPr dirty="0" sz="2900" spc="-220" b="1">
                <a:solidFill>
                  <a:srgbClr val="0A8F83"/>
                </a:solidFill>
                <a:latin typeface="Verdana"/>
                <a:cs typeface="Verdana"/>
              </a:rPr>
              <a:t>Platform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030928" y="1584237"/>
            <a:ext cx="6202680" cy="3526154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1800">
                <a:solidFill>
                  <a:srgbClr val="17252F"/>
                </a:solidFill>
                <a:latin typeface="Tahoma"/>
                <a:cs typeface="Tahoma"/>
              </a:rPr>
              <a:t>Cuarta</a:t>
            </a:r>
            <a:r>
              <a:rPr dirty="0" sz="1800" spc="-3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17252F"/>
                </a:solidFill>
                <a:latin typeface="Tahoma"/>
                <a:cs typeface="Tahoma"/>
              </a:rPr>
              <a:t>capa: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41800"/>
              </a:lnSpc>
            </a:pPr>
            <a:r>
              <a:rPr dirty="0" sz="1800">
                <a:solidFill>
                  <a:srgbClr val="17252F"/>
                </a:solidFill>
                <a:latin typeface="Tahoma"/>
                <a:cs typeface="Tahoma"/>
              </a:rPr>
              <a:t>Estos</a:t>
            </a:r>
            <a:r>
              <a:rPr dirty="0" sz="1800" spc="-2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17252F"/>
                </a:solidFill>
                <a:latin typeface="Tahoma"/>
                <a:cs typeface="Tahoma"/>
              </a:rPr>
              <a:t>son</a:t>
            </a:r>
            <a:r>
              <a:rPr dirty="0" sz="1800" spc="-1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17252F"/>
                </a:solidFill>
                <a:latin typeface="Tahoma"/>
                <a:cs typeface="Tahoma"/>
              </a:rPr>
              <a:t>los</a:t>
            </a:r>
            <a:r>
              <a:rPr dirty="0" sz="1800" spc="-1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17252F"/>
                </a:solidFill>
                <a:latin typeface="Tahoma"/>
                <a:cs typeface="Tahoma"/>
              </a:rPr>
              <a:t>servicios</a:t>
            </a:r>
            <a:r>
              <a:rPr dirty="0" sz="1800" spc="-1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17252F"/>
                </a:solidFill>
                <a:latin typeface="Tahoma"/>
                <a:cs typeface="Tahoma"/>
              </a:rPr>
              <a:t>de</a:t>
            </a:r>
            <a:r>
              <a:rPr dirty="0" sz="1800" spc="-1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17252F"/>
                </a:solidFill>
                <a:latin typeface="Tahoma"/>
                <a:cs typeface="Tahoma"/>
              </a:rPr>
              <a:t>hardware</a:t>
            </a:r>
            <a:r>
              <a:rPr dirty="0" sz="1800" spc="-1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17252F"/>
                </a:solidFill>
                <a:latin typeface="Tahoma"/>
                <a:cs typeface="Tahoma"/>
              </a:rPr>
              <a:t>y</a:t>
            </a:r>
            <a:r>
              <a:rPr dirty="0" sz="1800" spc="-1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17252F"/>
                </a:solidFill>
                <a:latin typeface="Tahoma"/>
                <a:cs typeface="Tahoma"/>
              </a:rPr>
              <a:t>software</a:t>
            </a:r>
            <a:r>
              <a:rPr dirty="0" sz="1800" spc="-2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17252F"/>
                </a:solidFill>
                <a:latin typeface="Tahoma"/>
                <a:cs typeface="Tahoma"/>
              </a:rPr>
              <a:t>ubicados</a:t>
            </a:r>
            <a:r>
              <a:rPr dirty="0" sz="1800" spc="-1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17252F"/>
                </a:solidFill>
                <a:latin typeface="Tahoma"/>
                <a:cs typeface="Tahoma"/>
              </a:rPr>
              <a:t>en </a:t>
            </a:r>
            <a:r>
              <a:rPr dirty="0" sz="1800">
                <a:solidFill>
                  <a:srgbClr val="17252F"/>
                </a:solidFill>
                <a:latin typeface="Tahoma"/>
                <a:cs typeface="Tahoma"/>
              </a:rPr>
              <a:t>centros</a:t>
            </a:r>
            <a:r>
              <a:rPr dirty="0" sz="1800" spc="-4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17252F"/>
                </a:solidFill>
                <a:latin typeface="Tahoma"/>
                <a:cs typeface="Tahoma"/>
              </a:rPr>
              <a:t>de</a:t>
            </a:r>
            <a:r>
              <a:rPr dirty="0" sz="1800" spc="-4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17252F"/>
                </a:solidFill>
                <a:latin typeface="Tahoma"/>
                <a:cs typeface="Tahoma"/>
              </a:rPr>
              <a:t>datos</a:t>
            </a:r>
            <a:r>
              <a:rPr dirty="0" sz="1800" spc="-4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17252F"/>
                </a:solidFill>
                <a:latin typeface="Tahoma"/>
                <a:cs typeface="Tahoma"/>
              </a:rPr>
              <a:t>basados</a:t>
            </a:r>
            <a:r>
              <a:rPr dirty="0" sz="1800" spc="-4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17252F"/>
                </a:solidFill>
                <a:latin typeface="Tahoma"/>
                <a:cs typeface="Tahoma"/>
              </a:rPr>
              <a:t>en</a:t>
            </a:r>
            <a:r>
              <a:rPr dirty="0" sz="1800" spc="-4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17252F"/>
                </a:solidFill>
                <a:latin typeface="Tahoma"/>
                <a:cs typeface="Tahoma"/>
              </a:rPr>
              <a:t>Internet.</a:t>
            </a:r>
            <a:r>
              <a:rPr dirty="0" sz="1800" spc="-4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17252F"/>
                </a:solidFill>
                <a:latin typeface="Tahoma"/>
                <a:cs typeface="Tahoma"/>
              </a:rPr>
              <a:t>Es</a:t>
            </a:r>
            <a:r>
              <a:rPr dirty="0" sz="1800" spc="-4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17252F"/>
                </a:solidFill>
                <a:latin typeface="Tahoma"/>
                <a:cs typeface="Tahoma"/>
              </a:rPr>
              <a:t>donde</a:t>
            </a:r>
            <a:r>
              <a:rPr dirty="0" sz="1800" spc="-4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17252F"/>
                </a:solidFill>
                <a:latin typeface="Tahoma"/>
                <a:cs typeface="Tahoma"/>
              </a:rPr>
              <a:t>se</a:t>
            </a:r>
            <a:r>
              <a:rPr dirty="0" sz="1800" spc="-4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17252F"/>
                </a:solidFill>
                <a:latin typeface="Tahoma"/>
                <a:cs typeface="Tahoma"/>
              </a:rPr>
              <a:t>registran, </a:t>
            </a:r>
            <a:r>
              <a:rPr dirty="0" sz="1800">
                <a:solidFill>
                  <a:srgbClr val="17252F"/>
                </a:solidFill>
                <a:latin typeface="Tahoma"/>
                <a:cs typeface="Tahoma"/>
              </a:rPr>
              <a:t>capturan,</a:t>
            </a:r>
            <a:r>
              <a:rPr dirty="0" sz="1800" spc="-7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17252F"/>
                </a:solidFill>
                <a:latin typeface="Tahoma"/>
                <a:cs typeface="Tahoma"/>
              </a:rPr>
              <a:t>procesan,</a:t>
            </a:r>
            <a:r>
              <a:rPr dirty="0" sz="1800" spc="-6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17252F"/>
                </a:solidFill>
                <a:latin typeface="Tahoma"/>
                <a:cs typeface="Tahoma"/>
              </a:rPr>
              <a:t>analizan</a:t>
            </a:r>
            <a:r>
              <a:rPr dirty="0" sz="1800" spc="-6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17252F"/>
                </a:solidFill>
                <a:latin typeface="Tahoma"/>
                <a:cs typeface="Tahoma"/>
              </a:rPr>
              <a:t>y</a:t>
            </a:r>
            <a:r>
              <a:rPr dirty="0" sz="1800" spc="-6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17252F"/>
                </a:solidFill>
                <a:latin typeface="Tahoma"/>
                <a:cs typeface="Tahoma"/>
              </a:rPr>
              <a:t>almacenan</a:t>
            </a:r>
            <a:r>
              <a:rPr dirty="0" sz="1800" spc="-6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17252F"/>
                </a:solidFill>
                <a:latin typeface="Tahoma"/>
                <a:cs typeface="Tahoma"/>
              </a:rPr>
              <a:t>los</a:t>
            </a:r>
            <a:r>
              <a:rPr dirty="0" sz="1800" spc="-6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17252F"/>
                </a:solidFill>
                <a:latin typeface="Tahoma"/>
                <a:cs typeface="Tahoma"/>
              </a:rPr>
              <a:t>datos</a:t>
            </a:r>
            <a:r>
              <a:rPr dirty="0" sz="1800" spc="-6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17252F"/>
                </a:solidFill>
                <a:latin typeface="Tahoma"/>
                <a:cs typeface="Tahoma"/>
              </a:rPr>
              <a:t>de</a:t>
            </a:r>
            <a:r>
              <a:rPr dirty="0" sz="1800" spc="-6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17252F"/>
                </a:solidFill>
                <a:latin typeface="Tahoma"/>
                <a:cs typeface="Tahoma"/>
              </a:rPr>
              <a:t>los </a:t>
            </a:r>
            <a:r>
              <a:rPr dirty="0" sz="1800">
                <a:solidFill>
                  <a:srgbClr val="17252F"/>
                </a:solidFill>
                <a:latin typeface="Tahoma"/>
                <a:cs typeface="Tahoma"/>
              </a:rPr>
              <a:t>dispositivos</a:t>
            </a:r>
            <a:r>
              <a:rPr dirty="0" sz="1800" spc="11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17252F"/>
                </a:solidFill>
                <a:latin typeface="Tahoma"/>
                <a:cs typeface="Tahoma"/>
              </a:rPr>
              <a:t>IoT.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800" spc="-20">
                <a:solidFill>
                  <a:srgbClr val="17252F"/>
                </a:solidFill>
                <a:latin typeface="Tahoma"/>
                <a:cs typeface="Tahoma"/>
              </a:rPr>
              <a:t>La</a:t>
            </a:r>
            <a:r>
              <a:rPr dirty="0" sz="1800" spc="-114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17252F"/>
                </a:solidFill>
                <a:latin typeface="Tahoma"/>
                <a:cs typeface="Tahoma"/>
              </a:rPr>
              <a:t>nube:</a:t>
            </a:r>
            <a:endParaRPr sz="1800">
              <a:latin typeface="Tahoma"/>
              <a:cs typeface="Tahoma"/>
            </a:endParaRPr>
          </a:p>
          <a:p>
            <a:pPr marL="403860" marR="2882900">
              <a:lnSpc>
                <a:spcPct val="141800"/>
              </a:lnSpc>
            </a:pPr>
            <a:r>
              <a:rPr dirty="0" sz="1800">
                <a:solidFill>
                  <a:srgbClr val="17252F"/>
                </a:solidFill>
                <a:latin typeface="Tahoma"/>
                <a:cs typeface="Tahoma"/>
              </a:rPr>
              <a:t>Amazon</a:t>
            </a:r>
            <a:r>
              <a:rPr dirty="0" sz="1800" spc="-3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17252F"/>
                </a:solidFill>
                <a:latin typeface="Tahoma"/>
                <a:cs typeface="Tahoma"/>
              </a:rPr>
              <a:t>Web</a:t>
            </a:r>
            <a:r>
              <a:rPr dirty="0" sz="1800" spc="-3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17252F"/>
                </a:solidFill>
                <a:latin typeface="Tahoma"/>
                <a:cs typeface="Tahoma"/>
              </a:rPr>
              <a:t>Services</a:t>
            </a:r>
            <a:r>
              <a:rPr dirty="0" sz="1800" spc="-30">
                <a:solidFill>
                  <a:srgbClr val="17252F"/>
                </a:solidFill>
                <a:latin typeface="Tahoma"/>
                <a:cs typeface="Tahoma"/>
              </a:rPr>
              <a:t> (AWS) </a:t>
            </a:r>
            <a:r>
              <a:rPr dirty="0" sz="1800" spc="55">
                <a:solidFill>
                  <a:srgbClr val="17252F"/>
                </a:solidFill>
                <a:latin typeface="Tahoma"/>
                <a:cs typeface="Tahoma"/>
              </a:rPr>
              <a:t>Microsoft</a:t>
            </a:r>
            <a:r>
              <a:rPr dirty="0" sz="1800" spc="-10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17252F"/>
                </a:solidFill>
                <a:latin typeface="Tahoma"/>
                <a:cs typeface="Tahoma"/>
              </a:rPr>
              <a:t>Azure</a:t>
            </a:r>
            <a:endParaRPr sz="1800">
              <a:latin typeface="Tahoma"/>
              <a:cs typeface="Tahoma"/>
            </a:endParaRPr>
          </a:p>
          <a:p>
            <a:pPr marL="403860">
              <a:lnSpc>
                <a:spcPct val="100000"/>
              </a:lnSpc>
              <a:spcBef>
                <a:spcPts val="900"/>
              </a:spcBef>
            </a:pPr>
            <a:r>
              <a:rPr dirty="0" sz="1800">
                <a:solidFill>
                  <a:srgbClr val="17252F"/>
                </a:solidFill>
                <a:latin typeface="Tahoma"/>
                <a:cs typeface="Tahoma"/>
              </a:rPr>
              <a:t>Google</a:t>
            </a:r>
            <a:r>
              <a:rPr dirty="0" sz="1800" spc="2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17252F"/>
                </a:solidFill>
                <a:latin typeface="Tahoma"/>
                <a:cs typeface="Tahoma"/>
              </a:rPr>
              <a:t>Cloud</a:t>
            </a:r>
            <a:r>
              <a:rPr dirty="0" sz="1800" spc="2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800" spc="50">
                <a:solidFill>
                  <a:srgbClr val="17252F"/>
                </a:solidFill>
                <a:latin typeface="Tahoma"/>
                <a:cs typeface="Tahoma"/>
              </a:rPr>
              <a:t>Platform</a:t>
            </a:r>
            <a:r>
              <a:rPr dirty="0" sz="1800" spc="2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17252F"/>
                </a:solidFill>
                <a:latin typeface="Tahoma"/>
                <a:cs typeface="Tahoma"/>
              </a:rPr>
              <a:t>(GCP)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227942" y="685801"/>
            <a:ext cx="11631295" cy="3996054"/>
            <a:chOff x="227942" y="685801"/>
            <a:chExt cx="11631295" cy="3996054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7942" y="3233762"/>
              <a:ext cx="1936749" cy="144779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7489" y="685801"/>
              <a:ext cx="1676399" cy="167639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56887" y="2721130"/>
              <a:ext cx="1701799" cy="14160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CCEC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106568" y="0"/>
            <a:ext cx="5080000" cy="3197225"/>
          </a:xfrm>
          <a:custGeom>
            <a:avLst/>
            <a:gdLst/>
            <a:ahLst/>
            <a:cxnLst/>
            <a:rect l="l" t="t" r="r" b="b"/>
            <a:pathLst>
              <a:path w="5080000" h="3197225">
                <a:moveTo>
                  <a:pt x="304799" y="994805"/>
                </a:moveTo>
                <a:lnTo>
                  <a:pt x="304799" y="1025980"/>
                </a:lnTo>
                <a:lnTo>
                  <a:pt x="12699" y="1025980"/>
                </a:lnTo>
                <a:lnTo>
                  <a:pt x="0" y="1025584"/>
                </a:lnTo>
                <a:lnTo>
                  <a:pt x="0" y="995201"/>
                </a:lnTo>
                <a:lnTo>
                  <a:pt x="12699" y="994805"/>
                </a:lnTo>
                <a:lnTo>
                  <a:pt x="304799" y="994805"/>
                </a:lnTo>
                <a:close/>
              </a:path>
              <a:path w="5080000" h="3197225">
                <a:moveTo>
                  <a:pt x="317499" y="927102"/>
                </a:moveTo>
                <a:lnTo>
                  <a:pt x="317499" y="1093683"/>
                </a:lnTo>
                <a:lnTo>
                  <a:pt x="304799" y="1085290"/>
                </a:lnTo>
                <a:lnTo>
                  <a:pt x="304799" y="935495"/>
                </a:lnTo>
                <a:lnTo>
                  <a:pt x="317499" y="927102"/>
                </a:lnTo>
                <a:close/>
              </a:path>
              <a:path w="5080000" h="3197225">
                <a:moveTo>
                  <a:pt x="330199" y="877475"/>
                </a:moveTo>
                <a:lnTo>
                  <a:pt x="330199" y="1143309"/>
                </a:lnTo>
                <a:lnTo>
                  <a:pt x="317499" y="1135140"/>
                </a:lnTo>
                <a:lnTo>
                  <a:pt x="317499" y="885644"/>
                </a:lnTo>
                <a:lnTo>
                  <a:pt x="330199" y="877475"/>
                </a:lnTo>
                <a:close/>
              </a:path>
              <a:path w="5080000" h="3197225">
                <a:moveTo>
                  <a:pt x="342899" y="1020306"/>
                </a:moveTo>
                <a:lnTo>
                  <a:pt x="342899" y="1183396"/>
                </a:lnTo>
                <a:lnTo>
                  <a:pt x="330199" y="1175491"/>
                </a:lnTo>
                <a:lnTo>
                  <a:pt x="330199" y="1009977"/>
                </a:lnTo>
                <a:lnTo>
                  <a:pt x="342899" y="1020306"/>
                </a:lnTo>
                <a:close/>
              </a:path>
              <a:path w="5080000" h="3197225">
                <a:moveTo>
                  <a:pt x="342899" y="837388"/>
                </a:moveTo>
                <a:lnTo>
                  <a:pt x="342899" y="999648"/>
                </a:lnTo>
                <a:lnTo>
                  <a:pt x="330199" y="1009977"/>
                </a:lnTo>
                <a:lnTo>
                  <a:pt x="330199" y="845293"/>
                </a:lnTo>
                <a:lnTo>
                  <a:pt x="342899" y="837388"/>
                </a:lnTo>
                <a:close/>
              </a:path>
              <a:path w="5080000" h="3197225">
                <a:moveTo>
                  <a:pt x="355599" y="1122203"/>
                </a:moveTo>
                <a:lnTo>
                  <a:pt x="355599" y="1206737"/>
                </a:lnTo>
                <a:lnTo>
                  <a:pt x="342899" y="1199024"/>
                </a:lnTo>
                <a:lnTo>
                  <a:pt x="342899" y="1112219"/>
                </a:lnTo>
                <a:lnTo>
                  <a:pt x="355599" y="1122203"/>
                </a:lnTo>
                <a:close/>
              </a:path>
              <a:path w="5080000" h="3197225">
                <a:moveTo>
                  <a:pt x="355599" y="814047"/>
                </a:moveTo>
                <a:lnTo>
                  <a:pt x="355599" y="897772"/>
                </a:lnTo>
                <a:lnTo>
                  <a:pt x="342899" y="907753"/>
                </a:lnTo>
                <a:lnTo>
                  <a:pt x="342899" y="821760"/>
                </a:lnTo>
                <a:lnTo>
                  <a:pt x="355599" y="814047"/>
                </a:lnTo>
                <a:close/>
              </a:path>
              <a:path w="5080000" h="3197225">
                <a:moveTo>
                  <a:pt x="368299" y="1161418"/>
                </a:moveTo>
                <a:lnTo>
                  <a:pt x="368299" y="1236868"/>
                </a:lnTo>
                <a:lnTo>
                  <a:pt x="355599" y="1229450"/>
                </a:lnTo>
                <a:lnTo>
                  <a:pt x="355599" y="1151739"/>
                </a:lnTo>
                <a:lnTo>
                  <a:pt x="368299" y="1161418"/>
                </a:lnTo>
                <a:close/>
              </a:path>
              <a:path w="5080000" h="3197225">
                <a:moveTo>
                  <a:pt x="368299" y="783916"/>
                </a:moveTo>
                <a:lnTo>
                  <a:pt x="368299" y="858574"/>
                </a:lnTo>
                <a:lnTo>
                  <a:pt x="355599" y="868248"/>
                </a:lnTo>
                <a:lnTo>
                  <a:pt x="355599" y="791334"/>
                </a:lnTo>
                <a:lnTo>
                  <a:pt x="368299" y="783916"/>
                </a:lnTo>
                <a:close/>
              </a:path>
              <a:path w="5080000" h="3197225">
                <a:moveTo>
                  <a:pt x="380999" y="1189898"/>
                </a:moveTo>
                <a:lnTo>
                  <a:pt x="380999" y="1258633"/>
                </a:lnTo>
                <a:lnTo>
                  <a:pt x="368299" y="1251462"/>
                </a:lnTo>
                <a:lnTo>
                  <a:pt x="368299" y="1180509"/>
                </a:lnTo>
                <a:lnTo>
                  <a:pt x="380999" y="1189898"/>
                </a:lnTo>
                <a:close/>
              </a:path>
              <a:path w="5080000" h="3197225">
                <a:moveTo>
                  <a:pt x="380999" y="762151"/>
                </a:moveTo>
                <a:lnTo>
                  <a:pt x="380999" y="830112"/>
                </a:lnTo>
                <a:lnTo>
                  <a:pt x="368299" y="839494"/>
                </a:lnTo>
                <a:lnTo>
                  <a:pt x="368299" y="769323"/>
                </a:lnTo>
                <a:lnTo>
                  <a:pt x="380999" y="762151"/>
                </a:lnTo>
                <a:close/>
              </a:path>
              <a:path w="5080000" h="3197225">
                <a:moveTo>
                  <a:pt x="393699" y="1217404"/>
                </a:moveTo>
                <a:lnTo>
                  <a:pt x="393699" y="1272703"/>
                </a:lnTo>
                <a:lnTo>
                  <a:pt x="380999" y="1265713"/>
                </a:lnTo>
                <a:lnTo>
                  <a:pt x="380999" y="1208351"/>
                </a:lnTo>
                <a:lnTo>
                  <a:pt x="393699" y="1217404"/>
                </a:lnTo>
                <a:close/>
              </a:path>
              <a:path w="5080000" h="3197225">
                <a:moveTo>
                  <a:pt x="393699" y="748081"/>
                </a:moveTo>
                <a:lnTo>
                  <a:pt x="393699" y="802625"/>
                </a:lnTo>
                <a:lnTo>
                  <a:pt x="380999" y="811672"/>
                </a:lnTo>
                <a:lnTo>
                  <a:pt x="380999" y="755071"/>
                </a:lnTo>
                <a:lnTo>
                  <a:pt x="393699" y="748081"/>
                </a:lnTo>
                <a:close/>
              </a:path>
              <a:path w="5080000" h="3197225">
                <a:moveTo>
                  <a:pt x="406399" y="1235120"/>
                </a:moveTo>
                <a:lnTo>
                  <a:pt x="406399" y="1293108"/>
                </a:lnTo>
                <a:lnTo>
                  <a:pt x="393699" y="1286405"/>
                </a:lnTo>
                <a:lnTo>
                  <a:pt x="393699" y="1226327"/>
                </a:lnTo>
                <a:lnTo>
                  <a:pt x="406399" y="1235120"/>
                </a:lnTo>
                <a:close/>
              </a:path>
              <a:path w="5080000" h="3197225">
                <a:moveTo>
                  <a:pt x="406399" y="727676"/>
                </a:moveTo>
                <a:lnTo>
                  <a:pt x="406399" y="784924"/>
                </a:lnTo>
                <a:lnTo>
                  <a:pt x="393699" y="793710"/>
                </a:lnTo>
                <a:lnTo>
                  <a:pt x="393699" y="734379"/>
                </a:lnTo>
                <a:lnTo>
                  <a:pt x="406399" y="727676"/>
                </a:lnTo>
                <a:close/>
              </a:path>
              <a:path w="5080000" h="3197225">
                <a:moveTo>
                  <a:pt x="419099" y="1252305"/>
                </a:moveTo>
                <a:lnTo>
                  <a:pt x="419099" y="1306213"/>
                </a:lnTo>
                <a:lnTo>
                  <a:pt x="406399" y="1299711"/>
                </a:lnTo>
                <a:lnTo>
                  <a:pt x="406399" y="1243783"/>
                </a:lnTo>
                <a:lnTo>
                  <a:pt x="419099" y="1252305"/>
                </a:lnTo>
                <a:close/>
              </a:path>
              <a:path w="5080000" h="3197225">
                <a:moveTo>
                  <a:pt x="419099" y="714571"/>
                </a:moveTo>
                <a:lnTo>
                  <a:pt x="419099" y="767755"/>
                </a:lnTo>
                <a:lnTo>
                  <a:pt x="406399" y="776269"/>
                </a:lnTo>
                <a:lnTo>
                  <a:pt x="406399" y="721073"/>
                </a:lnTo>
                <a:lnTo>
                  <a:pt x="419099" y="714571"/>
                </a:lnTo>
                <a:close/>
              </a:path>
              <a:path w="5080000" h="3197225">
                <a:moveTo>
                  <a:pt x="444499" y="1284875"/>
                </a:moveTo>
                <a:lnTo>
                  <a:pt x="444499" y="1337098"/>
                </a:lnTo>
                <a:lnTo>
                  <a:pt x="431799" y="1331143"/>
                </a:lnTo>
                <a:lnTo>
                  <a:pt x="431799" y="1318897"/>
                </a:lnTo>
                <a:lnTo>
                  <a:pt x="419099" y="1312610"/>
                </a:lnTo>
                <a:lnTo>
                  <a:pt x="419099" y="1268896"/>
                </a:lnTo>
                <a:lnTo>
                  <a:pt x="431799" y="1276966"/>
                </a:lnTo>
                <a:lnTo>
                  <a:pt x="444499" y="1284875"/>
                </a:lnTo>
                <a:close/>
              </a:path>
              <a:path w="5080000" h="3197225">
                <a:moveTo>
                  <a:pt x="431799" y="701887"/>
                </a:moveTo>
                <a:lnTo>
                  <a:pt x="431799" y="751181"/>
                </a:lnTo>
                <a:lnTo>
                  <a:pt x="419099" y="759393"/>
                </a:lnTo>
                <a:lnTo>
                  <a:pt x="419099" y="708174"/>
                </a:lnTo>
                <a:lnTo>
                  <a:pt x="431799" y="701887"/>
                </a:lnTo>
                <a:close/>
              </a:path>
              <a:path w="5080000" h="3197225">
                <a:moveTo>
                  <a:pt x="444499" y="683687"/>
                </a:moveTo>
                <a:lnTo>
                  <a:pt x="444499" y="735220"/>
                </a:lnTo>
                <a:lnTo>
                  <a:pt x="431799" y="743120"/>
                </a:lnTo>
                <a:lnTo>
                  <a:pt x="431799" y="689641"/>
                </a:lnTo>
                <a:lnTo>
                  <a:pt x="444499" y="683687"/>
                </a:lnTo>
                <a:close/>
              </a:path>
              <a:path w="5080000" h="3197225">
                <a:moveTo>
                  <a:pt x="457199" y="1300182"/>
                </a:moveTo>
                <a:lnTo>
                  <a:pt x="457199" y="1348651"/>
                </a:lnTo>
                <a:lnTo>
                  <a:pt x="444499" y="1342934"/>
                </a:lnTo>
                <a:lnTo>
                  <a:pt x="444499" y="1292614"/>
                </a:lnTo>
                <a:lnTo>
                  <a:pt x="457199" y="1300182"/>
                </a:lnTo>
                <a:close/>
              </a:path>
              <a:path w="5080000" h="3197225">
                <a:moveTo>
                  <a:pt x="457199" y="672133"/>
                </a:moveTo>
                <a:lnTo>
                  <a:pt x="457199" y="719931"/>
                </a:lnTo>
                <a:lnTo>
                  <a:pt x="444499" y="727491"/>
                </a:lnTo>
                <a:lnTo>
                  <a:pt x="444499" y="677850"/>
                </a:lnTo>
                <a:lnTo>
                  <a:pt x="457199" y="672133"/>
                </a:lnTo>
                <a:close/>
              </a:path>
              <a:path w="5080000" h="3197225">
                <a:moveTo>
                  <a:pt x="469899" y="1314801"/>
                </a:moveTo>
                <a:lnTo>
                  <a:pt x="469899" y="1359729"/>
                </a:lnTo>
                <a:lnTo>
                  <a:pt x="457199" y="1354251"/>
                </a:lnTo>
                <a:lnTo>
                  <a:pt x="457199" y="1307581"/>
                </a:lnTo>
                <a:lnTo>
                  <a:pt x="469899" y="1314801"/>
                </a:lnTo>
                <a:close/>
              </a:path>
              <a:path w="5080000" h="3197225">
                <a:moveTo>
                  <a:pt x="469899" y="661055"/>
                </a:moveTo>
                <a:lnTo>
                  <a:pt x="469899" y="705333"/>
                </a:lnTo>
                <a:lnTo>
                  <a:pt x="457199" y="712543"/>
                </a:lnTo>
                <a:lnTo>
                  <a:pt x="457199" y="666533"/>
                </a:lnTo>
                <a:lnTo>
                  <a:pt x="469899" y="661055"/>
                </a:lnTo>
                <a:close/>
              </a:path>
              <a:path w="5080000" h="3197225">
                <a:moveTo>
                  <a:pt x="495299" y="1335334"/>
                </a:moveTo>
                <a:lnTo>
                  <a:pt x="495299" y="1375405"/>
                </a:lnTo>
                <a:lnTo>
                  <a:pt x="482599" y="1370306"/>
                </a:lnTo>
                <a:lnTo>
                  <a:pt x="469899" y="1365080"/>
                </a:lnTo>
                <a:lnTo>
                  <a:pt x="469899" y="1321833"/>
                </a:lnTo>
                <a:lnTo>
                  <a:pt x="482599" y="1328677"/>
                </a:lnTo>
                <a:lnTo>
                  <a:pt x="495299" y="1335334"/>
                </a:lnTo>
                <a:close/>
              </a:path>
              <a:path w="5080000" h="3197225">
                <a:moveTo>
                  <a:pt x="495299" y="645380"/>
                </a:moveTo>
                <a:lnTo>
                  <a:pt x="495299" y="684832"/>
                </a:lnTo>
                <a:lnTo>
                  <a:pt x="482599" y="691478"/>
                </a:lnTo>
                <a:lnTo>
                  <a:pt x="469899" y="698312"/>
                </a:lnTo>
                <a:lnTo>
                  <a:pt x="469899" y="655704"/>
                </a:lnTo>
                <a:lnTo>
                  <a:pt x="482599" y="650479"/>
                </a:lnTo>
                <a:lnTo>
                  <a:pt x="495299" y="645380"/>
                </a:lnTo>
                <a:close/>
              </a:path>
              <a:path w="5080000" h="3197225">
                <a:moveTo>
                  <a:pt x="520699" y="1354107"/>
                </a:moveTo>
                <a:lnTo>
                  <a:pt x="520699" y="1394484"/>
                </a:lnTo>
                <a:lnTo>
                  <a:pt x="507999" y="1389914"/>
                </a:lnTo>
                <a:lnTo>
                  <a:pt x="507999" y="1385211"/>
                </a:lnTo>
                <a:lnTo>
                  <a:pt x="495299" y="1380375"/>
                </a:lnTo>
                <a:lnTo>
                  <a:pt x="495299" y="1341795"/>
                </a:lnTo>
                <a:lnTo>
                  <a:pt x="507999" y="1348053"/>
                </a:lnTo>
                <a:lnTo>
                  <a:pt x="520699" y="1354107"/>
                </a:lnTo>
                <a:close/>
              </a:path>
              <a:path w="5080000" h="3197225">
                <a:moveTo>
                  <a:pt x="520699" y="626301"/>
                </a:moveTo>
                <a:lnTo>
                  <a:pt x="520699" y="666094"/>
                </a:lnTo>
                <a:lnTo>
                  <a:pt x="507999" y="672136"/>
                </a:lnTo>
                <a:lnTo>
                  <a:pt x="495299" y="678382"/>
                </a:lnTo>
                <a:lnTo>
                  <a:pt x="495299" y="640410"/>
                </a:lnTo>
                <a:lnTo>
                  <a:pt x="507999" y="635573"/>
                </a:lnTo>
                <a:lnTo>
                  <a:pt x="507999" y="630870"/>
                </a:lnTo>
                <a:lnTo>
                  <a:pt x="520699" y="626301"/>
                </a:lnTo>
                <a:close/>
              </a:path>
              <a:path w="5080000" h="3197225">
                <a:moveTo>
                  <a:pt x="546099" y="1371020"/>
                </a:moveTo>
                <a:lnTo>
                  <a:pt x="546099" y="1407365"/>
                </a:lnTo>
                <a:lnTo>
                  <a:pt x="533399" y="1403211"/>
                </a:lnTo>
                <a:lnTo>
                  <a:pt x="520699" y="1398917"/>
                </a:lnTo>
                <a:lnTo>
                  <a:pt x="520699" y="1359957"/>
                </a:lnTo>
                <a:lnTo>
                  <a:pt x="533399" y="1365597"/>
                </a:lnTo>
                <a:lnTo>
                  <a:pt x="546099" y="1371020"/>
                </a:lnTo>
                <a:close/>
              </a:path>
              <a:path w="5080000" h="3197225">
                <a:moveTo>
                  <a:pt x="546099" y="613419"/>
                </a:moveTo>
                <a:lnTo>
                  <a:pt x="546099" y="649216"/>
                </a:lnTo>
                <a:lnTo>
                  <a:pt x="533399" y="654627"/>
                </a:lnTo>
                <a:lnTo>
                  <a:pt x="520699" y="660255"/>
                </a:lnTo>
                <a:lnTo>
                  <a:pt x="520699" y="621867"/>
                </a:lnTo>
                <a:lnTo>
                  <a:pt x="533399" y="617573"/>
                </a:lnTo>
                <a:lnTo>
                  <a:pt x="546099" y="613419"/>
                </a:lnTo>
                <a:close/>
              </a:path>
              <a:path w="5080000" h="3197225">
                <a:moveTo>
                  <a:pt x="914399" y="1402968"/>
                </a:moveTo>
                <a:lnTo>
                  <a:pt x="914399" y="1435376"/>
                </a:lnTo>
                <a:lnTo>
                  <a:pt x="901699" y="1438216"/>
                </a:lnTo>
                <a:lnTo>
                  <a:pt x="888999" y="1440903"/>
                </a:lnTo>
                <a:lnTo>
                  <a:pt x="888999" y="1443437"/>
                </a:lnTo>
                <a:lnTo>
                  <a:pt x="876299" y="1445818"/>
                </a:lnTo>
                <a:lnTo>
                  <a:pt x="876299" y="1448044"/>
                </a:lnTo>
                <a:lnTo>
                  <a:pt x="863599" y="1450114"/>
                </a:lnTo>
                <a:lnTo>
                  <a:pt x="850899" y="1452027"/>
                </a:lnTo>
                <a:lnTo>
                  <a:pt x="850899" y="1453785"/>
                </a:lnTo>
                <a:lnTo>
                  <a:pt x="838199" y="1455384"/>
                </a:lnTo>
                <a:lnTo>
                  <a:pt x="825499" y="1456825"/>
                </a:lnTo>
                <a:lnTo>
                  <a:pt x="825499" y="1458107"/>
                </a:lnTo>
                <a:lnTo>
                  <a:pt x="812799" y="1459230"/>
                </a:lnTo>
                <a:lnTo>
                  <a:pt x="800099" y="1460194"/>
                </a:lnTo>
                <a:lnTo>
                  <a:pt x="800099" y="1460998"/>
                </a:lnTo>
                <a:lnTo>
                  <a:pt x="787399" y="1461641"/>
                </a:lnTo>
                <a:lnTo>
                  <a:pt x="774699" y="1462124"/>
                </a:lnTo>
                <a:lnTo>
                  <a:pt x="774699" y="1462447"/>
                </a:lnTo>
                <a:lnTo>
                  <a:pt x="761999" y="1462609"/>
                </a:lnTo>
                <a:lnTo>
                  <a:pt x="749299" y="1462610"/>
                </a:lnTo>
                <a:lnTo>
                  <a:pt x="749299" y="1462450"/>
                </a:lnTo>
                <a:lnTo>
                  <a:pt x="736599" y="1462129"/>
                </a:lnTo>
                <a:lnTo>
                  <a:pt x="723899" y="1461648"/>
                </a:lnTo>
                <a:lnTo>
                  <a:pt x="723899" y="1461007"/>
                </a:lnTo>
                <a:lnTo>
                  <a:pt x="711199" y="1460205"/>
                </a:lnTo>
                <a:lnTo>
                  <a:pt x="698499" y="1459243"/>
                </a:lnTo>
                <a:lnTo>
                  <a:pt x="698499" y="1458122"/>
                </a:lnTo>
                <a:lnTo>
                  <a:pt x="685799" y="1456842"/>
                </a:lnTo>
                <a:lnTo>
                  <a:pt x="673099" y="1455402"/>
                </a:lnTo>
                <a:lnTo>
                  <a:pt x="673099" y="1453805"/>
                </a:lnTo>
                <a:lnTo>
                  <a:pt x="660399" y="1452050"/>
                </a:lnTo>
                <a:lnTo>
                  <a:pt x="647699" y="1450139"/>
                </a:lnTo>
                <a:lnTo>
                  <a:pt x="647699" y="1448070"/>
                </a:lnTo>
                <a:lnTo>
                  <a:pt x="634999" y="1445846"/>
                </a:lnTo>
                <a:lnTo>
                  <a:pt x="622299" y="1443468"/>
                </a:lnTo>
                <a:lnTo>
                  <a:pt x="622299" y="1440935"/>
                </a:lnTo>
                <a:lnTo>
                  <a:pt x="609599" y="1438249"/>
                </a:lnTo>
                <a:lnTo>
                  <a:pt x="596899" y="1435411"/>
                </a:lnTo>
                <a:lnTo>
                  <a:pt x="596899" y="1432422"/>
                </a:lnTo>
                <a:lnTo>
                  <a:pt x="584199" y="1429284"/>
                </a:lnTo>
                <a:lnTo>
                  <a:pt x="584199" y="1425996"/>
                </a:lnTo>
                <a:lnTo>
                  <a:pt x="571499" y="1422559"/>
                </a:lnTo>
                <a:lnTo>
                  <a:pt x="558799" y="1418978"/>
                </a:lnTo>
                <a:lnTo>
                  <a:pt x="558799" y="1415251"/>
                </a:lnTo>
                <a:lnTo>
                  <a:pt x="546099" y="1411380"/>
                </a:lnTo>
                <a:lnTo>
                  <a:pt x="546099" y="1376226"/>
                </a:lnTo>
                <a:lnTo>
                  <a:pt x="558799" y="1381214"/>
                </a:lnTo>
                <a:lnTo>
                  <a:pt x="571499" y="1385978"/>
                </a:lnTo>
                <a:lnTo>
                  <a:pt x="571499" y="1390514"/>
                </a:lnTo>
                <a:lnTo>
                  <a:pt x="584199" y="1394821"/>
                </a:lnTo>
                <a:lnTo>
                  <a:pt x="596899" y="1398898"/>
                </a:lnTo>
                <a:lnTo>
                  <a:pt x="609599" y="1402742"/>
                </a:lnTo>
                <a:lnTo>
                  <a:pt x="609599" y="1406347"/>
                </a:lnTo>
                <a:lnTo>
                  <a:pt x="622299" y="1409714"/>
                </a:lnTo>
                <a:lnTo>
                  <a:pt x="634999" y="1412841"/>
                </a:lnTo>
                <a:lnTo>
                  <a:pt x="647699" y="1415727"/>
                </a:lnTo>
                <a:lnTo>
                  <a:pt x="660399" y="1418367"/>
                </a:lnTo>
                <a:lnTo>
                  <a:pt x="660399" y="1420761"/>
                </a:lnTo>
                <a:lnTo>
                  <a:pt x="673099" y="1422908"/>
                </a:lnTo>
                <a:lnTo>
                  <a:pt x="685799" y="1424808"/>
                </a:lnTo>
                <a:lnTo>
                  <a:pt x="698499" y="1426457"/>
                </a:lnTo>
                <a:lnTo>
                  <a:pt x="711199" y="1427855"/>
                </a:lnTo>
                <a:lnTo>
                  <a:pt x="711199" y="1429002"/>
                </a:lnTo>
                <a:lnTo>
                  <a:pt x="723899" y="1429898"/>
                </a:lnTo>
                <a:lnTo>
                  <a:pt x="736599" y="1430540"/>
                </a:lnTo>
                <a:lnTo>
                  <a:pt x="749299" y="1430929"/>
                </a:lnTo>
                <a:lnTo>
                  <a:pt x="761999" y="1431065"/>
                </a:lnTo>
                <a:lnTo>
                  <a:pt x="774699" y="1430677"/>
                </a:lnTo>
                <a:lnTo>
                  <a:pt x="787399" y="1430041"/>
                </a:lnTo>
                <a:lnTo>
                  <a:pt x="800099" y="1429152"/>
                </a:lnTo>
                <a:lnTo>
                  <a:pt x="812799" y="1428011"/>
                </a:lnTo>
                <a:lnTo>
                  <a:pt x="812799" y="1426620"/>
                </a:lnTo>
                <a:lnTo>
                  <a:pt x="825499" y="1424978"/>
                </a:lnTo>
                <a:lnTo>
                  <a:pt x="838199" y="1423085"/>
                </a:lnTo>
                <a:lnTo>
                  <a:pt x="850899" y="1420944"/>
                </a:lnTo>
                <a:lnTo>
                  <a:pt x="863599" y="1418557"/>
                </a:lnTo>
                <a:lnTo>
                  <a:pt x="863599" y="1415925"/>
                </a:lnTo>
                <a:lnTo>
                  <a:pt x="876299" y="1413046"/>
                </a:lnTo>
                <a:lnTo>
                  <a:pt x="888999" y="1409926"/>
                </a:lnTo>
                <a:lnTo>
                  <a:pt x="901699" y="1406566"/>
                </a:lnTo>
                <a:lnTo>
                  <a:pt x="914399" y="1402968"/>
                </a:lnTo>
                <a:close/>
              </a:path>
              <a:path w="5080000" h="3197225">
                <a:moveTo>
                  <a:pt x="914399" y="585409"/>
                </a:moveTo>
                <a:lnTo>
                  <a:pt x="914399" y="617733"/>
                </a:lnTo>
                <a:lnTo>
                  <a:pt x="901699" y="614132"/>
                </a:lnTo>
                <a:lnTo>
                  <a:pt x="888999" y="610770"/>
                </a:lnTo>
                <a:lnTo>
                  <a:pt x="876299" y="607646"/>
                </a:lnTo>
                <a:lnTo>
                  <a:pt x="863599" y="604764"/>
                </a:lnTo>
                <a:lnTo>
                  <a:pt x="863599" y="602129"/>
                </a:lnTo>
                <a:lnTo>
                  <a:pt x="850899" y="599739"/>
                </a:lnTo>
                <a:lnTo>
                  <a:pt x="838199" y="597595"/>
                </a:lnTo>
                <a:lnTo>
                  <a:pt x="825499" y="595699"/>
                </a:lnTo>
                <a:lnTo>
                  <a:pt x="812799" y="594054"/>
                </a:lnTo>
                <a:lnTo>
                  <a:pt x="812799" y="592660"/>
                </a:lnTo>
                <a:lnTo>
                  <a:pt x="774699" y="589987"/>
                </a:lnTo>
                <a:lnTo>
                  <a:pt x="749299" y="589592"/>
                </a:lnTo>
                <a:lnTo>
                  <a:pt x="736599" y="589967"/>
                </a:lnTo>
                <a:lnTo>
                  <a:pt x="723899" y="590595"/>
                </a:lnTo>
                <a:lnTo>
                  <a:pt x="711199" y="591476"/>
                </a:lnTo>
                <a:lnTo>
                  <a:pt x="711199" y="592610"/>
                </a:lnTo>
                <a:lnTo>
                  <a:pt x="698499" y="593994"/>
                </a:lnTo>
                <a:lnTo>
                  <a:pt x="685799" y="595628"/>
                </a:lnTo>
                <a:lnTo>
                  <a:pt x="673099" y="597514"/>
                </a:lnTo>
                <a:lnTo>
                  <a:pt x="660399" y="599648"/>
                </a:lnTo>
                <a:lnTo>
                  <a:pt x="660399" y="602028"/>
                </a:lnTo>
                <a:lnTo>
                  <a:pt x="647699" y="604653"/>
                </a:lnTo>
                <a:lnTo>
                  <a:pt x="634999" y="607525"/>
                </a:lnTo>
                <a:lnTo>
                  <a:pt x="622299" y="610640"/>
                </a:lnTo>
                <a:lnTo>
                  <a:pt x="609599" y="613992"/>
                </a:lnTo>
                <a:lnTo>
                  <a:pt x="609599" y="617584"/>
                </a:lnTo>
                <a:lnTo>
                  <a:pt x="596899" y="621414"/>
                </a:lnTo>
                <a:lnTo>
                  <a:pt x="584199" y="625479"/>
                </a:lnTo>
                <a:lnTo>
                  <a:pt x="571499" y="629773"/>
                </a:lnTo>
                <a:lnTo>
                  <a:pt x="571499" y="634296"/>
                </a:lnTo>
                <a:lnTo>
                  <a:pt x="558799" y="639048"/>
                </a:lnTo>
                <a:lnTo>
                  <a:pt x="546099" y="644023"/>
                </a:lnTo>
                <a:lnTo>
                  <a:pt x="546099" y="609405"/>
                </a:lnTo>
                <a:lnTo>
                  <a:pt x="558799" y="605533"/>
                </a:lnTo>
                <a:lnTo>
                  <a:pt x="558799" y="601806"/>
                </a:lnTo>
                <a:lnTo>
                  <a:pt x="571499" y="598225"/>
                </a:lnTo>
                <a:lnTo>
                  <a:pt x="584199" y="594789"/>
                </a:lnTo>
                <a:lnTo>
                  <a:pt x="584199" y="591500"/>
                </a:lnTo>
                <a:lnTo>
                  <a:pt x="596899" y="588362"/>
                </a:lnTo>
                <a:lnTo>
                  <a:pt x="596899" y="585374"/>
                </a:lnTo>
                <a:lnTo>
                  <a:pt x="609599" y="582535"/>
                </a:lnTo>
                <a:lnTo>
                  <a:pt x="622299" y="579849"/>
                </a:lnTo>
                <a:lnTo>
                  <a:pt x="622299" y="577317"/>
                </a:lnTo>
                <a:lnTo>
                  <a:pt x="634999" y="574939"/>
                </a:lnTo>
                <a:lnTo>
                  <a:pt x="647699" y="572714"/>
                </a:lnTo>
                <a:lnTo>
                  <a:pt x="647699" y="570646"/>
                </a:lnTo>
                <a:lnTo>
                  <a:pt x="660399" y="568734"/>
                </a:lnTo>
                <a:lnTo>
                  <a:pt x="673099" y="566980"/>
                </a:lnTo>
                <a:lnTo>
                  <a:pt x="673099" y="565382"/>
                </a:lnTo>
                <a:lnTo>
                  <a:pt x="685799" y="563943"/>
                </a:lnTo>
                <a:lnTo>
                  <a:pt x="698499" y="562662"/>
                </a:lnTo>
                <a:lnTo>
                  <a:pt x="698499" y="561541"/>
                </a:lnTo>
                <a:lnTo>
                  <a:pt x="711199" y="560579"/>
                </a:lnTo>
                <a:lnTo>
                  <a:pt x="723899" y="559778"/>
                </a:lnTo>
                <a:lnTo>
                  <a:pt x="723899" y="559136"/>
                </a:lnTo>
                <a:lnTo>
                  <a:pt x="736599" y="558655"/>
                </a:lnTo>
                <a:lnTo>
                  <a:pt x="749299" y="558335"/>
                </a:lnTo>
                <a:lnTo>
                  <a:pt x="749299" y="558175"/>
                </a:lnTo>
                <a:lnTo>
                  <a:pt x="761999" y="558176"/>
                </a:lnTo>
                <a:lnTo>
                  <a:pt x="774699" y="558337"/>
                </a:lnTo>
                <a:lnTo>
                  <a:pt x="774699" y="558660"/>
                </a:lnTo>
                <a:lnTo>
                  <a:pt x="787399" y="559143"/>
                </a:lnTo>
                <a:lnTo>
                  <a:pt x="800099" y="559786"/>
                </a:lnTo>
                <a:lnTo>
                  <a:pt x="800099" y="560590"/>
                </a:lnTo>
                <a:lnTo>
                  <a:pt x="812799" y="561554"/>
                </a:lnTo>
                <a:lnTo>
                  <a:pt x="825499" y="562677"/>
                </a:lnTo>
                <a:lnTo>
                  <a:pt x="825499" y="563959"/>
                </a:lnTo>
                <a:lnTo>
                  <a:pt x="838199" y="565400"/>
                </a:lnTo>
                <a:lnTo>
                  <a:pt x="850899" y="567000"/>
                </a:lnTo>
                <a:lnTo>
                  <a:pt x="850899" y="568757"/>
                </a:lnTo>
                <a:lnTo>
                  <a:pt x="863599" y="570670"/>
                </a:lnTo>
                <a:lnTo>
                  <a:pt x="876299" y="572740"/>
                </a:lnTo>
                <a:lnTo>
                  <a:pt x="876299" y="574967"/>
                </a:lnTo>
                <a:lnTo>
                  <a:pt x="888999" y="577347"/>
                </a:lnTo>
                <a:lnTo>
                  <a:pt x="888999" y="579881"/>
                </a:lnTo>
                <a:lnTo>
                  <a:pt x="901699" y="582569"/>
                </a:lnTo>
                <a:lnTo>
                  <a:pt x="914399" y="585409"/>
                </a:lnTo>
                <a:close/>
              </a:path>
              <a:path w="5080000" h="3197225">
                <a:moveTo>
                  <a:pt x="939799" y="1390762"/>
                </a:moveTo>
                <a:lnTo>
                  <a:pt x="939799" y="1425955"/>
                </a:lnTo>
                <a:lnTo>
                  <a:pt x="927099" y="1429244"/>
                </a:lnTo>
                <a:lnTo>
                  <a:pt x="914399" y="1432384"/>
                </a:lnTo>
                <a:lnTo>
                  <a:pt x="914399" y="1399132"/>
                </a:lnTo>
                <a:lnTo>
                  <a:pt x="927099" y="1395062"/>
                </a:lnTo>
                <a:lnTo>
                  <a:pt x="939799" y="1390762"/>
                </a:lnTo>
                <a:close/>
              </a:path>
              <a:path w="5080000" h="3197225">
                <a:moveTo>
                  <a:pt x="952499" y="601852"/>
                </a:moveTo>
                <a:lnTo>
                  <a:pt x="952499" y="634482"/>
                </a:lnTo>
                <a:lnTo>
                  <a:pt x="939799" y="629950"/>
                </a:lnTo>
                <a:lnTo>
                  <a:pt x="927099" y="625647"/>
                </a:lnTo>
                <a:lnTo>
                  <a:pt x="914399" y="621573"/>
                </a:lnTo>
                <a:lnTo>
                  <a:pt x="914399" y="588400"/>
                </a:lnTo>
                <a:lnTo>
                  <a:pt x="927099" y="591540"/>
                </a:lnTo>
                <a:lnTo>
                  <a:pt x="939799" y="594829"/>
                </a:lnTo>
                <a:lnTo>
                  <a:pt x="939799" y="598267"/>
                </a:lnTo>
                <a:lnTo>
                  <a:pt x="952499" y="601852"/>
                </a:lnTo>
                <a:close/>
              </a:path>
              <a:path w="5080000" h="3197225">
                <a:moveTo>
                  <a:pt x="977899" y="1371297"/>
                </a:moveTo>
                <a:lnTo>
                  <a:pt x="977899" y="1407316"/>
                </a:lnTo>
                <a:lnTo>
                  <a:pt x="965199" y="1411332"/>
                </a:lnTo>
                <a:lnTo>
                  <a:pt x="952499" y="1415204"/>
                </a:lnTo>
                <a:lnTo>
                  <a:pt x="952499" y="1418933"/>
                </a:lnTo>
                <a:lnTo>
                  <a:pt x="939799" y="1422517"/>
                </a:lnTo>
                <a:lnTo>
                  <a:pt x="939799" y="1386234"/>
                </a:lnTo>
                <a:lnTo>
                  <a:pt x="952499" y="1381476"/>
                </a:lnTo>
                <a:lnTo>
                  <a:pt x="965199" y="1376496"/>
                </a:lnTo>
                <a:lnTo>
                  <a:pt x="977899" y="1371297"/>
                </a:lnTo>
                <a:close/>
              </a:path>
              <a:path w="5080000" h="3197225">
                <a:moveTo>
                  <a:pt x="977899" y="613469"/>
                </a:moveTo>
                <a:lnTo>
                  <a:pt x="977899" y="649430"/>
                </a:lnTo>
                <a:lnTo>
                  <a:pt x="965199" y="644228"/>
                </a:lnTo>
                <a:lnTo>
                  <a:pt x="952499" y="639243"/>
                </a:lnTo>
                <a:lnTo>
                  <a:pt x="952499" y="605580"/>
                </a:lnTo>
                <a:lnTo>
                  <a:pt x="965199" y="609453"/>
                </a:lnTo>
                <a:lnTo>
                  <a:pt x="977899" y="613469"/>
                </a:lnTo>
                <a:close/>
              </a:path>
              <a:path w="5080000" h="3197225">
                <a:moveTo>
                  <a:pt x="1003299" y="1354406"/>
                </a:moveTo>
                <a:lnTo>
                  <a:pt x="1003299" y="1389858"/>
                </a:lnTo>
                <a:lnTo>
                  <a:pt x="990599" y="1394430"/>
                </a:lnTo>
                <a:lnTo>
                  <a:pt x="990599" y="1398863"/>
                </a:lnTo>
                <a:lnTo>
                  <a:pt x="977899" y="1403159"/>
                </a:lnTo>
                <a:lnTo>
                  <a:pt x="977899" y="1365882"/>
                </a:lnTo>
                <a:lnTo>
                  <a:pt x="990599" y="1360249"/>
                </a:lnTo>
                <a:lnTo>
                  <a:pt x="1003299" y="1354406"/>
                </a:lnTo>
                <a:close/>
              </a:path>
              <a:path w="5080000" h="3197225">
                <a:moveTo>
                  <a:pt x="1003299" y="630926"/>
                </a:moveTo>
                <a:lnTo>
                  <a:pt x="1003299" y="666333"/>
                </a:lnTo>
                <a:lnTo>
                  <a:pt x="990599" y="660486"/>
                </a:lnTo>
                <a:lnTo>
                  <a:pt x="977899" y="654849"/>
                </a:lnTo>
                <a:lnTo>
                  <a:pt x="977899" y="617626"/>
                </a:lnTo>
                <a:lnTo>
                  <a:pt x="990599" y="621921"/>
                </a:lnTo>
                <a:lnTo>
                  <a:pt x="990599" y="626355"/>
                </a:lnTo>
                <a:lnTo>
                  <a:pt x="1003299" y="630926"/>
                </a:lnTo>
                <a:close/>
              </a:path>
              <a:path w="5080000" h="3197225">
                <a:moveTo>
                  <a:pt x="1028699" y="1335654"/>
                </a:moveTo>
                <a:lnTo>
                  <a:pt x="1028699" y="1375344"/>
                </a:lnTo>
                <a:lnTo>
                  <a:pt x="1015999" y="1380314"/>
                </a:lnTo>
                <a:lnTo>
                  <a:pt x="1003299" y="1385152"/>
                </a:lnTo>
                <a:lnTo>
                  <a:pt x="1003299" y="1348359"/>
                </a:lnTo>
                <a:lnTo>
                  <a:pt x="1015999" y="1342108"/>
                </a:lnTo>
                <a:lnTo>
                  <a:pt x="1028699" y="1335654"/>
                </a:lnTo>
                <a:close/>
              </a:path>
              <a:path w="5080000" h="3197225">
                <a:moveTo>
                  <a:pt x="1028699" y="645440"/>
                </a:moveTo>
                <a:lnTo>
                  <a:pt x="1028699" y="685096"/>
                </a:lnTo>
                <a:lnTo>
                  <a:pt x="1015999" y="678638"/>
                </a:lnTo>
                <a:lnTo>
                  <a:pt x="1003299" y="672383"/>
                </a:lnTo>
                <a:lnTo>
                  <a:pt x="1003299" y="635633"/>
                </a:lnTo>
                <a:lnTo>
                  <a:pt x="1015999" y="640471"/>
                </a:lnTo>
                <a:lnTo>
                  <a:pt x="1028699" y="645440"/>
                </a:lnTo>
                <a:close/>
              </a:path>
              <a:path w="5080000" h="3197225">
                <a:moveTo>
                  <a:pt x="1041399" y="1322166"/>
                </a:moveTo>
                <a:lnTo>
                  <a:pt x="1041399" y="1365015"/>
                </a:lnTo>
                <a:lnTo>
                  <a:pt x="1028699" y="1370243"/>
                </a:lnTo>
                <a:lnTo>
                  <a:pt x="1028699" y="1329004"/>
                </a:lnTo>
                <a:lnTo>
                  <a:pt x="1041399" y="1322166"/>
                </a:lnTo>
                <a:close/>
              </a:path>
              <a:path w="5080000" h="3197225">
                <a:moveTo>
                  <a:pt x="1041399" y="655770"/>
                </a:moveTo>
                <a:lnTo>
                  <a:pt x="1041399" y="698591"/>
                </a:lnTo>
                <a:lnTo>
                  <a:pt x="1028699" y="691749"/>
                </a:lnTo>
                <a:lnTo>
                  <a:pt x="1028699" y="650541"/>
                </a:lnTo>
                <a:lnTo>
                  <a:pt x="1041399" y="655770"/>
                </a:lnTo>
                <a:close/>
              </a:path>
              <a:path w="5080000" h="3197225">
                <a:moveTo>
                  <a:pt x="1066799" y="1300535"/>
                </a:moveTo>
                <a:lnTo>
                  <a:pt x="1066799" y="1342862"/>
                </a:lnTo>
                <a:lnTo>
                  <a:pt x="1054099" y="1348583"/>
                </a:lnTo>
                <a:lnTo>
                  <a:pt x="1054099" y="1354185"/>
                </a:lnTo>
                <a:lnTo>
                  <a:pt x="1041399" y="1359662"/>
                </a:lnTo>
                <a:lnTo>
                  <a:pt x="1041399" y="1315141"/>
                </a:lnTo>
                <a:lnTo>
                  <a:pt x="1054099" y="1307927"/>
                </a:lnTo>
                <a:lnTo>
                  <a:pt x="1066799" y="1300535"/>
                </a:lnTo>
                <a:close/>
              </a:path>
              <a:path w="5080000" h="3197225">
                <a:moveTo>
                  <a:pt x="1066799" y="677922"/>
                </a:moveTo>
                <a:lnTo>
                  <a:pt x="1066799" y="720232"/>
                </a:lnTo>
                <a:lnTo>
                  <a:pt x="1054099" y="712836"/>
                </a:lnTo>
                <a:lnTo>
                  <a:pt x="1041399" y="705620"/>
                </a:lnTo>
                <a:lnTo>
                  <a:pt x="1041399" y="661123"/>
                </a:lnTo>
                <a:lnTo>
                  <a:pt x="1054099" y="666600"/>
                </a:lnTo>
                <a:lnTo>
                  <a:pt x="1054099" y="672201"/>
                </a:lnTo>
                <a:lnTo>
                  <a:pt x="1066799" y="677922"/>
                </a:lnTo>
                <a:close/>
              </a:path>
              <a:path w="5080000" h="3197225">
                <a:moveTo>
                  <a:pt x="1079499" y="1285239"/>
                </a:moveTo>
                <a:lnTo>
                  <a:pt x="1079499" y="1331071"/>
                </a:lnTo>
                <a:lnTo>
                  <a:pt x="1066799" y="1337025"/>
                </a:lnTo>
                <a:lnTo>
                  <a:pt x="1066799" y="1292972"/>
                </a:lnTo>
                <a:lnTo>
                  <a:pt x="1079499" y="1285239"/>
                </a:lnTo>
                <a:close/>
              </a:path>
              <a:path w="5080000" h="3197225">
                <a:moveTo>
                  <a:pt x="1079499" y="689713"/>
                </a:moveTo>
                <a:lnTo>
                  <a:pt x="1079499" y="735535"/>
                </a:lnTo>
                <a:lnTo>
                  <a:pt x="1066799" y="727799"/>
                </a:lnTo>
                <a:lnTo>
                  <a:pt x="1066799" y="683760"/>
                </a:lnTo>
                <a:lnTo>
                  <a:pt x="1079499" y="689713"/>
                </a:lnTo>
                <a:close/>
              </a:path>
              <a:path w="5080000" h="3197225">
                <a:moveTo>
                  <a:pt x="1092199" y="1269271"/>
                </a:moveTo>
                <a:lnTo>
                  <a:pt x="1092199" y="1318820"/>
                </a:lnTo>
                <a:lnTo>
                  <a:pt x="1079499" y="1325001"/>
                </a:lnTo>
                <a:lnTo>
                  <a:pt x="1079499" y="1277335"/>
                </a:lnTo>
                <a:lnTo>
                  <a:pt x="1092199" y="1269271"/>
                </a:lnTo>
                <a:close/>
              </a:path>
              <a:path w="5080000" h="3197225">
                <a:moveTo>
                  <a:pt x="1092199" y="701964"/>
                </a:moveTo>
                <a:lnTo>
                  <a:pt x="1092199" y="751508"/>
                </a:lnTo>
                <a:lnTo>
                  <a:pt x="1079499" y="743441"/>
                </a:lnTo>
                <a:lnTo>
                  <a:pt x="1079499" y="695783"/>
                </a:lnTo>
                <a:lnTo>
                  <a:pt x="1092199" y="701964"/>
                </a:lnTo>
                <a:close/>
              </a:path>
              <a:path w="5080000" h="3197225">
                <a:moveTo>
                  <a:pt x="1511299" y="1579003"/>
                </a:moveTo>
                <a:lnTo>
                  <a:pt x="1511299" y="1613250"/>
                </a:lnTo>
                <a:lnTo>
                  <a:pt x="1104899" y="1299632"/>
                </a:lnTo>
                <a:lnTo>
                  <a:pt x="1092199" y="1306135"/>
                </a:lnTo>
                <a:lnTo>
                  <a:pt x="1092199" y="1261056"/>
                </a:lnTo>
                <a:lnTo>
                  <a:pt x="1104899" y="1252690"/>
                </a:lnTo>
                <a:lnTo>
                  <a:pt x="1104899" y="1244173"/>
                </a:lnTo>
                <a:lnTo>
                  <a:pt x="1117599" y="1235515"/>
                </a:lnTo>
                <a:lnTo>
                  <a:pt x="1117599" y="1275004"/>
                </a:lnTo>
                <a:lnTo>
                  <a:pt x="1511299" y="1579003"/>
                </a:lnTo>
                <a:close/>
              </a:path>
              <a:path w="5080000" h="3197225">
                <a:moveTo>
                  <a:pt x="1536699" y="393153"/>
                </a:moveTo>
                <a:lnTo>
                  <a:pt x="1536699" y="438222"/>
                </a:lnTo>
                <a:lnTo>
                  <a:pt x="1523999" y="431726"/>
                </a:lnTo>
                <a:lnTo>
                  <a:pt x="1117599" y="745781"/>
                </a:lnTo>
                <a:lnTo>
                  <a:pt x="1117599" y="785275"/>
                </a:lnTo>
                <a:lnTo>
                  <a:pt x="1104899" y="776615"/>
                </a:lnTo>
                <a:lnTo>
                  <a:pt x="1104899" y="768095"/>
                </a:lnTo>
                <a:lnTo>
                  <a:pt x="1092199" y="759726"/>
                </a:lnTo>
                <a:lnTo>
                  <a:pt x="1092199" y="714649"/>
                </a:lnTo>
                <a:lnTo>
                  <a:pt x="1104899" y="721153"/>
                </a:lnTo>
                <a:lnTo>
                  <a:pt x="1511299" y="407098"/>
                </a:lnTo>
                <a:lnTo>
                  <a:pt x="1511299" y="358813"/>
                </a:lnTo>
                <a:lnTo>
                  <a:pt x="1523999" y="367604"/>
                </a:lnTo>
                <a:lnTo>
                  <a:pt x="1523999" y="384784"/>
                </a:lnTo>
                <a:lnTo>
                  <a:pt x="1536699" y="393153"/>
                </a:lnTo>
                <a:close/>
              </a:path>
              <a:path w="5080000" h="3197225">
                <a:moveTo>
                  <a:pt x="1130299" y="1208759"/>
                </a:moveTo>
                <a:lnTo>
                  <a:pt x="1130299" y="1267800"/>
                </a:lnTo>
                <a:lnTo>
                  <a:pt x="1117599" y="1275004"/>
                </a:lnTo>
                <a:lnTo>
                  <a:pt x="1117599" y="1217808"/>
                </a:lnTo>
                <a:lnTo>
                  <a:pt x="1130299" y="1208759"/>
                </a:lnTo>
                <a:close/>
              </a:path>
              <a:path w="5080000" h="3197225">
                <a:moveTo>
                  <a:pt x="1130299" y="752985"/>
                </a:moveTo>
                <a:lnTo>
                  <a:pt x="1130299" y="812038"/>
                </a:lnTo>
                <a:lnTo>
                  <a:pt x="1117599" y="802987"/>
                </a:lnTo>
                <a:lnTo>
                  <a:pt x="1117599" y="745781"/>
                </a:lnTo>
                <a:lnTo>
                  <a:pt x="1130299" y="752985"/>
                </a:lnTo>
                <a:close/>
              </a:path>
              <a:path w="5080000" h="3197225">
                <a:moveTo>
                  <a:pt x="1142999" y="1190313"/>
                </a:moveTo>
                <a:lnTo>
                  <a:pt x="1142999" y="1253102"/>
                </a:lnTo>
                <a:lnTo>
                  <a:pt x="1130299" y="1260499"/>
                </a:lnTo>
                <a:lnTo>
                  <a:pt x="1130299" y="1199590"/>
                </a:lnTo>
                <a:lnTo>
                  <a:pt x="1142999" y="1190313"/>
                </a:lnTo>
                <a:close/>
              </a:path>
              <a:path w="5080000" h="3197225">
                <a:moveTo>
                  <a:pt x="1142999" y="767683"/>
                </a:moveTo>
                <a:lnTo>
                  <a:pt x="1142999" y="830487"/>
                </a:lnTo>
                <a:lnTo>
                  <a:pt x="1130299" y="821209"/>
                </a:lnTo>
                <a:lnTo>
                  <a:pt x="1130299" y="760286"/>
                </a:lnTo>
                <a:lnTo>
                  <a:pt x="1142999" y="767683"/>
                </a:lnTo>
                <a:close/>
              </a:path>
              <a:path w="5080000" h="3197225">
                <a:moveTo>
                  <a:pt x="1155699" y="1152165"/>
                </a:moveTo>
                <a:lnTo>
                  <a:pt x="1155699" y="1230356"/>
                </a:lnTo>
                <a:lnTo>
                  <a:pt x="1142999" y="1238024"/>
                </a:lnTo>
                <a:lnTo>
                  <a:pt x="1142999" y="1161842"/>
                </a:lnTo>
                <a:lnTo>
                  <a:pt x="1155699" y="1152165"/>
                </a:lnTo>
                <a:close/>
              </a:path>
              <a:path w="5080000" h="3197225">
                <a:moveTo>
                  <a:pt x="1155699" y="790429"/>
                </a:moveTo>
                <a:lnTo>
                  <a:pt x="1155699" y="858962"/>
                </a:lnTo>
                <a:lnTo>
                  <a:pt x="1142999" y="849370"/>
                </a:lnTo>
                <a:lnTo>
                  <a:pt x="1142999" y="782760"/>
                </a:lnTo>
                <a:lnTo>
                  <a:pt x="1155699" y="790429"/>
                </a:lnTo>
                <a:close/>
              </a:path>
              <a:path w="5080000" h="3197225">
                <a:moveTo>
                  <a:pt x="1168399" y="1122633"/>
                </a:moveTo>
                <a:lnTo>
                  <a:pt x="1168399" y="1206848"/>
                </a:lnTo>
                <a:lnTo>
                  <a:pt x="1155699" y="1214764"/>
                </a:lnTo>
                <a:lnTo>
                  <a:pt x="1155699" y="1132555"/>
                </a:lnTo>
                <a:lnTo>
                  <a:pt x="1168399" y="1122633"/>
                </a:lnTo>
                <a:close/>
              </a:path>
              <a:path w="5080000" h="3197225">
                <a:moveTo>
                  <a:pt x="1168399" y="813937"/>
                </a:moveTo>
                <a:lnTo>
                  <a:pt x="1168399" y="898173"/>
                </a:lnTo>
                <a:lnTo>
                  <a:pt x="1155699" y="888251"/>
                </a:lnTo>
                <a:lnTo>
                  <a:pt x="1155699" y="806020"/>
                </a:lnTo>
                <a:lnTo>
                  <a:pt x="1168399" y="813937"/>
                </a:lnTo>
                <a:close/>
              </a:path>
              <a:path w="5080000" h="3197225">
                <a:moveTo>
                  <a:pt x="1181099" y="1051645"/>
                </a:moveTo>
                <a:lnTo>
                  <a:pt x="1181099" y="1174461"/>
                </a:lnTo>
                <a:lnTo>
                  <a:pt x="1168399" y="1182662"/>
                </a:lnTo>
                <a:lnTo>
                  <a:pt x="1168399" y="1061914"/>
                </a:lnTo>
                <a:lnTo>
                  <a:pt x="1181099" y="1051645"/>
                </a:lnTo>
                <a:close/>
              </a:path>
              <a:path w="5080000" h="3197225">
                <a:moveTo>
                  <a:pt x="1181099" y="846324"/>
                </a:moveTo>
                <a:lnTo>
                  <a:pt x="1181099" y="969152"/>
                </a:lnTo>
                <a:lnTo>
                  <a:pt x="1168399" y="958885"/>
                </a:lnTo>
                <a:lnTo>
                  <a:pt x="1168399" y="838123"/>
                </a:lnTo>
                <a:lnTo>
                  <a:pt x="1181099" y="846324"/>
                </a:lnTo>
                <a:close/>
              </a:path>
              <a:path w="5080000" h="3197225">
                <a:moveTo>
                  <a:pt x="1193799" y="879720"/>
                </a:moveTo>
                <a:lnTo>
                  <a:pt x="1193799" y="1141064"/>
                </a:lnTo>
                <a:lnTo>
                  <a:pt x="1181099" y="1149498"/>
                </a:lnTo>
                <a:lnTo>
                  <a:pt x="1181099" y="871286"/>
                </a:lnTo>
                <a:lnTo>
                  <a:pt x="1193799" y="879720"/>
                </a:lnTo>
                <a:close/>
              </a:path>
              <a:path w="5080000" h="3197225">
                <a:moveTo>
                  <a:pt x="1206499" y="931256"/>
                </a:moveTo>
                <a:lnTo>
                  <a:pt x="1206499" y="1089529"/>
                </a:lnTo>
                <a:lnTo>
                  <a:pt x="1193799" y="1098213"/>
                </a:lnTo>
                <a:lnTo>
                  <a:pt x="1193799" y="922572"/>
                </a:lnTo>
                <a:lnTo>
                  <a:pt x="1206499" y="931256"/>
                </a:lnTo>
                <a:close/>
              </a:path>
              <a:path w="5080000" h="3197225">
                <a:moveTo>
                  <a:pt x="1435099" y="1790601"/>
                </a:moveTo>
                <a:lnTo>
                  <a:pt x="1435099" y="1964397"/>
                </a:lnTo>
                <a:lnTo>
                  <a:pt x="1422399" y="1953726"/>
                </a:lnTo>
                <a:lnTo>
                  <a:pt x="1422399" y="1822595"/>
                </a:lnTo>
                <a:lnTo>
                  <a:pt x="1435099" y="1790601"/>
                </a:lnTo>
                <a:close/>
              </a:path>
              <a:path w="5080000" h="3197225">
                <a:moveTo>
                  <a:pt x="1435099" y="59307"/>
                </a:moveTo>
                <a:lnTo>
                  <a:pt x="1435099" y="226290"/>
                </a:lnTo>
                <a:lnTo>
                  <a:pt x="1422399" y="211251"/>
                </a:lnTo>
                <a:lnTo>
                  <a:pt x="1422399" y="74370"/>
                </a:lnTo>
                <a:lnTo>
                  <a:pt x="1435099" y="59307"/>
                </a:lnTo>
                <a:close/>
              </a:path>
              <a:path w="5080000" h="3197225">
                <a:moveTo>
                  <a:pt x="1536699" y="1583383"/>
                </a:moveTo>
                <a:lnTo>
                  <a:pt x="1536699" y="1620981"/>
                </a:lnTo>
                <a:lnTo>
                  <a:pt x="1523999" y="1646990"/>
                </a:lnTo>
                <a:lnTo>
                  <a:pt x="1511299" y="1674186"/>
                </a:lnTo>
                <a:lnTo>
                  <a:pt x="1485899" y="1702570"/>
                </a:lnTo>
                <a:lnTo>
                  <a:pt x="1473199" y="1732141"/>
                </a:lnTo>
                <a:lnTo>
                  <a:pt x="1473199" y="1762551"/>
                </a:lnTo>
                <a:lnTo>
                  <a:pt x="1460499" y="1793452"/>
                </a:lnTo>
                <a:lnTo>
                  <a:pt x="1460499" y="1824843"/>
                </a:lnTo>
                <a:lnTo>
                  <a:pt x="1447799" y="1856725"/>
                </a:lnTo>
                <a:lnTo>
                  <a:pt x="1447799" y="2016871"/>
                </a:lnTo>
                <a:lnTo>
                  <a:pt x="1435099" y="2006510"/>
                </a:lnTo>
                <a:lnTo>
                  <a:pt x="1435099" y="1759060"/>
                </a:lnTo>
                <a:lnTo>
                  <a:pt x="1460499" y="1697652"/>
                </a:lnTo>
                <a:lnTo>
                  <a:pt x="1485899" y="1640293"/>
                </a:lnTo>
                <a:lnTo>
                  <a:pt x="1511299" y="1613250"/>
                </a:lnTo>
                <a:lnTo>
                  <a:pt x="1511299" y="1579003"/>
                </a:lnTo>
                <a:lnTo>
                  <a:pt x="1523999" y="1588809"/>
                </a:lnTo>
                <a:lnTo>
                  <a:pt x="1536699" y="1583383"/>
                </a:lnTo>
                <a:close/>
              </a:path>
              <a:path w="5080000" h="3197225">
                <a:moveTo>
                  <a:pt x="1473199" y="0"/>
                </a:moveTo>
                <a:lnTo>
                  <a:pt x="1473199" y="30195"/>
                </a:lnTo>
                <a:lnTo>
                  <a:pt x="1460499" y="40180"/>
                </a:lnTo>
                <a:lnTo>
                  <a:pt x="1460499" y="101192"/>
                </a:lnTo>
                <a:lnTo>
                  <a:pt x="1447799" y="111486"/>
                </a:lnTo>
                <a:lnTo>
                  <a:pt x="1447799" y="285344"/>
                </a:lnTo>
                <a:lnTo>
                  <a:pt x="1435099" y="270793"/>
                </a:lnTo>
                <a:lnTo>
                  <a:pt x="1435099" y="14790"/>
                </a:lnTo>
                <a:lnTo>
                  <a:pt x="1447799" y="0"/>
                </a:lnTo>
                <a:lnTo>
                  <a:pt x="1473199" y="0"/>
                </a:lnTo>
                <a:close/>
              </a:path>
              <a:path w="5080000" h="3197225">
                <a:moveTo>
                  <a:pt x="1460499" y="1919550"/>
                </a:moveTo>
                <a:lnTo>
                  <a:pt x="1460499" y="2047439"/>
                </a:lnTo>
                <a:lnTo>
                  <a:pt x="1447799" y="2037335"/>
                </a:lnTo>
                <a:lnTo>
                  <a:pt x="1447799" y="1909255"/>
                </a:lnTo>
                <a:lnTo>
                  <a:pt x="1460499" y="1919550"/>
                </a:lnTo>
                <a:close/>
              </a:path>
              <a:path w="5080000" h="3197225">
                <a:moveTo>
                  <a:pt x="1460499" y="183697"/>
                </a:moveTo>
                <a:lnTo>
                  <a:pt x="1460499" y="313973"/>
                </a:lnTo>
                <a:lnTo>
                  <a:pt x="1447799" y="299749"/>
                </a:lnTo>
                <a:lnTo>
                  <a:pt x="1447799" y="173403"/>
                </a:lnTo>
                <a:lnTo>
                  <a:pt x="1460499" y="183697"/>
                </a:lnTo>
                <a:close/>
              </a:path>
              <a:path w="5080000" h="3197225">
                <a:moveTo>
                  <a:pt x="1473199" y="1990544"/>
                </a:moveTo>
                <a:lnTo>
                  <a:pt x="1473199" y="2077128"/>
                </a:lnTo>
                <a:lnTo>
                  <a:pt x="1460499" y="2067341"/>
                </a:lnTo>
                <a:lnTo>
                  <a:pt x="1460499" y="1980559"/>
                </a:lnTo>
                <a:lnTo>
                  <a:pt x="1473199" y="1990544"/>
                </a:lnTo>
                <a:close/>
              </a:path>
              <a:path w="5080000" h="3197225">
                <a:moveTo>
                  <a:pt x="1473199" y="254693"/>
                </a:moveTo>
                <a:lnTo>
                  <a:pt x="1473199" y="341784"/>
                </a:lnTo>
                <a:lnTo>
                  <a:pt x="1460499" y="327985"/>
                </a:lnTo>
                <a:lnTo>
                  <a:pt x="1460499" y="244708"/>
                </a:lnTo>
                <a:lnTo>
                  <a:pt x="1473199" y="254693"/>
                </a:lnTo>
                <a:close/>
              </a:path>
              <a:path w="5080000" h="3197225">
                <a:moveTo>
                  <a:pt x="1485899" y="2029761"/>
                </a:moveTo>
                <a:lnTo>
                  <a:pt x="1485899" y="2105792"/>
                </a:lnTo>
                <a:lnTo>
                  <a:pt x="1473199" y="2096365"/>
                </a:lnTo>
                <a:lnTo>
                  <a:pt x="1473199" y="2020081"/>
                </a:lnTo>
                <a:lnTo>
                  <a:pt x="1485899" y="2029761"/>
                </a:lnTo>
                <a:close/>
              </a:path>
              <a:path w="5080000" h="3197225">
                <a:moveTo>
                  <a:pt x="1485899" y="293910"/>
                </a:moveTo>
                <a:lnTo>
                  <a:pt x="1485899" y="368714"/>
                </a:lnTo>
                <a:lnTo>
                  <a:pt x="1473199" y="355371"/>
                </a:lnTo>
                <a:lnTo>
                  <a:pt x="1473199" y="284231"/>
                </a:lnTo>
                <a:lnTo>
                  <a:pt x="1485899" y="293910"/>
                </a:lnTo>
                <a:close/>
              </a:path>
              <a:path w="5080000" h="3197225">
                <a:moveTo>
                  <a:pt x="1498599" y="2058239"/>
                </a:moveTo>
                <a:lnTo>
                  <a:pt x="1498599" y="2124253"/>
                </a:lnTo>
                <a:lnTo>
                  <a:pt x="1485899" y="2115088"/>
                </a:lnTo>
                <a:lnTo>
                  <a:pt x="1485899" y="2048851"/>
                </a:lnTo>
                <a:lnTo>
                  <a:pt x="1498599" y="2058239"/>
                </a:lnTo>
                <a:close/>
              </a:path>
              <a:path w="5080000" h="3197225">
                <a:moveTo>
                  <a:pt x="1511299" y="349891"/>
                </a:moveTo>
                <a:lnTo>
                  <a:pt x="1511299" y="407098"/>
                </a:lnTo>
                <a:lnTo>
                  <a:pt x="1498599" y="394577"/>
                </a:lnTo>
                <a:lnTo>
                  <a:pt x="1485899" y="381783"/>
                </a:lnTo>
                <a:lnTo>
                  <a:pt x="1485899" y="313000"/>
                </a:lnTo>
                <a:lnTo>
                  <a:pt x="1498599" y="322388"/>
                </a:lnTo>
                <a:lnTo>
                  <a:pt x="1498599" y="340839"/>
                </a:lnTo>
                <a:lnTo>
                  <a:pt x="1511299" y="349891"/>
                </a:lnTo>
                <a:close/>
              </a:path>
              <a:path w="5080000" h="3197225">
                <a:moveTo>
                  <a:pt x="1511299" y="2085742"/>
                </a:moveTo>
                <a:lnTo>
                  <a:pt x="1511299" y="2142148"/>
                </a:lnTo>
                <a:lnTo>
                  <a:pt x="1498599" y="2133276"/>
                </a:lnTo>
                <a:lnTo>
                  <a:pt x="1498599" y="2076690"/>
                </a:lnTo>
                <a:lnTo>
                  <a:pt x="1511299" y="2085742"/>
                </a:lnTo>
                <a:close/>
              </a:path>
              <a:path w="5080000" h="3197225">
                <a:moveTo>
                  <a:pt x="1523999" y="2103454"/>
                </a:moveTo>
                <a:lnTo>
                  <a:pt x="1523999" y="2159434"/>
                </a:lnTo>
                <a:lnTo>
                  <a:pt x="1511299" y="2150867"/>
                </a:lnTo>
                <a:lnTo>
                  <a:pt x="1511299" y="2094663"/>
                </a:lnTo>
                <a:lnTo>
                  <a:pt x="1523999" y="2103454"/>
                </a:lnTo>
                <a:close/>
              </a:path>
              <a:path w="5080000" h="3197225">
                <a:moveTo>
                  <a:pt x="1536699" y="2129004"/>
                </a:moveTo>
                <a:lnTo>
                  <a:pt x="1536699" y="2176073"/>
                </a:lnTo>
                <a:lnTo>
                  <a:pt x="1523999" y="2167839"/>
                </a:lnTo>
                <a:lnTo>
                  <a:pt x="1523999" y="2120635"/>
                </a:lnTo>
                <a:lnTo>
                  <a:pt x="1536699" y="2129004"/>
                </a:lnTo>
                <a:close/>
              </a:path>
              <a:path w="5080000" h="3197225">
                <a:moveTo>
                  <a:pt x="1574799" y="2168496"/>
                </a:moveTo>
                <a:lnTo>
                  <a:pt x="1574799" y="2214587"/>
                </a:lnTo>
                <a:lnTo>
                  <a:pt x="1562099" y="2207256"/>
                </a:lnTo>
                <a:lnTo>
                  <a:pt x="1562099" y="2199735"/>
                </a:lnTo>
                <a:lnTo>
                  <a:pt x="1549399" y="2192025"/>
                </a:lnTo>
                <a:lnTo>
                  <a:pt x="1536699" y="2184135"/>
                </a:lnTo>
                <a:lnTo>
                  <a:pt x="1536699" y="2137222"/>
                </a:lnTo>
                <a:lnTo>
                  <a:pt x="1549399" y="2145289"/>
                </a:lnTo>
                <a:lnTo>
                  <a:pt x="1549399" y="2153195"/>
                </a:lnTo>
                <a:lnTo>
                  <a:pt x="1562099" y="2160930"/>
                </a:lnTo>
                <a:lnTo>
                  <a:pt x="1574799" y="2168496"/>
                </a:lnTo>
                <a:close/>
              </a:path>
              <a:path w="5080000" h="3197225">
                <a:moveTo>
                  <a:pt x="1562099" y="1552412"/>
                </a:moveTo>
                <a:lnTo>
                  <a:pt x="1562099" y="1600313"/>
                </a:lnTo>
                <a:lnTo>
                  <a:pt x="1549399" y="1609382"/>
                </a:lnTo>
                <a:lnTo>
                  <a:pt x="1536699" y="1618674"/>
                </a:lnTo>
                <a:lnTo>
                  <a:pt x="1536699" y="1572754"/>
                </a:lnTo>
                <a:lnTo>
                  <a:pt x="1549399" y="1567551"/>
                </a:lnTo>
                <a:lnTo>
                  <a:pt x="1549399" y="1557379"/>
                </a:lnTo>
                <a:lnTo>
                  <a:pt x="1562099" y="1552412"/>
                </a:lnTo>
                <a:close/>
              </a:path>
              <a:path w="5080000" h="3197225">
                <a:moveTo>
                  <a:pt x="1549399" y="409437"/>
                </a:moveTo>
                <a:lnTo>
                  <a:pt x="1549399" y="450892"/>
                </a:lnTo>
                <a:lnTo>
                  <a:pt x="1536699" y="444611"/>
                </a:lnTo>
                <a:lnTo>
                  <a:pt x="1536699" y="401371"/>
                </a:lnTo>
                <a:lnTo>
                  <a:pt x="1549399" y="409437"/>
                </a:lnTo>
                <a:close/>
              </a:path>
              <a:path w="5080000" h="3197225">
                <a:moveTo>
                  <a:pt x="1574799" y="432644"/>
                </a:moveTo>
                <a:lnTo>
                  <a:pt x="1574799" y="480620"/>
                </a:lnTo>
                <a:lnTo>
                  <a:pt x="1562099" y="474905"/>
                </a:lnTo>
                <a:lnTo>
                  <a:pt x="1562099" y="469075"/>
                </a:lnTo>
                <a:lnTo>
                  <a:pt x="1549399" y="463129"/>
                </a:lnTo>
                <a:lnTo>
                  <a:pt x="1549399" y="417343"/>
                </a:lnTo>
                <a:lnTo>
                  <a:pt x="1562099" y="425078"/>
                </a:lnTo>
                <a:lnTo>
                  <a:pt x="1574799" y="432644"/>
                </a:lnTo>
                <a:close/>
              </a:path>
              <a:path w="5080000" h="3197225">
                <a:moveTo>
                  <a:pt x="1587499" y="1533363"/>
                </a:moveTo>
                <a:lnTo>
                  <a:pt x="1587499" y="1574461"/>
                </a:lnTo>
                <a:lnTo>
                  <a:pt x="1574799" y="1582846"/>
                </a:lnTo>
                <a:lnTo>
                  <a:pt x="1562099" y="1591468"/>
                </a:lnTo>
                <a:lnTo>
                  <a:pt x="1562099" y="1547525"/>
                </a:lnTo>
                <a:lnTo>
                  <a:pt x="1574799" y="1542720"/>
                </a:lnTo>
                <a:lnTo>
                  <a:pt x="1574799" y="1538000"/>
                </a:lnTo>
                <a:lnTo>
                  <a:pt x="1587499" y="1533363"/>
                </a:lnTo>
                <a:close/>
              </a:path>
              <a:path w="5080000" h="3197225">
                <a:moveTo>
                  <a:pt x="1600199" y="2196975"/>
                </a:moveTo>
                <a:lnTo>
                  <a:pt x="1600199" y="2235410"/>
                </a:lnTo>
                <a:lnTo>
                  <a:pt x="1587499" y="2228672"/>
                </a:lnTo>
                <a:lnTo>
                  <a:pt x="1574799" y="2221728"/>
                </a:lnTo>
                <a:lnTo>
                  <a:pt x="1574799" y="2175891"/>
                </a:lnTo>
                <a:lnTo>
                  <a:pt x="1587499" y="2183107"/>
                </a:lnTo>
                <a:lnTo>
                  <a:pt x="1587499" y="2190135"/>
                </a:lnTo>
                <a:lnTo>
                  <a:pt x="1600199" y="2196975"/>
                </a:lnTo>
                <a:close/>
              </a:path>
              <a:path w="5080000" h="3197225">
                <a:moveTo>
                  <a:pt x="1587499" y="447254"/>
                </a:moveTo>
                <a:lnTo>
                  <a:pt x="1587499" y="491684"/>
                </a:lnTo>
                <a:lnTo>
                  <a:pt x="1574799" y="486214"/>
                </a:lnTo>
                <a:lnTo>
                  <a:pt x="1574799" y="440038"/>
                </a:lnTo>
                <a:lnTo>
                  <a:pt x="1587499" y="447254"/>
                </a:lnTo>
                <a:close/>
              </a:path>
              <a:path w="5080000" h="3197225">
                <a:moveTo>
                  <a:pt x="1612899" y="1511484"/>
                </a:moveTo>
                <a:lnTo>
                  <a:pt x="1612899" y="1550812"/>
                </a:lnTo>
                <a:lnTo>
                  <a:pt x="1600199" y="1558444"/>
                </a:lnTo>
                <a:lnTo>
                  <a:pt x="1587499" y="1566328"/>
                </a:lnTo>
                <a:lnTo>
                  <a:pt x="1587499" y="1524346"/>
                </a:lnTo>
                <a:lnTo>
                  <a:pt x="1600199" y="1519970"/>
                </a:lnTo>
                <a:lnTo>
                  <a:pt x="1600199" y="1515682"/>
                </a:lnTo>
                <a:lnTo>
                  <a:pt x="1612899" y="1511484"/>
                </a:lnTo>
                <a:close/>
              </a:path>
              <a:path w="5080000" h="3197225">
                <a:moveTo>
                  <a:pt x="1625599" y="480481"/>
                </a:moveTo>
                <a:lnTo>
                  <a:pt x="1625599" y="517141"/>
                </a:lnTo>
                <a:lnTo>
                  <a:pt x="1612899" y="512309"/>
                </a:lnTo>
                <a:lnTo>
                  <a:pt x="1612899" y="507346"/>
                </a:lnTo>
                <a:lnTo>
                  <a:pt x="1600199" y="502252"/>
                </a:lnTo>
                <a:lnTo>
                  <a:pt x="1587499" y="497030"/>
                </a:lnTo>
                <a:lnTo>
                  <a:pt x="1587499" y="454282"/>
                </a:lnTo>
                <a:lnTo>
                  <a:pt x="1600199" y="461121"/>
                </a:lnTo>
                <a:lnTo>
                  <a:pt x="1600199" y="467773"/>
                </a:lnTo>
                <a:lnTo>
                  <a:pt x="1612899" y="474229"/>
                </a:lnTo>
                <a:lnTo>
                  <a:pt x="1625599" y="480481"/>
                </a:lnTo>
                <a:close/>
              </a:path>
              <a:path w="5080000" h="3197225">
                <a:moveTo>
                  <a:pt x="1866899" y="2299031"/>
                </a:moveTo>
                <a:lnTo>
                  <a:pt x="1866899" y="2635804"/>
                </a:lnTo>
                <a:lnTo>
                  <a:pt x="1854199" y="2634118"/>
                </a:lnTo>
                <a:lnTo>
                  <a:pt x="1854199" y="2329771"/>
                </a:lnTo>
                <a:lnTo>
                  <a:pt x="1841499" y="2329257"/>
                </a:lnTo>
                <a:lnTo>
                  <a:pt x="1841499" y="2328484"/>
                </a:lnTo>
                <a:lnTo>
                  <a:pt x="1828799" y="2327452"/>
                </a:lnTo>
                <a:lnTo>
                  <a:pt x="1816099" y="2326160"/>
                </a:lnTo>
                <a:lnTo>
                  <a:pt x="1803399" y="2324611"/>
                </a:lnTo>
                <a:lnTo>
                  <a:pt x="1790699" y="2322807"/>
                </a:lnTo>
                <a:lnTo>
                  <a:pt x="1777999" y="2320746"/>
                </a:lnTo>
                <a:lnTo>
                  <a:pt x="1777999" y="2318429"/>
                </a:lnTo>
                <a:lnTo>
                  <a:pt x="1765299" y="2315859"/>
                </a:lnTo>
                <a:lnTo>
                  <a:pt x="1752599" y="2313039"/>
                </a:lnTo>
                <a:lnTo>
                  <a:pt x="1739899" y="2309969"/>
                </a:lnTo>
                <a:lnTo>
                  <a:pt x="1727199" y="2306648"/>
                </a:lnTo>
                <a:lnTo>
                  <a:pt x="1714499" y="2303081"/>
                </a:lnTo>
                <a:lnTo>
                  <a:pt x="1714499" y="2299272"/>
                </a:lnTo>
                <a:lnTo>
                  <a:pt x="1701799" y="2295220"/>
                </a:lnTo>
                <a:lnTo>
                  <a:pt x="1689099" y="2290926"/>
                </a:lnTo>
                <a:lnTo>
                  <a:pt x="1676399" y="2286394"/>
                </a:lnTo>
                <a:lnTo>
                  <a:pt x="1676399" y="2281631"/>
                </a:lnTo>
                <a:lnTo>
                  <a:pt x="1663699" y="2276635"/>
                </a:lnTo>
                <a:lnTo>
                  <a:pt x="1650999" y="2271407"/>
                </a:lnTo>
                <a:lnTo>
                  <a:pt x="1638299" y="2265952"/>
                </a:lnTo>
                <a:lnTo>
                  <a:pt x="1638299" y="2260278"/>
                </a:lnTo>
                <a:lnTo>
                  <a:pt x="1625599" y="2254384"/>
                </a:lnTo>
                <a:lnTo>
                  <a:pt x="1612899" y="2248270"/>
                </a:lnTo>
                <a:lnTo>
                  <a:pt x="1600199" y="2241943"/>
                </a:lnTo>
                <a:lnTo>
                  <a:pt x="1600199" y="2203627"/>
                </a:lnTo>
                <a:lnTo>
                  <a:pt x="1612899" y="2210083"/>
                </a:lnTo>
                <a:lnTo>
                  <a:pt x="1625599" y="2216336"/>
                </a:lnTo>
                <a:lnTo>
                  <a:pt x="1625599" y="2222385"/>
                </a:lnTo>
                <a:lnTo>
                  <a:pt x="1638299" y="2228230"/>
                </a:lnTo>
                <a:lnTo>
                  <a:pt x="1650999" y="2233865"/>
                </a:lnTo>
                <a:lnTo>
                  <a:pt x="1650999" y="2239282"/>
                </a:lnTo>
                <a:lnTo>
                  <a:pt x="1663699" y="2244481"/>
                </a:lnTo>
                <a:lnTo>
                  <a:pt x="1676399" y="2249463"/>
                </a:lnTo>
                <a:lnTo>
                  <a:pt x="1689099" y="2254222"/>
                </a:lnTo>
                <a:lnTo>
                  <a:pt x="1689099" y="2258751"/>
                </a:lnTo>
                <a:lnTo>
                  <a:pt x="1701799" y="2263051"/>
                </a:lnTo>
                <a:lnTo>
                  <a:pt x="1714499" y="2267122"/>
                </a:lnTo>
                <a:lnTo>
                  <a:pt x="1727199" y="2270958"/>
                </a:lnTo>
                <a:lnTo>
                  <a:pt x="1727199" y="2274556"/>
                </a:lnTo>
                <a:lnTo>
                  <a:pt x="1739899" y="2277915"/>
                </a:lnTo>
                <a:lnTo>
                  <a:pt x="1752599" y="2281036"/>
                </a:lnTo>
                <a:lnTo>
                  <a:pt x="1765299" y="2283913"/>
                </a:lnTo>
                <a:lnTo>
                  <a:pt x="1765299" y="2286545"/>
                </a:lnTo>
                <a:lnTo>
                  <a:pt x="1777999" y="2288931"/>
                </a:lnTo>
                <a:lnTo>
                  <a:pt x="1790699" y="2291071"/>
                </a:lnTo>
                <a:lnTo>
                  <a:pt x="1803399" y="2292962"/>
                </a:lnTo>
                <a:lnTo>
                  <a:pt x="1816099" y="2294603"/>
                </a:lnTo>
                <a:lnTo>
                  <a:pt x="1816099" y="2295992"/>
                </a:lnTo>
                <a:lnTo>
                  <a:pt x="1828799" y="2297131"/>
                </a:lnTo>
                <a:lnTo>
                  <a:pt x="1841499" y="2298018"/>
                </a:lnTo>
                <a:lnTo>
                  <a:pt x="1854199" y="2298651"/>
                </a:lnTo>
                <a:lnTo>
                  <a:pt x="1866899" y="2299031"/>
                </a:lnTo>
                <a:close/>
              </a:path>
              <a:path w="5080000" h="3197225">
                <a:moveTo>
                  <a:pt x="1663699" y="1481254"/>
                </a:moveTo>
                <a:lnTo>
                  <a:pt x="1663699" y="1516727"/>
                </a:lnTo>
                <a:lnTo>
                  <a:pt x="1650999" y="1522986"/>
                </a:lnTo>
                <a:lnTo>
                  <a:pt x="1638299" y="1529530"/>
                </a:lnTo>
                <a:lnTo>
                  <a:pt x="1625599" y="1536349"/>
                </a:lnTo>
                <a:lnTo>
                  <a:pt x="1612899" y="1543443"/>
                </a:lnTo>
                <a:lnTo>
                  <a:pt x="1612899" y="1507376"/>
                </a:lnTo>
                <a:lnTo>
                  <a:pt x="1625599" y="1503361"/>
                </a:lnTo>
                <a:lnTo>
                  <a:pt x="1625599" y="1499439"/>
                </a:lnTo>
                <a:lnTo>
                  <a:pt x="1638299" y="1495610"/>
                </a:lnTo>
                <a:lnTo>
                  <a:pt x="1638299" y="1491876"/>
                </a:lnTo>
                <a:lnTo>
                  <a:pt x="1650999" y="1488239"/>
                </a:lnTo>
                <a:lnTo>
                  <a:pt x="1650999" y="1484698"/>
                </a:lnTo>
                <a:lnTo>
                  <a:pt x="1663699" y="1481254"/>
                </a:lnTo>
                <a:close/>
              </a:path>
              <a:path w="5080000" h="3197225">
                <a:moveTo>
                  <a:pt x="1650999" y="498008"/>
                </a:moveTo>
                <a:lnTo>
                  <a:pt x="1650999" y="535122"/>
                </a:lnTo>
                <a:lnTo>
                  <a:pt x="1638299" y="530833"/>
                </a:lnTo>
                <a:lnTo>
                  <a:pt x="1638299" y="526406"/>
                </a:lnTo>
                <a:lnTo>
                  <a:pt x="1625599" y="521841"/>
                </a:lnTo>
                <a:lnTo>
                  <a:pt x="1625599" y="486530"/>
                </a:lnTo>
                <a:lnTo>
                  <a:pt x="1638299" y="492374"/>
                </a:lnTo>
                <a:lnTo>
                  <a:pt x="1650999" y="498008"/>
                </a:lnTo>
                <a:close/>
              </a:path>
              <a:path w="5080000" h="3197225">
                <a:moveTo>
                  <a:pt x="1765299" y="548049"/>
                </a:moveTo>
                <a:lnTo>
                  <a:pt x="1765299" y="579934"/>
                </a:lnTo>
                <a:lnTo>
                  <a:pt x="1752599" y="577712"/>
                </a:lnTo>
                <a:lnTo>
                  <a:pt x="1739899" y="575336"/>
                </a:lnTo>
                <a:lnTo>
                  <a:pt x="1739899" y="572806"/>
                </a:lnTo>
                <a:lnTo>
                  <a:pt x="1727199" y="570124"/>
                </a:lnTo>
                <a:lnTo>
                  <a:pt x="1714499" y="567289"/>
                </a:lnTo>
                <a:lnTo>
                  <a:pt x="1714499" y="564303"/>
                </a:lnTo>
                <a:lnTo>
                  <a:pt x="1701799" y="561168"/>
                </a:lnTo>
                <a:lnTo>
                  <a:pt x="1701799" y="557884"/>
                </a:lnTo>
                <a:lnTo>
                  <a:pt x="1689099" y="554452"/>
                </a:lnTo>
                <a:lnTo>
                  <a:pt x="1676399" y="550873"/>
                </a:lnTo>
                <a:lnTo>
                  <a:pt x="1676399" y="547150"/>
                </a:lnTo>
                <a:lnTo>
                  <a:pt x="1663699" y="543284"/>
                </a:lnTo>
                <a:lnTo>
                  <a:pt x="1650999" y="539274"/>
                </a:lnTo>
                <a:lnTo>
                  <a:pt x="1650999" y="503425"/>
                </a:lnTo>
                <a:lnTo>
                  <a:pt x="1663699" y="508624"/>
                </a:lnTo>
                <a:lnTo>
                  <a:pt x="1676399" y="513605"/>
                </a:lnTo>
                <a:lnTo>
                  <a:pt x="1689099" y="518363"/>
                </a:lnTo>
                <a:lnTo>
                  <a:pt x="1689099" y="522892"/>
                </a:lnTo>
                <a:lnTo>
                  <a:pt x="1701799" y="527191"/>
                </a:lnTo>
                <a:lnTo>
                  <a:pt x="1714499" y="531261"/>
                </a:lnTo>
                <a:lnTo>
                  <a:pt x="1727199" y="535097"/>
                </a:lnTo>
                <a:lnTo>
                  <a:pt x="1727199" y="538694"/>
                </a:lnTo>
                <a:lnTo>
                  <a:pt x="1739899" y="542053"/>
                </a:lnTo>
                <a:lnTo>
                  <a:pt x="1752599" y="545172"/>
                </a:lnTo>
                <a:lnTo>
                  <a:pt x="1765299" y="548049"/>
                </a:lnTo>
                <a:close/>
              </a:path>
              <a:path w="5080000" h="3197225">
                <a:moveTo>
                  <a:pt x="1727199" y="1452362"/>
                </a:moveTo>
                <a:lnTo>
                  <a:pt x="1727199" y="1485460"/>
                </a:lnTo>
                <a:lnTo>
                  <a:pt x="1714499" y="1489903"/>
                </a:lnTo>
                <a:lnTo>
                  <a:pt x="1701799" y="1494658"/>
                </a:lnTo>
                <a:lnTo>
                  <a:pt x="1689099" y="1499725"/>
                </a:lnTo>
                <a:lnTo>
                  <a:pt x="1676399" y="1505097"/>
                </a:lnTo>
                <a:lnTo>
                  <a:pt x="1663699" y="1510764"/>
                </a:lnTo>
                <a:lnTo>
                  <a:pt x="1663699" y="1477909"/>
                </a:lnTo>
                <a:lnTo>
                  <a:pt x="1676399" y="1474664"/>
                </a:lnTo>
                <a:lnTo>
                  <a:pt x="1676399" y="1471518"/>
                </a:lnTo>
                <a:lnTo>
                  <a:pt x="1689099" y="1468473"/>
                </a:lnTo>
                <a:lnTo>
                  <a:pt x="1689099" y="1465529"/>
                </a:lnTo>
                <a:lnTo>
                  <a:pt x="1701799" y="1462689"/>
                </a:lnTo>
                <a:lnTo>
                  <a:pt x="1701799" y="1459951"/>
                </a:lnTo>
                <a:lnTo>
                  <a:pt x="1714499" y="1457317"/>
                </a:lnTo>
                <a:lnTo>
                  <a:pt x="1714499" y="1454786"/>
                </a:lnTo>
                <a:lnTo>
                  <a:pt x="1727199" y="1452362"/>
                </a:lnTo>
                <a:close/>
              </a:path>
              <a:path w="5080000" h="3197225">
                <a:moveTo>
                  <a:pt x="2184399" y="1546598"/>
                </a:moveTo>
                <a:lnTo>
                  <a:pt x="2184399" y="1591170"/>
                </a:lnTo>
                <a:lnTo>
                  <a:pt x="2171699" y="1580411"/>
                </a:lnTo>
                <a:lnTo>
                  <a:pt x="2158999" y="1570029"/>
                </a:lnTo>
                <a:lnTo>
                  <a:pt x="2120899" y="1541249"/>
                </a:lnTo>
                <a:lnTo>
                  <a:pt x="2082799" y="1516307"/>
                </a:lnTo>
                <a:lnTo>
                  <a:pt x="2044699" y="1495494"/>
                </a:lnTo>
                <a:lnTo>
                  <a:pt x="2006599" y="1479033"/>
                </a:lnTo>
                <a:lnTo>
                  <a:pt x="1968499" y="1467107"/>
                </a:lnTo>
                <a:lnTo>
                  <a:pt x="1943099" y="1464169"/>
                </a:lnTo>
                <a:lnTo>
                  <a:pt x="1930399" y="1461752"/>
                </a:lnTo>
                <a:lnTo>
                  <a:pt x="1917699" y="1459861"/>
                </a:lnTo>
                <a:lnTo>
                  <a:pt x="1904999" y="1458501"/>
                </a:lnTo>
                <a:lnTo>
                  <a:pt x="1892299" y="1457673"/>
                </a:lnTo>
                <a:lnTo>
                  <a:pt x="1879599" y="1457376"/>
                </a:lnTo>
                <a:lnTo>
                  <a:pt x="1866899" y="1457529"/>
                </a:lnTo>
                <a:lnTo>
                  <a:pt x="1828799" y="1460018"/>
                </a:lnTo>
                <a:lnTo>
                  <a:pt x="1790699" y="1465532"/>
                </a:lnTo>
                <a:lnTo>
                  <a:pt x="1752599" y="1474033"/>
                </a:lnTo>
                <a:lnTo>
                  <a:pt x="1727199" y="1481330"/>
                </a:lnTo>
                <a:lnTo>
                  <a:pt x="1727199" y="1450043"/>
                </a:lnTo>
                <a:lnTo>
                  <a:pt x="1739899" y="1447829"/>
                </a:lnTo>
                <a:lnTo>
                  <a:pt x="1739899" y="1445723"/>
                </a:lnTo>
                <a:lnTo>
                  <a:pt x="1752599" y="1443724"/>
                </a:lnTo>
                <a:lnTo>
                  <a:pt x="1752599" y="1441833"/>
                </a:lnTo>
                <a:lnTo>
                  <a:pt x="1765299" y="1440049"/>
                </a:lnTo>
                <a:lnTo>
                  <a:pt x="1765299" y="1438374"/>
                </a:lnTo>
                <a:lnTo>
                  <a:pt x="1777999" y="1436809"/>
                </a:lnTo>
                <a:lnTo>
                  <a:pt x="1790699" y="1435353"/>
                </a:lnTo>
                <a:lnTo>
                  <a:pt x="1790699" y="1434006"/>
                </a:lnTo>
                <a:lnTo>
                  <a:pt x="1803399" y="1432770"/>
                </a:lnTo>
                <a:lnTo>
                  <a:pt x="1803399" y="1431644"/>
                </a:lnTo>
                <a:lnTo>
                  <a:pt x="1816099" y="1430629"/>
                </a:lnTo>
                <a:lnTo>
                  <a:pt x="1816099" y="1429725"/>
                </a:lnTo>
                <a:lnTo>
                  <a:pt x="1828799" y="1428931"/>
                </a:lnTo>
                <a:lnTo>
                  <a:pt x="1828799" y="1428250"/>
                </a:lnTo>
                <a:lnTo>
                  <a:pt x="1841499" y="1427680"/>
                </a:lnTo>
                <a:lnTo>
                  <a:pt x="1841499" y="1427222"/>
                </a:lnTo>
                <a:lnTo>
                  <a:pt x="1854199" y="1426875"/>
                </a:lnTo>
                <a:lnTo>
                  <a:pt x="1866899" y="1426640"/>
                </a:lnTo>
                <a:lnTo>
                  <a:pt x="1879599" y="1426608"/>
                </a:lnTo>
                <a:lnTo>
                  <a:pt x="1892299" y="1426821"/>
                </a:lnTo>
                <a:lnTo>
                  <a:pt x="1892299" y="1427147"/>
                </a:lnTo>
                <a:lnTo>
                  <a:pt x="1904999" y="1427584"/>
                </a:lnTo>
                <a:lnTo>
                  <a:pt x="1917699" y="1428132"/>
                </a:lnTo>
                <a:lnTo>
                  <a:pt x="1917699" y="1428792"/>
                </a:lnTo>
                <a:lnTo>
                  <a:pt x="1930399" y="1429564"/>
                </a:lnTo>
                <a:lnTo>
                  <a:pt x="1930399" y="1430447"/>
                </a:lnTo>
                <a:lnTo>
                  <a:pt x="1943099" y="1431441"/>
                </a:lnTo>
                <a:lnTo>
                  <a:pt x="1943099" y="1432546"/>
                </a:lnTo>
                <a:lnTo>
                  <a:pt x="1955799" y="1433761"/>
                </a:lnTo>
                <a:lnTo>
                  <a:pt x="1955799" y="1435086"/>
                </a:lnTo>
                <a:lnTo>
                  <a:pt x="1968499" y="1436522"/>
                </a:lnTo>
                <a:lnTo>
                  <a:pt x="1981199" y="1438066"/>
                </a:lnTo>
                <a:lnTo>
                  <a:pt x="1981199" y="1439720"/>
                </a:lnTo>
                <a:lnTo>
                  <a:pt x="1993899" y="1441483"/>
                </a:lnTo>
                <a:lnTo>
                  <a:pt x="1993899" y="1443354"/>
                </a:lnTo>
                <a:lnTo>
                  <a:pt x="2006599" y="1445332"/>
                </a:lnTo>
                <a:lnTo>
                  <a:pt x="2006599" y="1447418"/>
                </a:lnTo>
                <a:lnTo>
                  <a:pt x="2019299" y="1449611"/>
                </a:lnTo>
                <a:lnTo>
                  <a:pt x="2019299" y="1451910"/>
                </a:lnTo>
                <a:lnTo>
                  <a:pt x="2031999" y="1454315"/>
                </a:lnTo>
                <a:lnTo>
                  <a:pt x="2031999" y="1456824"/>
                </a:lnTo>
                <a:lnTo>
                  <a:pt x="2044699" y="1459439"/>
                </a:lnTo>
                <a:lnTo>
                  <a:pt x="2044699" y="1462157"/>
                </a:lnTo>
                <a:lnTo>
                  <a:pt x="2057399" y="1464978"/>
                </a:lnTo>
                <a:lnTo>
                  <a:pt x="2057399" y="1467902"/>
                </a:lnTo>
                <a:lnTo>
                  <a:pt x="2070099" y="1470927"/>
                </a:lnTo>
                <a:lnTo>
                  <a:pt x="2070099" y="1474054"/>
                </a:lnTo>
                <a:lnTo>
                  <a:pt x="2082799" y="1477281"/>
                </a:lnTo>
                <a:lnTo>
                  <a:pt x="2082799" y="1480606"/>
                </a:lnTo>
                <a:lnTo>
                  <a:pt x="2095499" y="1484031"/>
                </a:lnTo>
                <a:lnTo>
                  <a:pt x="2095499" y="1487554"/>
                </a:lnTo>
                <a:lnTo>
                  <a:pt x="2108199" y="1491173"/>
                </a:lnTo>
                <a:lnTo>
                  <a:pt x="2108199" y="1494888"/>
                </a:lnTo>
                <a:lnTo>
                  <a:pt x="2120899" y="1498699"/>
                </a:lnTo>
                <a:lnTo>
                  <a:pt x="2120899" y="1502603"/>
                </a:lnTo>
                <a:lnTo>
                  <a:pt x="2133599" y="1506600"/>
                </a:lnTo>
                <a:lnTo>
                  <a:pt x="2133599" y="1510690"/>
                </a:lnTo>
                <a:lnTo>
                  <a:pt x="2146299" y="1514871"/>
                </a:lnTo>
                <a:lnTo>
                  <a:pt x="2146299" y="1519143"/>
                </a:lnTo>
                <a:lnTo>
                  <a:pt x="2158999" y="1523502"/>
                </a:lnTo>
                <a:lnTo>
                  <a:pt x="2158999" y="1532485"/>
                </a:lnTo>
                <a:lnTo>
                  <a:pt x="2171699" y="1537106"/>
                </a:lnTo>
                <a:lnTo>
                  <a:pt x="2171699" y="1541810"/>
                </a:lnTo>
                <a:lnTo>
                  <a:pt x="2184399" y="1546598"/>
                </a:lnTo>
                <a:close/>
              </a:path>
              <a:path w="5080000" h="3197225">
                <a:moveTo>
                  <a:pt x="1816099" y="558734"/>
                </a:moveTo>
                <a:lnTo>
                  <a:pt x="1816099" y="589974"/>
                </a:lnTo>
                <a:lnTo>
                  <a:pt x="1803399" y="588695"/>
                </a:lnTo>
                <a:lnTo>
                  <a:pt x="1790699" y="587258"/>
                </a:lnTo>
                <a:lnTo>
                  <a:pt x="1790699" y="585662"/>
                </a:lnTo>
                <a:lnTo>
                  <a:pt x="1777999" y="583909"/>
                </a:lnTo>
                <a:lnTo>
                  <a:pt x="1765299" y="582000"/>
                </a:lnTo>
                <a:lnTo>
                  <a:pt x="1765299" y="550680"/>
                </a:lnTo>
                <a:lnTo>
                  <a:pt x="1777999" y="553065"/>
                </a:lnTo>
                <a:lnTo>
                  <a:pt x="1790699" y="555204"/>
                </a:lnTo>
                <a:lnTo>
                  <a:pt x="1803399" y="557095"/>
                </a:lnTo>
                <a:lnTo>
                  <a:pt x="1816099" y="558734"/>
                </a:lnTo>
                <a:close/>
              </a:path>
              <a:path w="5080000" h="3197225">
                <a:moveTo>
                  <a:pt x="1981199" y="550660"/>
                </a:moveTo>
                <a:lnTo>
                  <a:pt x="1981199" y="581972"/>
                </a:lnTo>
                <a:lnTo>
                  <a:pt x="1968499" y="583884"/>
                </a:lnTo>
                <a:lnTo>
                  <a:pt x="1968499" y="585639"/>
                </a:lnTo>
                <a:lnTo>
                  <a:pt x="1955799" y="587236"/>
                </a:lnTo>
                <a:lnTo>
                  <a:pt x="1943099" y="588676"/>
                </a:lnTo>
                <a:lnTo>
                  <a:pt x="1943099" y="589957"/>
                </a:lnTo>
                <a:lnTo>
                  <a:pt x="1930399" y="591079"/>
                </a:lnTo>
                <a:lnTo>
                  <a:pt x="1917699" y="592042"/>
                </a:lnTo>
                <a:lnTo>
                  <a:pt x="1917699" y="592845"/>
                </a:lnTo>
                <a:lnTo>
                  <a:pt x="1904999" y="593488"/>
                </a:lnTo>
                <a:lnTo>
                  <a:pt x="1892299" y="593971"/>
                </a:lnTo>
                <a:lnTo>
                  <a:pt x="1892299" y="594293"/>
                </a:lnTo>
                <a:lnTo>
                  <a:pt x="1879599" y="594455"/>
                </a:lnTo>
                <a:lnTo>
                  <a:pt x="1866899" y="594456"/>
                </a:lnTo>
                <a:lnTo>
                  <a:pt x="1866899" y="594296"/>
                </a:lnTo>
                <a:lnTo>
                  <a:pt x="1854199" y="593976"/>
                </a:lnTo>
                <a:lnTo>
                  <a:pt x="1841499" y="593496"/>
                </a:lnTo>
                <a:lnTo>
                  <a:pt x="1841499" y="592855"/>
                </a:lnTo>
                <a:lnTo>
                  <a:pt x="1828799" y="592054"/>
                </a:lnTo>
                <a:lnTo>
                  <a:pt x="1816099" y="591094"/>
                </a:lnTo>
                <a:lnTo>
                  <a:pt x="1816099" y="560123"/>
                </a:lnTo>
                <a:lnTo>
                  <a:pt x="1828799" y="561261"/>
                </a:lnTo>
                <a:lnTo>
                  <a:pt x="1841499" y="562146"/>
                </a:lnTo>
                <a:lnTo>
                  <a:pt x="1854199" y="562779"/>
                </a:lnTo>
                <a:lnTo>
                  <a:pt x="1866899" y="563158"/>
                </a:lnTo>
                <a:lnTo>
                  <a:pt x="1879599" y="563283"/>
                </a:lnTo>
                <a:lnTo>
                  <a:pt x="1879599" y="563156"/>
                </a:lnTo>
                <a:lnTo>
                  <a:pt x="1892299" y="562775"/>
                </a:lnTo>
                <a:lnTo>
                  <a:pt x="1904999" y="562140"/>
                </a:lnTo>
                <a:lnTo>
                  <a:pt x="1917699" y="561253"/>
                </a:lnTo>
                <a:lnTo>
                  <a:pt x="1930399" y="560113"/>
                </a:lnTo>
                <a:lnTo>
                  <a:pt x="1930399" y="558722"/>
                </a:lnTo>
                <a:lnTo>
                  <a:pt x="1943099" y="557081"/>
                </a:lnTo>
                <a:lnTo>
                  <a:pt x="1955799" y="555188"/>
                </a:lnTo>
                <a:lnTo>
                  <a:pt x="1968499" y="553047"/>
                </a:lnTo>
                <a:lnTo>
                  <a:pt x="1981199" y="550660"/>
                </a:lnTo>
                <a:close/>
              </a:path>
              <a:path w="5080000" h="3197225">
                <a:moveTo>
                  <a:pt x="2019299" y="2274556"/>
                </a:moveTo>
                <a:lnTo>
                  <a:pt x="2019299" y="2307628"/>
                </a:lnTo>
                <a:lnTo>
                  <a:pt x="2006599" y="2310816"/>
                </a:lnTo>
                <a:lnTo>
                  <a:pt x="1993899" y="2313764"/>
                </a:lnTo>
                <a:lnTo>
                  <a:pt x="1981199" y="2316473"/>
                </a:lnTo>
                <a:lnTo>
                  <a:pt x="1968499" y="2318943"/>
                </a:lnTo>
                <a:lnTo>
                  <a:pt x="1968499" y="2321171"/>
                </a:lnTo>
                <a:lnTo>
                  <a:pt x="1930399" y="2326388"/>
                </a:lnTo>
                <a:lnTo>
                  <a:pt x="1904999" y="2328637"/>
                </a:lnTo>
                <a:lnTo>
                  <a:pt x="1904999" y="2329390"/>
                </a:lnTo>
                <a:lnTo>
                  <a:pt x="1892299" y="2329896"/>
                </a:lnTo>
                <a:lnTo>
                  <a:pt x="1892299" y="2634118"/>
                </a:lnTo>
                <a:lnTo>
                  <a:pt x="1879599" y="2635804"/>
                </a:lnTo>
                <a:lnTo>
                  <a:pt x="1879599" y="2641831"/>
                </a:lnTo>
                <a:lnTo>
                  <a:pt x="1866899" y="2641831"/>
                </a:lnTo>
                <a:lnTo>
                  <a:pt x="1866899" y="2299158"/>
                </a:lnTo>
                <a:lnTo>
                  <a:pt x="1879599" y="2299031"/>
                </a:lnTo>
                <a:lnTo>
                  <a:pt x="1892299" y="2298651"/>
                </a:lnTo>
                <a:lnTo>
                  <a:pt x="1904999" y="2298018"/>
                </a:lnTo>
                <a:lnTo>
                  <a:pt x="1917699" y="2297131"/>
                </a:lnTo>
                <a:lnTo>
                  <a:pt x="1930399" y="2295992"/>
                </a:lnTo>
                <a:lnTo>
                  <a:pt x="1930399" y="2294603"/>
                </a:lnTo>
                <a:lnTo>
                  <a:pt x="1943099" y="2292962"/>
                </a:lnTo>
                <a:lnTo>
                  <a:pt x="1955799" y="2291071"/>
                </a:lnTo>
                <a:lnTo>
                  <a:pt x="1968499" y="2288931"/>
                </a:lnTo>
                <a:lnTo>
                  <a:pt x="1981199" y="2286545"/>
                </a:lnTo>
                <a:lnTo>
                  <a:pt x="1981199" y="2283913"/>
                </a:lnTo>
                <a:lnTo>
                  <a:pt x="1993899" y="2281036"/>
                </a:lnTo>
                <a:lnTo>
                  <a:pt x="2006599" y="2277915"/>
                </a:lnTo>
                <a:lnTo>
                  <a:pt x="2019299" y="2274556"/>
                </a:lnTo>
                <a:close/>
              </a:path>
              <a:path w="5080000" h="3197225">
                <a:moveTo>
                  <a:pt x="2057399" y="522856"/>
                </a:moveTo>
                <a:lnTo>
                  <a:pt x="2057399" y="557837"/>
                </a:lnTo>
                <a:lnTo>
                  <a:pt x="2044699" y="561124"/>
                </a:lnTo>
                <a:lnTo>
                  <a:pt x="2031999" y="564261"/>
                </a:lnTo>
                <a:lnTo>
                  <a:pt x="2031999" y="567248"/>
                </a:lnTo>
                <a:lnTo>
                  <a:pt x="2019299" y="570085"/>
                </a:lnTo>
                <a:lnTo>
                  <a:pt x="2006599" y="572771"/>
                </a:lnTo>
                <a:lnTo>
                  <a:pt x="2006599" y="575302"/>
                </a:lnTo>
                <a:lnTo>
                  <a:pt x="1993899" y="577680"/>
                </a:lnTo>
                <a:lnTo>
                  <a:pt x="1981199" y="579904"/>
                </a:lnTo>
                <a:lnTo>
                  <a:pt x="1981199" y="548027"/>
                </a:lnTo>
                <a:lnTo>
                  <a:pt x="1993899" y="545148"/>
                </a:lnTo>
                <a:lnTo>
                  <a:pt x="2006599" y="542027"/>
                </a:lnTo>
                <a:lnTo>
                  <a:pt x="2019299" y="538666"/>
                </a:lnTo>
                <a:lnTo>
                  <a:pt x="2019299" y="535067"/>
                </a:lnTo>
                <a:lnTo>
                  <a:pt x="2031999" y="531230"/>
                </a:lnTo>
                <a:lnTo>
                  <a:pt x="2044699" y="527158"/>
                </a:lnTo>
                <a:lnTo>
                  <a:pt x="2057399" y="522856"/>
                </a:lnTo>
                <a:close/>
              </a:path>
              <a:path w="5080000" h="3197225">
                <a:moveTo>
                  <a:pt x="2057399" y="2258751"/>
                </a:moveTo>
                <a:lnTo>
                  <a:pt x="2057399" y="2292541"/>
                </a:lnTo>
                <a:lnTo>
                  <a:pt x="2044699" y="2296661"/>
                </a:lnTo>
                <a:lnTo>
                  <a:pt x="2031999" y="2300549"/>
                </a:lnTo>
                <a:lnTo>
                  <a:pt x="2019299" y="2304204"/>
                </a:lnTo>
                <a:lnTo>
                  <a:pt x="2019299" y="2270958"/>
                </a:lnTo>
                <a:lnTo>
                  <a:pt x="2031999" y="2267122"/>
                </a:lnTo>
                <a:lnTo>
                  <a:pt x="2044699" y="2263051"/>
                </a:lnTo>
                <a:lnTo>
                  <a:pt x="2057399" y="2258751"/>
                </a:lnTo>
                <a:close/>
              </a:path>
              <a:path w="5080000" h="3197225">
                <a:moveTo>
                  <a:pt x="2095499" y="2239282"/>
                </a:moveTo>
                <a:lnTo>
                  <a:pt x="2095499" y="2273815"/>
                </a:lnTo>
                <a:lnTo>
                  <a:pt x="2082799" y="2278831"/>
                </a:lnTo>
                <a:lnTo>
                  <a:pt x="2070099" y="2283623"/>
                </a:lnTo>
                <a:lnTo>
                  <a:pt x="2057399" y="2288194"/>
                </a:lnTo>
                <a:lnTo>
                  <a:pt x="2057399" y="2254222"/>
                </a:lnTo>
                <a:lnTo>
                  <a:pt x="2070099" y="2249463"/>
                </a:lnTo>
                <a:lnTo>
                  <a:pt x="2082799" y="2244481"/>
                </a:lnTo>
                <a:lnTo>
                  <a:pt x="2095499" y="2239282"/>
                </a:lnTo>
                <a:close/>
              </a:path>
              <a:path w="5080000" h="3197225">
                <a:moveTo>
                  <a:pt x="2095499" y="503382"/>
                </a:moveTo>
                <a:lnTo>
                  <a:pt x="2095499" y="539216"/>
                </a:lnTo>
                <a:lnTo>
                  <a:pt x="2082799" y="543228"/>
                </a:lnTo>
                <a:lnTo>
                  <a:pt x="2070099" y="547098"/>
                </a:lnTo>
                <a:lnTo>
                  <a:pt x="2070099" y="550823"/>
                </a:lnTo>
                <a:lnTo>
                  <a:pt x="2057399" y="554402"/>
                </a:lnTo>
                <a:lnTo>
                  <a:pt x="2057399" y="518326"/>
                </a:lnTo>
                <a:lnTo>
                  <a:pt x="2070099" y="513566"/>
                </a:lnTo>
                <a:lnTo>
                  <a:pt x="2082799" y="508583"/>
                </a:lnTo>
                <a:lnTo>
                  <a:pt x="2095499" y="503382"/>
                </a:lnTo>
                <a:close/>
              </a:path>
              <a:path w="5080000" h="3197225">
                <a:moveTo>
                  <a:pt x="2158999" y="2190135"/>
                </a:moveTo>
                <a:lnTo>
                  <a:pt x="2158999" y="2232801"/>
                </a:lnTo>
                <a:lnTo>
                  <a:pt x="2146299" y="2239270"/>
                </a:lnTo>
                <a:lnTo>
                  <a:pt x="2133599" y="2245541"/>
                </a:lnTo>
                <a:lnTo>
                  <a:pt x="2133599" y="2251614"/>
                </a:lnTo>
                <a:lnTo>
                  <a:pt x="2120899" y="2257482"/>
                </a:lnTo>
                <a:lnTo>
                  <a:pt x="2108199" y="2263138"/>
                </a:lnTo>
                <a:lnTo>
                  <a:pt x="2095499" y="2268582"/>
                </a:lnTo>
                <a:lnTo>
                  <a:pt x="2095499" y="2233865"/>
                </a:lnTo>
                <a:lnTo>
                  <a:pt x="2108199" y="2228230"/>
                </a:lnTo>
                <a:lnTo>
                  <a:pt x="2120899" y="2222385"/>
                </a:lnTo>
                <a:lnTo>
                  <a:pt x="2120899" y="2216336"/>
                </a:lnTo>
                <a:lnTo>
                  <a:pt x="2133599" y="2210083"/>
                </a:lnTo>
                <a:lnTo>
                  <a:pt x="2146299" y="2203627"/>
                </a:lnTo>
                <a:lnTo>
                  <a:pt x="2146299" y="2196975"/>
                </a:lnTo>
                <a:lnTo>
                  <a:pt x="2158999" y="2190135"/>
                </a:lnTo>
                <a:close/>
              </a:path>
              <a:path w="5080000" h="3197225">
                <a:moveTo>
                  <a:pt x="2120899" y="486482"/>
                </a:moveTo>
                <a:lnTo>
                  <a:pt x="2120899" y="521775"/>
                </a:lnTo>
                <a:lnTo>
                  <a:pt x="2108199" y="526342"/>
                </a:lnTo>
                <a:lnTo>
                  <a:pt x="2108199" y="530773"/>
                </a:lnTo>
                <a:lnTo>
                  <a:pt x="2095499" y="535064"/>
                </a:lnTo>
                <a:lnTo>
                  <a:pt x="2095499" y="497964"/>
                </a:lnTo>
                <a:lnTo>
                  <a:pt x="2108199" y="492329"/>
                </a:lnTo>
                <a:lnTo>
                  <a:pt x="2120899" y="486482"/>
                </a:lnTo>
                <a:close/>
              </a:path>
              <a:path w="5080000" h="3197225">
                <a:moveTo>
                  <a:pt x="2146299" y="467721"/>
                </a:moveTo>
                <a:lnTo>
                  <a:pt x="2146299" y="507275"/>
                </a:lnTo>
                <a:lnTo>
                  <a:pt x="2133599" y="512242"/>
                </a:lnTo>
                <a:lnTo>
                  <a:pt x="2120899" y="517075"/>
                </a:lnTo>
                <a:lnTo>
                  <a:pt x="2120899" y="480432"/>
                </a:lnTo>
                <a:lnTo>
                  <a:pt x="2133599" y="474178"/>
                </a:lnTo>
                <a:lnTo>
                  <a:pt x="2146299" y="467721"/>
                </a:lnTo>
                <a:close/>
              </a:path>
              <a:path w="5080000" h="3197225">
                <a:moveTo>
                  <a:pt x="2158999" y="454226"/>
                </a:moveTo>
                <a:lnTo>
                  <a:pt x="2158999" y="496957"/>
                </a:lnTo>
                <a:lnTo>
                  <a:pt x="2146299" y="502179"/>
                </a:lnTo>
                <a:lnTo>
                  <a:pt x="2146299" y="461067"/>
                </a:lnTo>
                <a:lnTo>
                  <a:pt x="2158999" y="454226"/>
                </a:lnTo>
                <a:close/>
              </a:path>
              <a:path w="5080000" h="3197225">
                <a:moveTo>
                  <a:pt x="2171699" y="2175891"/>
                </a:moveTo>
                <a:lnTo>
                  <a:pt x="2171699" y="2219274"/>
                </a:lnTo>
                <a:lnTo>
                  <a:pt x="2158999" y="2226133"/>
                </a:lnTo>
                <a:lnTo>
                  <a:pt x="2158999" y="2183107"/>
                </a:lnTo>
                <a:lnTo>
                  <a:pt x="2171699" y="2175891"/>
                </a:lnTo>
                <a:close/>
              </a:path>
              <a:path w="5080000" h="3197225">
                <a:moveTo>
                  <a:pt x="2171699" y="439980"/>
                </a:moveTo>
                <a:lnTo>
                  <a:pt x="2171699" y="486136"/>
                </a:lnTo>
                <a:lnTo>
                  <a:pt x="2158999" y="491610"/>
                </a:lnTo>
                <a:lnTo>
                  <a:pt x="2158999" y="447197"/>
                </a:lnTo>
                <a:lnTo>
                  <a:pt x="2171699" y="439980"/>
                </a:lnTo>
                <a:close/>
              </a:path>
              <a:path w="5080000" h="3197225">
                <a:moveTo>
                  <a:pt x="2197099" y="2153195"/>
                </a:moveTo>
                <a:lnTo>
                  <a:pt x="2197099" y="2197595"/>
                </a:lnTo>
                <a:lnTo>
                  <a:pt x="2184399" y="2205005"/>
                </a:lnTo>
                <a:lnTo>
                  <a:pt x="2171699" y="2212231"/>
                </a:lnTo>
                <a:lnTo>
                  <a:pt x="2171699" y="2168496"/>
                </a:lnTo>
                <a:lnTo>
                  <a:pt x="2184399" y="2160930"/>
                </a:lnTo>
                <a:lnTo>
                  <a:pt x="2197099" y="2153195"/>
                </a:lnTo>
                <a:close/>
              </a:path>
              <a:path w="5080000" h="3197225">
                <a:moveTo>
                  <a:pt x="2197099" y="417280"/>
                </a:moveTo>
                <a:lnTo>
                  <a:pt x="2197099" y="463044"/>
                </a:lnTo>
                <a:lnTo>
                  <a:pt x="2184399" y="468994"/>
                </a:lnTo>
                <a:lnTo>
                  <a:pt x="2184399" y="474826"/>
                </a:lnTo>
                <a:lnTo>
                  <a:pt x="2171699" y="480540"/>
                </a:lnTo>
                <a:lnTo>
                  <a:pt x="2171699" y="432584"/>
                </a:lnTo>
                <a:lnTo>
                  <a:pt x="2184399" y="425017"/>
                </a:lnTo>
                <a:lnTo>
                  <a:pt x="2197099" y="417280"/>
                </a:lnTo>
                <a:close/>
              </a:path>
              <a:path w="5080000" h="3197225">
                <a:moveTo>
                  <a:pt x="2222499" y="1587764"/>
                </a:moveTo>
                <a:lnTo>
                  <a:pt x="2222499" y="1637725"/>
                </a:lnTo>
                <a:lnTo>
                  <a:pt x="2209799" y="1625599"/>
                </a:lnTo>
                <a:lnTo>
                  <a:pt x="2197099" y="1613792"/>
                </a:lnTo>
                <a:lnTo>
                  <a:pt x="2184399" y="1602307"/>
                </a:lnTo>
                <a:lnTo>
                  <a:pt x="2184399" y="1556422"/>
                </a:lnTo>
                <a:lnTo>
                  <a:pt x="2197099" y="1561453"/>
                </a:lnTo>
                <a:lnTo>
                  <a:pt x="2197099" y="1566563"/>
                </a:lnTo>
                <a:lnTo>
                  <a:pt x="2209799" y="1571751"/>
                </a:lnTo>
                <a:lnTo>
                  <a:pt x="2209799" y="1582353"/>
                </a:lnTo>
                <a:lnTo>
                  <a:pt x="2222499" y="1587764"/>
                </a:lnTo>
                <a:close/>
              </a:path>
              <a:path w="5080000" h="3197225">
                <a:moveTo>
                  <a:pt x="2209799" y="2137222"/>
                </a:moveTo>
                <a:lnTo>
                  <a:pt x="2209799" y="2182258"/>
                </a:lnTo>
                <a:lnTo>
                  <a:pt x="2197099" y="2190010"/>
                </a:lnTo>
                <a:lnTo>
                  <a:pt x="2197099" y="2145289"/>
                </a:lnTo>
                <a:lnTo>
                  <a:pt x="2209799" y="2137222"/>
                </a:lnTo>
                <a:close/>
              </a:path>
              <a:path w="5080000" h="3197225">
                <a:moveTo>
                  <a:pt x="2209799" y="401305"/>
                </a:moveTo>
                <a:lnTo>
                  <a:pt x="2209799" y="450806"/>
                </a:lnTo>
                <a:lnTo>
                  <a:pt x="2197099" y="456980"/>
                </a:lnTo>
                <a:lnTo>
                  <a:pt x="2197099" y="409373"/>
                </a:lnTo>
                <a:lnTo>
                  <a:pt x="2209799" y="401305"/>
                </a:lnTo>
                <a:close/>
              </a:path>
              <a:path w="5080000" h="3197225">
                <a:moveTo>
                  <a:pt x="2222499" y="2120635"/>
                </a:moveTo>
                <a:lnTo>
                  <a:pt x="2222499" y="2166251"/>
                </a:lnTo>
                <a:lnTo>
                  <a:pt x="2209799" y="2174338"/>
                </a:lnTo>
                <a:lnTo>
                  <a:pt x="2209799" y="2129004"/>
                </a:lnTo>
                <a:lnTo>
                  <a:pt x="2222499" y="2120635"/>
                </a:lnTo>
                <a:close/>
              </a:path>
              <a:path w="5080000" h="3197225">
                <a:moveTo>
                  <a:pt x="2222499" y="384717"/>
                </a:moveTo>
                <a:lnTo>
                  <a:pt x="2222499" y="431633"/>
                </a:lnTo>
                <a:lnTo>
                  <a:pt x="2209799" y="438131"/>
                </a:lnTo>
                <a:lnTo>
                  <a:pt x="2209799" y="393087"/>
                </a:lnTo>
                <a:lnTo>
                  <a:pt x="2222499" y="384717"/>
                </a:lnTo>
                <a:close/>
              </a:path>
              <a:path w="5080000" h="3197225">
                <a:moveTo>
                  <a:pt x="2235199" y="2094663"/>
                </a:moveTo>
                <a:lnTo>
                  <a:pt x="2235199" y="2149612"/>
                </a:lnTo>
                <a:lnTo>
                  <a:pt x="2222499" y="2158006"/>
                </a:lnTo>
                <a:lnTo>
                  <a:pt x="2222499" y="2103455"/>
                </a:lnTo>
                <a:lnTo>
                  <a:pt x="2235199" y="2094663"/>
                </a:lnTo>
                <a:close/>
              </a:path>
              <a:path w="5080000" h="3197225">
                <a:moveTo>
                  <a:pt x="2247899" y="1621701"/>
                </a:moveTo>
                <a:lnTo>
                  <a:pt x="2247899" y="1675902"/>
                </a:lnTo>
                <a:lnTo>
                  <a:pt x="2235199" y="1662909"/>
                </a:lnTo>
                <a:lnTo>
                  <a:pt x="2222499" y="1650173"/>
                </a:lnTo>
                <a:lnTo>
                  <a:pt x="2222499" y="1598804"/>
                </a:lnTo>
                <a:lnTo>
                  <a:pt x="2235199" y="1604427"/>
                </a:lnTo>
                <a:lnTo>
                  <a:pt x="2235199" y="1615877"/>
                </a:lnTo>
                <a:lnTo>
                  <a:pt x="2247899" y="1621701"/>
                </a:lnTo>
                <a:close/>
              </a:path>
              <a:path w="5080000" h="3197225">
                <a:moveTo>
                  <a:pt x="2235199" y="358742"/>
                </a:moveTo>
                <a:lnTo>
                  <a:pt x="2235199" y="418337"/>
                </a:lnTo>
                <a:lnTo>
                  <a:pt x="2222499" y="425035"/>
                </a:lnTo>
                <a:lnTo>
                  <a:pt x="2222499" y="367534"/>
                </a:lnTo>
                <a:lnTo>
                  <a:pt x="2235199" y="358742"/>
                </a:lnTo>
                <a:close/>
              </a:path>
              <a:path w="5080000" h="3197225">
                <a:moveTo>
                  <a:pt x="2247899" y="2076690"/>
                </a:moveTo>
                <a:lnTo>
                  <a:pt x="2247899" y="2132376"/>
                </a:lnTo>
                <a:lnTo>
                  <a:pt x="2235199" y="2141069"/>
                </a:lnTo>
                <a:lnTo>
                  <a:pt x="2235199" y="2085742"/>
                </a:lnTo>
                <a:lnTo>
                  <a:pt x="2247899" y="2076690"/>
                </a:lnTo>
                <a:close/>
              </a:path>
              <a:path w="5080000" h="3197225">
                <a:moveTo>
                  <a:pt x="2247899" y="340767"/>
                </a:moveTo>
                <a:lnTo>
                  <a:pt x="2247899" y="397659"/>
                </a:lnTo>
                <a:lnTo>
                  <a:pt x="2235199" y="404644"/>
                </a:lnTo>
                <a:lnTo>
                  <a:pt x="2235199" y="349820"/>
                </a:lnTo>
                <a:lnTo>
                  <a:pt x="2247899" y="340767"/>
                </a:lnTo>
                <a:close/>
              </a:path>
              <a:path w="5080000" h="3197225">
                <a:moveTo>
                  <a:pt x="2260599" y="2048851"/>
                </a:moveTo>
                <a:lnTo>
                  <a:pt x="2260599" y="2114582"/>
                </a:lnTo>
                <a:lnTo>
                  <a:pt x="2247899" y="2123544"/>
                </a:lnTo>
                <a:lnTo>
                  <a:pt x="2247899" y="2058239"/>
                </a:lnTo>
                <a:lnTo>
                  <a:pt x="2260599" y="2048851"/>
                </a:lnTo>
                <a:close/>
              </a:path>
              <a:path w="5080000" h="3197225">
                <a:moveTo>
                  <a:pt x="2285999" y="1683187"/>
                </a:moveTo>
                <a:lnTo>
                  <a:pt x="2285999" y="1788366"/>
                </a:lnTo>
                <a:lnTo>
                  <a:pt x="2260599" y="1702659"/>
                </a:lnTo>
                <a:lnTo>
                  <a:pt x="2247899" y="1689152"/>
                </a:lnTo>
                <a:lnTo>
                  <a:pt x="2247899" y="1633535"/>
                </a:lnTo>
                <a:lnTo>
                  <a:pt x="2260599" y="1639546"/>
                </a:lnTo>
                <a:lnTo>
                  <a:pt x="2260599" y="1651742"/>
                </a:lnTo>
                <a:lnTo>
                  <a:pt x="2273299" y="1657924"/>
                </a:lnTo>
                <a:lnTo>
                  <a:pt x="2273299" y="1676795"/>
                </a:lnTo>
                <a:lnTo>
                  <a:pt x="2285999" y="1683187"/>
                </a:lnTo>
                <a:close/>
              </a:path>
              <a:path w="5080000" h="3197225">
                <a:moveTo>
                  <a:pt x="2260599" y="312925"/>
                </a:moveTo>
                <a:lnTo>
                  <a:pt x="2260599" y="383417"/>
                </a:lnTo>
                <a:lnTo>
                  <a:pt x="2247899" y="390584"/>
                </a:lnTo>
                <a:lnTo>
                  <a:pt x="2247899" y="322314"/>
                </a:lnTo>
                <a:lnTo>
                  <a:pt x="2260599" y="312925"/>
                </a:lnTo>
                <a:close/>
              </a:path>
              <a:path w="5080000" h="3197225">
                <a:moveTo>
                  <a:pt x="2273299" y="2020081"/>
                </a:moveTo>
                <a:lnTo>
                  <a:pt x="2273299" y="2096267"/>
                </a:lnTo>
                <a:lnTo>
                  <a:pt x="2260599" y="2105489"/>
                </a:lnTo>
                <a:lnTo>
                  <a:pt x="2260599" y="2029761"/>
                </a:lnTo>
                <a:lnTo>
                  <a:pt x="2273299" y="2020081"/>
                </a:lnTo>
                <a:close/>
              </a:path>
              <a:path w="5080000" h="3197225">
                <a:moveTo>
                  <a:pt x="2273299" y="284153"/>
                </a:moveTo>
                <a:lnTo>
                  <a:pt x="2273299" y="361421"/>
                </a:lnTo>
                <a:lnTo>
                  <a:pt x="2260599" y="368834"/>
                </a:lnTo>
                <a:lnTo>
                  <a:pt x="2260599" y="293833"/>
                </a:lnTo>
                <a:lnTo>
                  <a:pt x="2273299" y="284153"/>
                </a:lnTo>
                <a:close/>
              </a:path>
              <a:path w="5080000" h="3197225">
                <a:moveTo>
                  <a:pt x="2285999" y="1980559"/>
                </a:moveTo>
                <a:lnTo>
                  <a:pt x="2285999" y="2067911"/>
                </a:lnTo>
                <a:lnTo>
                  <a:pt x="2273299" y="2077473"/>
                </a:lnTo>
                <a:lnTo>
                  <a:pt x="2273299" y="1990544"/>
                </a:lnTo>
                <a:lnTo>
                  <a:pt x="2285999" y="1980559"/>
                </a:lnTo>
                <a:close/>
              </a:path>
              <a:path w="5080000" h="3197225">
                <a:moveTo>
                  <a:pt x="2285999" y="244628"/>
                </a:moveTo>
                <a:lnTo>
                  <a:pt x="2285999" y="338723"/>
                </a:lnTo>
                <a:lnTo>
                  <a:pt x="2273299" y="346361"/>
                </a:lnTo>
                <a:lnTo>
                  <a:pt x="2273299" y="254613"/>
                </a:lnTo>
                <a:lnTo>
                  <a:pt x="2285999" y="244628"/>
                </a:lnTo>
                <a:close/>
              </a:path>
              <a:path w="5080000" h="3197225">
                <a:moveTo>
                  <a:pt x="2298699" y="0"/>
                </a:moveTo>
                <a:lnTo>
                  <a:pt x="2298699" y="111536"/>
                </a:lnTo>
                <a:lnTo>
                  <a:pt x="2285999" y="101244"/>
                </a:lnTo>
                <a:lnTo>
                  <a:pt x="2285999" y="40254"/>
                </a:lnTo>
                <a:lnTo>
                  <a:pt x="2273299" y="30272"/>
                </a:lnTo>
                <a:lnTo>
                  <a:pt x="2273299" y="0"/>
                </a:lnTo>
                <a:lnTo>
                  <a:pt x="2298699" y="0"/>
                </a:lnTo>
                <a:close/>
              </a:path>
              <a:path w="5080000" h="3197225">
                <a:moveTo>
                  <a:pt x="2298699" y="1909255"/>
                </a:moveTo>
                <a:lnTo>
                  <a:pt x="2298699" y="2038612"/>
                </a:lnTo>
                <a:lnTo>
                  <a:pt x="2285999" y="2048470"/>
                </a:lnTo>
                <a:lnTo>
                  <a:pt x="2285999" y="1919549"/>
                </a:lnTo>
                <a:lnTo>
                  <a:pt x="2298699" y="1909255"/>
                </a:lnTo>
                <a:close/>
              </a:path>
              <a:path w="5080000" h="3197225">
                <a:moveTo>
                  <a:pt x="2324099" y="1817896"/>
                </a:moveTo>
                <a:lnTo>
                  <a:pt x="2324099" y="1957008"/>
                </a:lnTo>
                <a:lnTo>
                  <a:pt x="2311399" y="1967418"/>
                </a:lnTo>
                <a:lnTo>
                  <a:pt x="2311399" y="2008518"/>
                </a:lnTo>
                <a:lnTo>
                  <a:pt x="2298699" y="2018630"/>
                </a:lnTo>
                <a:lnTo>
                  <a:pt x="2298699" y="1878298"/>
                </a:lnTo>
                <a:lnTo>
                  <a:pt x="2285999" y="1832804"/>
                </a:lnTo>
                <a:lnTo>
                  <a:pt x="2285999" y="1689628"/>
                </a:lnTo>
                <a:lnTo>
                  <a:pt x="2311399" y="1774110"/>
                </a:lnTo>
                <a:lnTo>
                  <a:pt x="2324099" y="1817896"/>
                </a:lnTo>
                <a:close/>
              </a:path>
              <a:path w="5080000" h="3197225">
                <a:moveTo>
                  <a:pt x="2298699" y="173320"/>
                </a:moveTo>
                <a:lnTo>
                  <a:pt x="2298699" y="307498"/>
                </a:lnTo>
                <a:lnTo>
                  <a:pt x="2285999" y="315398"/>
                </a:lnTo>
                <a:lnTo>
                  <a:pt x="2285999" y="183615"/>
                </a:lnTo>
                <a:lnTo>
                  <a:pt x="2298699" y="173320"/>
                </a:lnTo>
                <a:close/>
              </a:path>
              <a:path w="5080000" h="3197225">
                <a:moveTo>
                  <a:pt x="2311399" y="12185"/>
                </a:moveTo>
                <a:lnTo>
                  <a:pt x="2311399" y="267173"/>
                </a:lnTo>
                <a:lnTo>
                  <a:pt x="2298699" y="275337"/>
                </a:lnTo>
                <a:lnTo>
                  <a:pt x="2298699" y="2072"/>
                </a:lnTo>
                <a:lnTo>
                  <a:pt x="2311399" y="12185"/>
                </a:lnTo>
                <a:close/>
              </a:path>
              <a:path w="5080000" h="3197225">
                <a:moveTo>
                  <a:pt x="2324099" y="63703"/>
                </a:moveTo>
                <a:lnTo>
                  <a:pt x="2324099" y="217352"/>
                </a:lnTo>
                <a:lnTo>
                  <a:pt x="2311399" y="225740"/>
                </a:lnTo>
                <a:lnTo>
                  <a:pt x="2311399" y="53292"/>
                </a:lnTo>
                <a:lnTo>
                  <a:pt x="2324099" y="63703"/>
                </a:lnTo>
                <a:close/>
              </a:path>
              <a:path w="5080000" h="3197225">
                <a:moveTo>
                  <a:pt x="2743199" y="1861464"/>
                </a:moveTo>
                <a:lnTo>
                  <a:pt x="2743199" y="1892576"/>
                </a:lnTo>
                <a:lnTo>
                  <a:pt x="2628899" y="1892576"/>
                </a:lnTo>
                <a:lnTo>
                  <a:pt x="2628899" y="1893833"/>
                </a:lnTo>
                <a:lnTo>
                  <a:pt x="2324099" y="1893823"/>
                </a:lnTo>
                <a:lnTo>
                  <a:pt x="2324099" y="1862711"/>
                </a:lnTo>
                <a:lnTo>
                  <a:pt x="2438399" y="1862711"/>
                </a:lnTo>
                <a:lnTo>
                  <a:pt x="2451099" y="1861862"/>
                </a:lnTo>
                <a:lnTo>
                  <a:pt x="2451099" y="1861464"/>
                </a:lnTo>
                <a:lnTo>
                  <a:pt x="2743199" y="1861464"/>
                </a:lnTo>
                <a:close/>
              </a:path>
              <a:path w="5080000" h="3197225">
                <a:moveTo>
                  <a:pt x="2628899" y="126899"/>
                </a:moveTo>
                <a:lnTo>
                  <a:pt x="2628899" y="158074"/>
                </a:lnTo>
                <a:lnTo>
                  <a:pt x="2324099" y="158074"/>
                </a:lnTo>
                <a:lnTo>
                  <a:pt x="2324099" y="126899"/>
                </a:lnTo>
                <a:lnTo>
                  <a:pt x="2628899" y="126899"/>
                </a:lnTo>
                <a:close/>
              </a:path>
              <a:path w="5080000" h="3197225">
                <a:moveTo>
                  <a:pt x="2641599" y="138431"/>
                </a:moveTo>
                <a:lnTo>
                  <a:pt x="2641599" y="146542"/>
                </a:lnTo>
                <a:lnTo>
                  <a:pt x="2628899" y="150361"/>
                </a:lnTo>
                <a:lnTo>
                  <a:pt x="2628899" y="134612"/>
                </a:lnTo>
                <a:lnTo>
                  <a:pt x="2641599" y="138431"/>
                </a:lnTo>
                <a:close/>
              </a:path>
              <a:path w="5080000" h="3197225">
                <a:moveTo>
                  <a:pt x="2793999" y="1980164"/>
                </a:moveTo>
                <a:lnTo>
                  <a:pt x="2793999" y="2072044"/>
                </a:lnTo>
                <a:lnTo>
                  <a:pt x="2781299" y="2065596"/>
                </a:lnTo>
                <a:lnTo>
                  <a:pt x="2768599" y="2023890"/>
                </a:lnTo>
                <a:lnTo>
                  <a:pt x="2743199" y="1937380"/>
                </a:lnTo>
                <a:lnTo>
                  <a:pt x="2743199" y="1819224"/>
                </a:lnTo>
                <a:lnTo>
                  <a:pt x="2755899" y="1808727"/>
                </a:lnTo>
                <a:lnTo>
                  <a:pt x="2755899" y="1756940"/>
                </a:lnTo>
                <a:lnTo>
                  <a:pt x="2768599" y="1746760"/>
                </a:lnTo>
                <a:lnTo>
                  <a:pt x="2768599" y="1716664"/>
                </a:lnTo>
                <a:lnTo>
                  <a:pt x="2781299" y="1706805"/>
                </a:lnTo>
                <a:lnTo>
                  <a:pt x="2781299" y="1973701"/>
                </a:lnTo>
                <a:lnTo>
                  <a:pt x="2793999" y="1980164"/>
                </a:lnTo>
                <a:close/>
              </a:path>
              <a:path w="5080000" h="3197225">
                <a:moveTo>
                  <a:pt x="2793999" y="1677801"/>
                </a:moveTo>
                <a:lnTo>
                  <a:pt x="2793999" y="1775947"/>
                </a:lnTo>
                <a:lnTo>
                  <a:pt x="2781299" y="1782420"/>
                </a:lnTo>
                <a:lnTo>
                  <a:pt x="2781299" y="1687363"/>
                </a:lnTo>
                <a:lnTo>
                  <a:pt x="2793999" y="1677801"/>
                </a:lnTo>
                <a:close/>
              </a:path>
              <a:path w="5080000" h="3197225">
                <a:moveTo>
                  <a:pt x="2806699" y="2018350"/>
                </a:moveTo>
                <a:lnTo>
                  <a:pt x="2806699" y="2097330"/>
                </a:lnTo>
                <a:lnTo>
                  <a:pt x="2793999" y="2091086"/>
                </a:lnTo>
                <a:lnTo>
                  <a:pt x="2793999" y="2012065"/>
                </a:lnTo>
                <a:lnTo>
                  <a:pt x="2806699" y="2018350"/>
                </a:lnTo>
                <a:close/>
              </a:path>
              <a:path w="5080000" h="3197225">
                <a:moveTo>
                  <a:pt x="2806699" y="1659006"/>
                </a:moveTo>
                <a:lnTo>
                  <a:pt x="2806699" y="1731442"/>
                </a:lnTo>
                <a:lnTo>
                  <a:pt x="2793999" y="1737703"/>
                </a:lnTo>
                <a:lnTo>
                  <a:pt x="2793999" y="1668348"/>
                </a:lnTo>
                <a:lnTo>
                  <a:pt x="2806699" y="1659006"/>
                </a:lnTo>
                <a:close/>
              </a:path>
              <a:path w="5080000" h="3197225">
                <a:moveTo>
                  <a:pt x="2819399" y="2049213"/>
                </a:moveTo>
                <a:lnTo>
                  <a:pt x="2819399" y="2115726"/>
                </a:lnTo>
                <a:lnTo>
                  <a:pt x="2806699" y="2109650"/>
                </a:lnTo>
                <a:lnTo>
                  <a:pt x="2806699" y="2043121"/>
                </a:lnTo>
                <a:lnTo>
                  <a:pt x="2819399" y="2049213"/>
                </a:lnTo>
                <a:close/>
              </a:path>
              <a:path w="5080000" h="3197225">
                <a:moveTo>
                  <a:pt x="2819399" y="1631728"/>
                </a:moveTo>
                <a:lnTo>
                  <a:pt x="2819399" y="1700711"/>
                </a:lnTo>
                <a:lnTo>
                  <a:pt x="2806699" y="1706776"/>
                </a:lnTo>
                <a:lnTo>
                  <a:pt x="2806699" y="1640691"/>
                </a:lnTo>
                <a:lnTo>
                  <a:pt x="2819399" y="1631728"/>
                </a:lnTo>
                <a:close/>
              </a:path>
              <a:path w="5080000" h="3197225">
                <a:moveTo>
                  <a:pt x="2832099" y="2079000"/>
                </a:moveTo>
                <a:lnTo>
                  <a:pt x="2832099" y="2139418"/>
                </a:lnTo>
                <a:lnTo>
                  <a:pt x="2819399" y="2133588"/>
                </a:lnTo>
                <a:lnTo>
                  <a:pt x="2819399" y="2073138"/>
                </a:lnTo>
                <a:lnTo>
                  <a:pt x="2832099" y="2079000"/>
                </a:lnTo>
                <a:close/>
              </a:path>
              <a:path w="5080000" h="3197225">
                <a:moveTo>
                  <a:pt x="2832099" y="1614203"/>
                </a:moveTo>
                <a:lnTo>
                  <a:pt x="2832099" y="1676910"/>
                </a:lnTo>
                <a:lnTo>
                  <a:pt x="2819399" y="1682790"/>
                </a:lnTo>
                <a:lnTo>
                  <a:pt x="2819399" y="1622896"/>
                </a:lnTo>
                <a:lnTo>
                  <a:pt x="2832099" y="1614203"/>
                </a:lnTo>
                <a:close/>
              </a:path>
              <a:path w="5080000" h="3197225">
                <a:moveTo>
                  <a:pt x="2844799" y="2101930"/>
                </a:moveTo>
                <a:lnTo>
                  <a:pt x="2844799" y="2156507"/>
                </a:lnTo>
                <a:lnTo>
                  <a:pt x="2832099" y="2150879"/>
                </a:lnTo>
                <a:lnTo>
                  <a:pt x="2832099" y="2096279"/>
                </a:lnTo>
                <a:lnTo>
                  <a:pt x="2844799" y="2101930"/>
                </a:lnTo>
                <a:close/>
              </a:path>
              <a:path w="5080000" h="3197225">
                <a:moveTo>
                  <a:pt x="2844799" y="1597265"/>
                </a:moveTo>
                <a:lnTo>
                  <a:pt x="2844799" y="1653910"/>
                </a:lnTo>
                <a:lnTo>
                  <a:pt x="2832099" y="1659580"/>
                </a:lnTo>
                <a:lnTo>
                  <a:pt x="2832099" y="1605659"/>
                </a:lnTo>
                <a:lnTo>
                  <a:pt x="2844799" y="1597265"/>
                </a:lnTo>
                <a:close/>
              </a:path>
              <a:path w="5080000" h="3197225">
                <a:moveTo>
                  <a:pt x="2857499" y="2118544"/>
                </a:moveTo>
                <a:lnTo>
                  <a:pt x="2857499" y="2172974"/>
                </a:lnTo>
                <a:lnTo>
                  <a:pt x="2844799" y="2167558"/>
                </a:lnTo>
                <a:lnTo>
                  <a:pt x="2844799" y="2113065"/>
                </a:lnTo>
                <a:lnTo>
                  <a:pt x="2857499" y="2118544"/>
                </a:lnTo>
                <a:close/>
              </a:path>
              <a:path w="5080000" h="3197225">
                <a:moveTo>
                  <a:pt x="2857499" y="1580934"/>
                </a:moveTo>
                <a:lnTo>
                  <a:pt x="2857499" y="1637240"/>
                </a:lnTo>
                <a:lnTo>
                  <a:pt x="2844799" y="1642738"/>
                </a:lnTo>
                <a:lnTo>
                  <a:pt x="2844799" y="1589021"/>
                </a:lnTo>
                <a:lnTo>
                  <a:pt x="2857499" y="1580934"/>
                </a:lnTo>
                <a:close/>
              </a:path>
              <a:path w="5080000" h="3197225">
                <a:moveTo>
                  <a:pt x="2870199" y="2134613"/>
                </a:moveTo>
                <a:lnTo>
                  <a:pt x="2870199" y="2183587"/>
                </a:lnTo>
                <a:lnTo>
                  <a:pt x="2857499" y="2178317"/>
                </a:lnTo>
                <a:lnTo>
                  <a:pt x="2857499" y="2129319"/>
                </a:lnTo>
                <a:lnTo>
                  <a:pt x="2870199" y="2134613"/>
                </a:lnTo>
                <a:close/>
              </a:path>
              <a:path w="5080000" h="3197225">
                <a:moveTo>
                  <a:pt x="2882899" y="1557678"/>
                </a:moveTo>
                <a:lnTo>
                  <a:pt x="2882899" y="1600503"/>
                </a:lnTo>
                <a:lnTo>
                  <a:pt x="2870199" y="1605553"/>
                </a:lnTo>
                <a:lnTo>
                  <a:pt x="2870199" y="1615859"/>
                </a:lnTo>
                <a:lnTo>
                  <a:pt x="2857499" y="1621109"/>
                </a:lnTo>
                <a:lnTo>
                  <a:pt x="2857499" y="1573015"/>
                </a:lnTo>
                <a:lnTo>
                  <a:pt x="2870199" y="1565263"/>
                </a:lnTo>
                <a:lnTo>
                  <a:pt x="2882899" y="1557678"/>
                </a:lnTo>
                <a:close/>
              </a:path>
              <a:path w="5080000" h="3197225">
                <a:moveTo>
                  <a:pt x="2882899" y="2150102"/>
                </a:moveTo>
                <a:lnTo>
                  <a:pt x="2882899" y="2198931"/>
                </a:lnTo>
                <a:lnTo>
                  <a:pt x="2870199" y="2193895"/>
                </a:lnTo>
                <a:lnTo>
                  <a:pt x="2870199" y="2145005"/>
                </a:lnTo>
                <a:lnTo>
                  <a:pt x="2882899" y="2150102"/>
                </a:lnTo>
                <a:close/>
              </a:path>
              <a:path w="5080000" h="3197225">
                <a:moveTo>
                  <a:pt x="2895599" y="2164977"/>
                </a:moveTo>
                <a:lnTo>
                  <a:pt x="2895599" y="2208765"/>
                </a:lnTo>
                <a:lnTo>
                  <a:pt x="2882899" y="2203889"/>
                </a:lnTo>
                <a:lnTo>
                  <a:pt x="2882899" y="2160089"/>
                </a:lnTo>
                <a:lnTo>
                  <a:pt x="2895599" y="2164977"/>
                </a:lnTo>
                <a:close/>
              </a:path>
              <a:path w="5080000" h="3197225">
                <a:moveTo>
                  <a:pt x="2895599" y="1543044"/>
                </a:moveTo>
                <a:lnTo>
                  <a:pt x="2895599" y="1585769"/>
                </a:lnTo>
                <a:lnTo>
                  <a:pt x="2882899" y="1590609"/>
                </a:lnTo>
                <a:lnTo>
                  <a:pt x="2882899" y="1550269"/>
                </a:lnTo>
                <a:lnTo>
                  <a:pt x="2895599" y="1543044"/>
                </a:lnTo>
                <a:close/>
              </a:path>
              <a:path w="5080000" h="3197225">
                <a:moveTo>
                  <a:pt x="2908299" y="2179205"/>
                </a:moveTo>
                <a:lnTo>
                  <a:pt x="2908299" y="2222894"/>
                </a:lnTo>
                <a:lnTo>
                  <a:pt x="2895599" y="2218268"/>
                </a:lnTo>
                <a:lnTo>
                  <a:pt x="2895599" y="2174537"/>
                </a:lnTo>
                <a:lnTo>
                  <a:pt x="2908299" y="2179205"/>
                </a:lnTo>
                <a:close/>
              </a:path>
              <a:path w="5080000" h="3197225">
                <a:moveTo>
                  <a:pt x="2920999" y="1522477"/>
                </a:moveTo>
                <a:lnTo>
                  <a:pt x="2920999" y="1562684"/>
                </a:lnTo>
                <a:lnTo>
                  <a:pt x="2908299" y="1567148"/>
                </a:lnTo>
                <a:lnTo>
                  <a:pt x="2908299" y="1576309"/>
                </a:lnTo>
                <a:lnTo>
                  <a:pt x="2895599" y="1581002"/>
                </a:lnTo>
                <a:lnTo>
                  <a:pt x="2895599" y="1536002"/>
                </a:lnTo>
                <a:lnTo>
                  <a:pt x="2908299" y="1529144"/>
                </a:lnTo>
                <a:lnTo>
                  <a:pt x="2920999" y="1522477"/>
                </a:lnTo>
                <a:close/>
              </a:path>
              <a:path w="5080000" h="3197225">
                <a:moveTo>
                  <a:pt x="2920999" y="2192753"/>
                </a:moveTo>
                <a:lnTo>
                  <a:pt x="2920999" y="2231886"/>
                </a:lnTo>
                <a:lnTo>
                  <a:pt x="2908299" y="2227434"/>
                </a:lnTo>
                <a:lnTo>
                  <a:pt x="2908299" y="2188314"/>
                </a:lnTo>
                <a:lnTo>
                  <a:pt x="2920999" y="2192753"/>
                </a:lnTo>
                <a:close/>
              </a:path>
              <a:path w="5080000" h="3197225">
                <a:moveTo>
                  <a:pt x="2933699" y="2201391"/>
                </a:moveTo>
                <a:lnTo>
                  <a:pt x="2933699" y="2240525"/>
                </a:lnTo>
                <a:lnTo>
                  <a:pt x="2920999" y="2236250"/>
                </a:lnTo>
                <a:lnTo>
                  <a:pt x="2920999" y="2197112"/>
                </a:lnTo>
                <a:lnTo>
                  <a:pt x="2933699" y="2201391"/>
                </a:lnTo>
                <a:close/>
              </a:path>
              <a:path w="5080000" h="3197225">
                <a:moveTo>
                  <a:pt x="2946399" y="1503667"/>
                </a:moveTo>
                <a:lnTo>
                  <a:pt x="2946399" y="1541564"/>
                </a:lnTo>
                <a:lnTo>
                  <a:pt x="2933699" y="1545624"/>
                </a:lnTo>
                <a:lnTo>
                  <a:pt x="2933699" y="1549767"/>
                </a:lnTo>
                <a:lnTo>
                  <a:pt x="2920999" y="1553993"/>
                </a:lnTo>
                <a:lnTo>
                  <a:pt x="2920999" y="1516009"/>
                </a:lnTo>
                <a:lnTo>
                  <a:pt x="2933699" y="1509739"/>
                </a:lnTo>
                <a:lnTo>
                  <a:pt x="2946399" y="1503667"/>
                </a:lnTo>
                <a:close/>
              </a:path>
              <a:path w="5080000" h="3197225">
                <a:moveTo>
                  <a:pt x="2946399" y="2213739"/>
                </a:moveTo>
                <a:lnTo>
                  <a:pt x="2946399" y="2248804"/>
                </a:lnTo>
                <a:lnTo>
                  <a:pt x="2933699" y="2244711"/>
                </a:lnTo>
                <a:lnTo>
                  <a:pt x="2933699" y="2209706"/>
                </a:lnTo>
                <a:lnTo>
                  <a:pt x="2946399" y="2213739"/>
                </a:lnTo>
                <a:close/>
              </a:path>
              <a:path w="5080000" h="3197225">
                <a:moveTo>
                  <a:pt x="2959099" y="2221552"/>
                </a:moveTo>
                <a:lnTo>
                  <a:pt x="2959099" y="2260529"/>
                </a:lnTo>
                <a:lnTo>
                  <a:pt x="2946399" y="2256714"/>
                </a:lnTo>
                <a:lnTo>
                  <a:pt x="2946399" y="2217687"/>
                </a:lnTo>
                <a:lnTo>
                  <a:pt x="2959099" y="2221552"/>
                </a:lnTo>
                <a:close/>
              </a:path>
              <a:path w="5080000" h="3197225">
                <a:moveTo>
                  <a:pt x="2984499" y="1481473"/>
                </a:moveTo>
                <a:lnTo>
                  <a:pt x="2984499" y="1515540"/>
                </a:lnTo>
                <a:lnTo>
                  <a:pt x="2971799" y="1518993"/>
                </a:lnTo>
                <a:lnTo>
                  <a:pt x="2971799" y="1522537"/>
                </a:lnTo>
                <a:lnTo>
                  <a:pt x="2959099" y="1526169"/>
                </a:lnTo>
                <a:lnTo>
                  <a:pt x="2959099" y="1533694"/>
                </a:lnTo>
                <a:lnTo>
                  <a:pt x="2946399" y="1537586"/>
                </a:lnTo>
                <a:lnTo>
                  <a:pt x="2946399" y="1497801"/>
                </a:lnTo>
                <a:lnTo>
                  <a:pt x="2959099" y="1492147"/>
                </a:lnTo>
                <a:lnTo>
                  <a:pt x="2971799" y="1486704"/>
                </a:lnTo>
                <a:lnTo>
                  <a:pt x="2984499" y="1481473"/>
                </a:lnTo>
                <a:close/>
              </a:path>
              <a:path w="5080000" h="3197225">
                <a:moveTo>
                  <a:pt x="2971799" y="2229020"/>
                </a:moveTo>
                <a:lnTo>
                  <a:pt x="2971799" y="2267870"/>
                </a:lnTo>
                <a:lnTo>
                  <a:pt x="2959099" y="2264248"/>
                </a:lnTo>
                <a:lnTo>
                  <a:pt x="2959099" y="2225330"/>
                </a:lnTo>
                <a:lnTo>
                  <a:pt x="2971799" y="2229020"/>
                </a:lnTo>
                <a:close/>
              </a:path>
              <a:path w="5080000" h="3197225">
                <a:moveTo>
                  <a:pt x="2984499" y="2239560"/>
                </a:moveTo>
                <a:lnTo>
                  <a:pt x="2984499" y="2274825"/>
                </a:lnTo>
                <a:lnTo>
                  <a:pt x="2971799" y="2271396"/>
                </a:lnTo>
                <a:lnTo>
                  <a:pt x="2971799" y="2236136"/>
                </a:lnTo>
                <a:lnTo>
                  <a:pt x="2984499" y="2239560"/>
                </a:lnTo>
                <a:close/>
              </a:path>
              <a:path w="5080000" h="3197225">
                <a:moveTo>
                  <a:pt x="2997199" y="2246134"/>
                </a:moveTo>
                <a:lnTo>
                  <a:pt x="2997199" y="2281383"/>
                </a:lnTo>
                <a:lnTo>
                  <a:pt x="2984499" y="2278154"/>
                </a:lnTo>
                <a:lnTo>
                  <a:pt x="2984499" y="2242893"/>
                </a:lnTo>
                <a:lnTo>
                  <a:pt x="2997199" y="2246134"/>
                </a:lnTo>
                <a:close/>
              </a:path>
              <a:path w="5080000" h="3197225">
                <a:moveTo>
                  <a:pt x="3022599" y="1462755"/>
                </a:moveTo>
                <a:lnTo>
                  <a:pt x="3022599" y="1496745"/>
                </a:lnTo>
                <a:lnTo>
                  <a:pt x="3009899" y="1499644"/>
                </a:lnTo>
                <a:lnTo>
                  <a:pt x="3009899" y="1502638"/>
                </a:lnTo>
                <a:lnTo>
                  <a:pt x="2997199" y="1505724"/>
                </a:lnTo>
                <a:lnTo>
                  <a:pt x="2997199" y="1508905"/>
                </a:lnTo>
                <a:lnTo>
                  <a:pt x="2984499" y="1512177"/>
                </a:lnTo>
                <a:lnTo>
                  <a:pt x="2984499" y="1476459"/>
                </a:lnTo>
                <a:lnTo>
                  <a:pt x="2997199" y="1471668"/>
                </a:lnTo>
                <a:lnTo>
                  <a:pt x="3009899" y="1467100"/>
                </a:lnTo>
                <a:lnTo>
                  <a:pt x="3022599" y="1462755"/>
                </a:lnTo>
                <a:close/>
              </a:path>
              <a:path w="5080000" h="3197225">
                <a:moveTo>
                  <a:pt x="3009899" y="2252341"/>
                </a:moveTo>
                <a:lnTo>
                  <a:pt x="3009899" y="2287542"/>
                </a:lnTo>
                <a:lnTo>
                  <a:pt x="2997199" y="2284513"/>
                </a:lnTo>
                <a:lnTo>
                  <a:pt x="2997199" y="2249284"/>
                </a:lnTo>
                <a:lnTo>
                  <a:pt x="3009899" y="2252341"/>
                </a:lnTo>
                <a:close/>
              </a:path>
              <a:path w="5080000" h="3197225">
                <a:moveTo>
                  <a:pt x="3022599" y="2258171"/>
                </a:moveTo>
                <a:lnTo>
                  <a:pt x="3022599" y="2293292"/>
                </a:lnTo>
                <a:lnTo>
                  <a:pt x="3009899" y="2290468"/>
                </a:lnTo>
                <a:lnTo>
                  <a:pt x="3009899" y="2255303"/>
                </a:lnTo>
                <a:lnTo>
                  <a:pt x="3022599" y="2258171"/>
                </a:lnTo>
                <a:close/>
              </a:path>
              <a:path w="5080000" h="3197225">
                <a:moveTo>
                  <a:pt x="3035299" y="2263621"/>
                </a:moveTo>
                <a:lnTo>
                  <a:pt x="3035299" y="2298630"/>
                </a:lnTo>
                <a:lnTo>
                  <a:pt x="3022599" y="2296013"/>
                </a:lnTo>
                <a:lnTo>
                  <a:pt x="3022599" y="2260944"/>
                </a:lnTo>
                <a:lnTo>
                  <a:pt x="3035299" y="2263621"/>
                </a:lnTo>
                <a:close/>
              </a:path>
              <a:path w="5080000" h="3197225">
                <a:moveTo>
                  <a:pt x="3060699" y="1447679"/>
                </a:moveTo>
                <a:lnTo>
                  <a:pt x="3060699" y="1479148"/>
                </a:lnTo>
                <a:lnTo>
                  <a:pt x="3047999" y="1481368"/>
                </a:lnTo>
                <a:lnTo>
                  <a:pt x="3047999" y="1483687"/>
                </a:lnTo>
                <a:lnTo>
                  <a:pt x="3035299" y="1486104"/>
                </a:lnTo>
                <a:lnTo>
                  <a:pt x="3035299" y="1488620"/>
                </a:lnTo>
                <a:lnTo>
                  <a:pt x="3022599" y="1491232"/>
                </a:lnTo>
                <a:lnTo>
                  <a:pt x="3022599" y="1458638"/>
                </a:lnTo>
                <a:lnTo>
                  <a:pt x="3035299" y="1454753"/>
                </a:lnTo>
                <a:lnTo>
                  <a:pt x="3047999" y="1451100"/>
                </a:lnTo>
                <a:lnTo>
                  <a:pt x="3060699" y="1447679"/>
                </a:lnTo>
                <a:close/>
              </a:path>
              <a:path w="5080000" h="3197225">
                <a:moveTo>
                  <a:pt x="3060699" y="2273355"/>
                </a:moveTo>
                <a:lnTo>
                  <a:pt x="3060699" y="2305850"/>
                </a:lnTo>
                <a:lnTo>
                  <a:pt x="3047999" y="2303548"/>
                </a:lnTo>
                <a:lnTo>
                  <a:pt x="3035299" y="2301142"/>
                </a:lnTo>
                <a:lnTo>
                  <a:pt x="3035299" y="2266201"/>
                </a:lnTo>
                <a:lnTo>
                  <a:pt x="3047999" y="2268683"/>
                </a:lnTo>
                <a:lnTo>
                  <a:pt x="3047999" y="2271068"/>
                </a:lnTo>
                <a:lnTo>
                  <a:pt x="3060699" y="2273355"/>
                </a:lnTo>
                <a:close/>
              </a:path>
              <a:path w="5080000" h="3197225">
                <a:moveTo>
                  <a:pt x="3073399" y="2277629"/>
                </a:moveTo>
                <a:lnTo>
                  <a:pt x="3073399" y="2310132"/>
                </a:lnTo>
                <a:lnTo>
                  <a:pt x="3060699" y="2308045"/>
                </a:lnTo>
                <a:lnTo>
                  <a:pt x="3060699" y="2275542"/>
                </a:lnTo>
                <a:lnTo>
                  <a:pt x="3073399" y="2277629"/>
                </a:lnTo>
                <a:close/>
              </a:path>
              <a:path w="5080000" h="3197225">
                <a:moveTo>
                  <a:pt x="3187699" y="1425453"/>
                </a:moveTo>
                <a:lnTo>
                  <a:pt x="3187699" y="1456343"/>
                </a:lnTo>
                <a:lnTo>
                  <a:pt x="3174999" y="1456607"/>
                </a:lnTo>
                <a:lnTo>
                  <a:pt x="3174999" y="1456977"/>
                </a:lnTo>
                <a:lnTo>
                  <a:pt x="3162299" y="1457452"/>
                </a:lnTo>
                <a:lnTo>
                  <a:pt x="3162299" y="1458031"/>
                </a:lnTo>
                <a:lnTo>
                  <a:pt x="3149599" y="1458715"/>
                </a:lnTo>
                <a:lnTo>
                  <a:pt x="3149599" y="1459504"/>
                </a:lnTo>
                <a:lnTo>
                  <a:pt x="3136899" y="1460397"/>
                </a:lnTo>
                <a:lnTo>
                  <a:pt x="3136899" y="1461395"/>
                </a:lnTo>
                <a:lnTo>
                  <a:pt x="3124199" y="1462496"/>
                </a:lnTo>
                <a:lnTo>
                  <a:pt x="3111499" y="1463700"/>
                </a:lnTo>
                <a:lnTo>
                  <a:pt x="3111499" y="1465009"/>
                </a:lnTo>
                <a:lnTo>
                  <a:pt x="3098799" y="1466420"/>
                </a:lnTo>
                <a:lnTo>
                  <a:pt x="3098799" y="1467933"/>
                </a:lnTo>
                <a:lnTo>
                  <a:pt x="3086099" y="1469549"/>
                </a:lnTo>
                <a:lnTo>
                  <a:pt x="3086099" y="1471267"/>
                </a:lnTo>
                <a:lnTo>
                  <a:pt x="3073399" y="1473086"/>
                </a:lnTo>
                <a:lnTo>
                  <a:pt x="3073399" y="1475006"/>
                </a:lnTo>
                <a:lnTo>
                  <a:pt x="3060699" y="1477027"/>
                </a:lnTo>
                <a:lnTo>
                  <a:pt x="3060699" y="1444494"/>
                </a:lnTo>
                <a:lnTo>
                  <a:pt x="3073399" y="1441549"/>
                </a:lnTo>
                <a:lnTo>
                  <a:pt x="3086099" y="1438843"/>
                </a:lnTo>
                <a:lnTo>
                  <a:pt x="3098799" y="1436376"/>
                </a:lnTo>
                <a:lnTo>
                  <a:pt x="3111499" y="1434152"/>
                </a:lnTo>
                <a:lnTo>
                  <a:pt x="3124199" y="1432172"/>
                </a:lnTo>
                <a:lnTo>
                  <a:pt x="3124199" y="1430437"/>
                </a:lnTo>
                <a:lnTo>
                  <a:pt x="3136899" y="1428946"/>
                </a:lnTo>
                <a:lnTo>
                  <a:pt x="3149599" y="1427701"/>
                </a:lnTo>
                <a:lnTo>
                  <a:pt x="3162299" y="1426704"/>
                </a:lnTo>
                <a:lnTo>
                  <a:pt x="3174999" y="1425955"/>
                </a:lnTo>
                <a:lnTo>
                  <a:pt x="3187699" y="1425453"/>
                </a:lnTo>
                <a:close/>
              </a:path>
              <a:path w="5080000" h="3197225">
                <a:moveTo>
                  <a:pt x="3086099" y="2281504"/>
                </a:moveTo>
                <a:lnTo>
                  <a:pt x="3086099" y="2313985"/>
                </a:lnTo>
                <a:lnTo>
                  <a:pt x="3073399" y="2312112"/>
                </a:lnTo>
                <a:lnTo>
                  <a:pt x="3073399" y="2279617"/>
                </a:lnTo>
                <a:lnTo>
                  <a:pt x="3086099" y="2281504"/>
                </a:lnTo>
                <a:close/>
              </a:path>
              <a:path w="5080000" h="3197225">
                <a:moveTo>
                  <a:pt x="3098799" y="2284974"/>
                </a:moveTo>
                <a:lnTo>
                  <a:pt x="3098799" y="2317404"/>
                </a:lnTo>
                <a:lnTo>
                  <a:pt x="3086099" y="2315749"/>
                </a:lnTo>
                <a:lnTo>
                  <a:pt x="3086099" y="2283290"/>
                </a:lnTo>
                <a:lnTo>
                  <a:pt x="3098799" y="2284974"/>
                </a:lnTo>
                <a:close/>
              </a:path>
              <a:path w="5080000" h="3197225">
                <a:moveTo>
                  <a:pt x="3111499" y="2288036"/>
                </a:moveTo>
                <a:lnTo>
                  <a:pt x="3111499" y="2320385"/>
                </a:lnTo>
                <a:lnTo>
                  <a:pt x="3098799" y="2318949"/>
                </a:lnTo>
                <a:lnTo>
                  <a:pt x="3098799" y="2286556"/>
                </a:lnTo>
                <a:lnTo>
                  <a:pt x="3111499" y="2288036"/>
                </a:lnTo>
                <a:close/>
              </a:path>
              <a:path w="5080000" h="3197225">
                <a:moveTo>
                  <a:pt x="3124199" y="2290687"/>
                </a:moveTo>
                <a:lnTo>
                  <a:pt x="3124199" y="2322927"/>
                </a:lnTo>
                <a:lnTo>
                  <a:pt x="3111499" y="2321712"/>
                </a:lnTo>
                <a:lnTo>
                  <a:pt x="3111499" y="2289413"/>
                </a:lnTo>
                <a:lnTo>
                  <a:pt x="3124199" y="2290687"/>
                </a:lnTo>
                <a:close/>
              </a:path>
              <a:path w="5080000" h="3197225">
                <a:moveTo>
                  <a:pt x="3149599" y="2294746"/>
                </a:moveTo>
                <a:lnTo>
                  <a:pt x="3149599" y="2325910"/>
                </a:lnTo>
                <a:lnTo>
                  <a:pt x="3136899" y="2325027"/>
                </a:lnTo>
                <a:lnTo>
                  <a:pt x="3124199" y="2324032"/>
                </a:lnTo>
                <a:lnTo>
                  <a:pt x="3124199" y="2291857"/>
                </a:lnTo>
                <a:lnTo>
                  <a:pt x="3136899" y="2292924"/>
                </a:lnTo>
                <a:lnTo>
                  <a:pt x="3136899" y="2293887"/>
                </a:lnTo>
                <a:lnTo>
                  <a:pt x="3149599" y="2294746"/>
                </a:lnTo>
                <a:close/>
              </a:path>
              <a:path w="5080000" h="3197225">
                <a:moveTo>
                  <a:pt x="3162299" y="2296150"/>
                </a:moveTo>
                <a:lnTo>
                  <a:pt x="3162299" y="2327342"/>
                </a:lnTo>
                <a:lnTo>
                  <a:pt x="3149599" y="2326681"/>
                </a:lnTo>
                <a:lnTo>
                  <a:pt x="3149599" y="2295500"/>
                </a:lnTo>
                <a:lnTo>
                  <a:pt x="3162299" y="2296150"/>
                </a:lnTo>
                <a:close/>
              </a:path>
              <a:path w="5080000" h="3197225">
                <a:moveTo>
                  <a:pt x="3174999" y="2297134"/>
                </a:moveTo>
                <a:lnTo>
                  <a:pt x="3174999" y="2328327"/>
                </a:lnTo>
                <a:lnTo>
                  <a:pt x="3162299" y="2327890"/>
                </a:lnTo>
                <a:lnTo>
                  <a:pt x="3162299" y="2296694"/>
                </a:lnTo>
                <a:lnTo>
                  <a:pt x="3174999" y="2297134"/>
                </a:lnTo>
                <a:close/>
              </a:path>
              <a:path w="5080000" h="3197225">
                <a:moveTo>
                  <a:pt x="3213099" y="2297566"/>
                </a:moveTo>
                <a:lnTo>
                  <a:pt x="3213099" y="2328829"/>
                </a:lnTo>
                <a:lnTo>
                  <a:pt x="3187699" y="2328864"/>
                </a:lnTo>
                <a:lnTo>
                  <a:pt x="3174999" y="2328651"/>
                </a:lnTo>
                <a:lnTo>
                  <a:pt x="3174999" y="2297469"/>
                </a:lnTo>
                <a:lnTo>
                  <a:pt x="3187699" y="2297699"/>
                </a:lnTo>
                <a:lnTo>
                  <a:pt x="3200399" y="2297757"/>
                </a:lnTo>
                <a:lnTo>
                  <a:pt x="3213099" y="2297566"/>
                </a:lnTo>
                <a:close/>
              </a:path>
              <a:path w="5080000" h="3197225">
                <a:moveTo>
                  <a:pt x="3213099" y="1119421"/>
                </a:moveTo>
                <a:lnTo>
                  <a:pt x="3213099" y="1456268"/>
                </a:lnTo>
                <a:lnTo>
                  <a:pt x="3187699" y="1456183"/>
                </a:lnTo>
                <a:lnTo>
                  <a:pt x="3187699" y="1113789"/>
                </a:lnTo>
                <a:lnTo>
                  <a:pt x="3200399" y="1113394"/>
                </a:lnTo>
                <a:lnTo>
                  <a:pt x="3200399" y="1116498"/>
                </a:lnTo>
                <a:lnTo>
                  <a:pt x="3213099" y="1119421"/>
                </a:lnTo>
                <a:close/>
              </a:path>
              <a:path w="5080000" h="3197225">
                <a:moveTo>
                  <a:pt x="3238499" y="2296363"/>
                </a:moveTo>
                <a:lnTo>
                  <a:pt x="3238499" y="2327213"/>
                </a:lnTo>
                <a:lnTo>
                  <a:pt x="3225799" y="2327785"/>
                </a:lnTo>
                <a:lnTo>
                  <a:pt x="3225799" y="2328245"/>
                </a:lnTo>
                <a:lnTo>
                  <a:pt x="3213099" y="2328593"/>
                </a:lnTo>
                <a:lnTo>
                  <a:pt x="3213099" y="2297270"/>
                </a:lnTo>
                <a:lnTo>
                  <a:pt x="3225799" y="2296869"/>
                </a:lnTo>
                <a:lnTo>
                  <a:pt x="3238499" y="2296363"/>
                </a:lnTo>
                <a:close/>
              </a:path>
              <a:path w="5080000" h="3197225">
                <a:moveTo>
                  <a:pt x="3314699" y="1439241"/>
                </a:moveTo>
                <a:lnTo>
                  <a:pt x="3314699" y="1471476"/>
                </a:lnTo>
                <a:lnTo>
                  <a:pt x="3301999" y="1468838"/>
                </a:lnTo>
                <a:lnTo>
                  <a:pt x="3289299" y="1466445"/>
                </a:lnTo>
                <a:lnTo>
                  <a:pt x="3276599" y="1464297"/>
                </a:lnTo>
                <a:lnTo>
                  <a:pt x="3263899" y="1462397"/>
                </a:lnTo>
                <a:lnTo>
                  <a:pt x="3263899" y="1460748"/>
                </a:lnTo>
                <a:lnTo>
                  <a:pt x="3251199" y="1459349"/>
                </a:lnTo>
                <a:lnTo>
                  <a:pt x="3238499" y="1458200"/>
                </a:lnTo>
                <a:lnTo>
                  <a:pt x="3225799" y="1457303"/>
                </a:lnTo>
                <a:lnTo>
                  <a:pt x="3213099" y="1456659"/>
                </a:lnTo>
                <a:lnTo>
                  <a:pt x="3213099" y="1425328"/>
                </a:lnTo>
                <a:lnTo>
                  <a:pt x="3225799" y="1425842"/>
                </a:lnTo>
                <a:lnTo>
                  <a:pt x="3238499" y="1426615"/>
                </a:lnTo>
                <a:lnTo>
                  <a:pt x="3251199" y="1427648"/>
                </a:lnTo>
                <a:lnTo>
                  <a:pt x="3251199" y="1428939"/>
                </a:lnTo>
                <a:lnTo>
                  <a:pt x="3263899" y="1430488"/>
                </a:lnTo>
                <a:lnTo>
                  <a:pt x="3276599" y="1432293"/>
                </a:lnTo>
                <a:lnTo>
                  <a:pt x="3289299" y="1434354"/>
                </a:lnTo>
                <a:lnTo>
                  <a:pt x="3301999" y="1436671"/>
                </a:lnTo>
                <a:lnTo>
                  <a:pt x="3314699" y="1439241"/>
                </a:lnTo>
                <a:close/>
              </a:path>
              <a:path w="5080000" h="3197225">
                <a:moveTo>
                  <a:pt x="3263899" y="2293291"/>
                </a:moveTo>
                <a:lnTo>
                  <a:pt x="3263899" y="2324828"/>
                </a:lnTo>
                <a:lnTo>
                  <a:pt x="3251199" y="2325734"/>
                </a:lnTo>
                <a:lnTo>
                  <a:pt x="3238499" y="2326529"/>
                </a:lnTo>
                <a:lnTo>
                  <a:pt x="3238499" y="2295752"/>
                </a:lnTo>
                <a:lnTo>
                  <a:pt x="3251199" y="2295036"/>
                </a:lnTo>
                <a:lnTo>
                  <a:pt x="3251199" y="2294216"/>
                </a:lnTo>
                <a:lnTo>
                  <a:pt x="3263899" y="2293291"/>
                </a:lnTo>
                <a:close/>
              </a:path>
              <a:path w="5080000" h="3197225">
                <a:moveTo>
                  <a:pt x="3276599" y="2291131"/>
                </a:moveTo>
                <a:lnTo>
                  <a:pt x="3276599" y="2322682"/>
                </a:lnTo>
                <a:lnTo>
                  <a:pt x="3263899" y="2323811"/>
                </a:lnTo>
                <a:lnTo>
                  <a:pt x="3263899" y="2292263"/>
                </a:lnTo>
                <a:lnTo>
                  <a:pt x="3276599" y="2291131"/>
                </a:lnTo>
                <a:close/>
              </a:path>
              <a:path w="5080000" h="3197225">
                <a:moveTo>
                  <a:pt x="3289299" y="2288556"/>
                </a:moveTo>
                <a:lnTo>
                  <a:pt x="3289299" y="2320094"/>
                </a:lnTo>
                <a:lnTo>
                  <a:pt x="3276599" y="2321443"/>
                </a:lnTo>
                <a:lnTo>
                  <a:pt x="3276599" y="2289895"/>
                </a:lnTo>
                <a:lnTo>
                  <a:pt x="3289299" y="2288556"/>
                </a:lnTo>
                <a:close/>
              </a:path>
              <a:path w="5080000" h="3197225">
                <a:moveTo>
                  <a:pt x="3301999" y="2285570"/>
                </a:moveTo>
                <a:lnTo>
                  <a:pt x="3301999" y="2317067"/>
                </a:lnTo>
                <a:lnTo>
                  <a:pt x="3289299" y="2318635"/>
                </a:lnTo>
                <a:lnTo>
                  <a:pt x="3289299" y="2287114"/>
                </a:lnTo>
                <a:lnTo>
                  <a:pt x="3301999" y="2285570"/>
                </a:lnTo>
                <a:close/>
              </a:path>
              <a:path w="5080000" h="3197225">
                <a:moveTo>
                  <a:pt x="3314699" y="2282175"/>
                </a:moveTo>
                <a:lnTo>
                  <a:pt x="3314699" y="2313602"/>
                </a:lnTo>
                <a:lnTo>
                  <a:pt x="3301999" y="2315389"/>
                </a:lnTo>
                <a:lnTo>
                  <a:pt x="3301999" y="2283923"/>
                </a:lnTo>
                <a:lnTo>
                  <a:pt x="3314699" y="2282175"/>
                </a:lnTo>
                <a:close/>
              </a:path>
              <a:path w="5080000" h="3197225">
                <a:moveTo>
                  <a:pt x="3340099" y="2274173"/>
                </a:moveTo>
                <a:lnTo>
                  <a:pt x="3340099" y="2307594"/>
                </a:lnTo>
                <a:lnTo>
                  <a:pt x="3327399" y="2309705"/>
                </a:lnTo>
                <a:lnTo>
                  <a:pt x="3314699" y="2311707"/>
                </a:lnTo>
                <a:lnTo>
                  <a:pt x="3314699" y="2280325"/>
                </a:lnTo>
                <a:lnTo>
                  <a:pt x="3327399" y="2278375"/>
                </a:lnTo>
                <a:lnTo>
                  <a:pt x="3327399" y="2276324"/>
                </a:lnTo>
                <a:lnTo>
                  <a:pt x="3340099" y="2274173"/>
                </a:lnTo>
                <a:close/>
              </a:path>
              <a:path w="5080000" h="3197225">
                <a:moveTo>
                  <a:pt x="3441699" y="1494821"/>
                </a:moveTo>
                <a:lnTo>
                  <a:pt x="3441699" y="1533044"/>
                </a:lnTo>
                <a:lnTo>
                  <a:pt x="3428999" y="1527199"/>
                </a:lnTo>
                <a:lnTo>
                  <a:pt x="3416299" y="1521565"/>
                </a:lnTo>
                <a:lnTo>
                  <a:pt x="3416299" y="1516147"/>
                </a:lnTo>
                <a:lnTo>
                  <a:pt x="3403599" y="1510947"/>
                </a:lnTo>
                <a:lnTo>
                  <a:pt x="3390899" y="1505963"/>
                </a:lnTo>
                <a:lnTo>
                  <a:pt x="3390899" y="1501203"/>
                </a:lnTo>
                <a:lnTo>
                  <a:pt x="3378199" y="1496671"/>
                </a:lnTo>
                <a:lnTo>
                  <a:pt x="3365499" y="1492368"/>
                </a:lnTo>
                <a:lnTo>
                  <a:pt x="3352799" y="1488294"/>
                </a:lnTo>
                <a:lnTo>
                  <a:pt x="3352799" y="1484453"/>
                </a:lnTo>
                <a:lnTo>
                  <a:pt x="3340099" y="1480851"/>
                </a:lnTo>
                <a:lnTo>
                  <a:pt x="3327399" y="1477486"/>
                </a:lnTo>
                <a:lnTo>
                  <a:pt x="3314699" y="1474360"/>
                </a:lnTo>
                <a:lnTo>
                  <a:pt x="3314699" y="1442061"/>
                </a:lnTo>
                <a:lnTo>
                  <a:pt x="3327399" y="1445131"/>
                </a:lnTo>
                <a:lnTo>
                  <a:pt x="3340099" y="1448452"/>
                </a:lnTo>
                <a:lnTo>
                  <a:pt x="3352799" y="1452019"/>
                </a:lnTo>
                <a:lnTo>
                  <a:pt x="3365499" y="1455828"/>
                </a:lnTo>
                <a:lnTo>
                  <a:pt x="3365499" y="1459880"/>
                </a:lnTo>
                <a:lnTo>
                  <a:pt x="3378199" y="1464174"/>
                </a:lnTo>
                <a:lnTo>
                  <a:pt x="3390899" y="1468705"/>
                </a:lnTo>
                <a:lnTo>
                  <a:pt x="3403599" y="1473469"/>
                </a:lnTo>
                <a:lnTo>
                  <a:pt x="3403599" y="1478465"/>
                </a:lnTo>
                <a:lnTo>
                  <a:pt x="3416299" y="1483693"/>
                </a:lnTo>
                <a:lnTo>
                  <a:pt x="3428999" y="1489147"/>
                </a:lnTo>
                <a:lnTo>
                  <a:pt x="3441699" y="1494821"/>
                </a:lnTo>
                <a:close/>
              </a:path>
              <a:path w="5080000" h="3197225">
                <a:moveTo>
                  <a:pt x="3352799" y="2269575"/>
                </a:moveTo>
                <a:lnTo>
                  <a:pt x="3352799" y="2303054"/>
                </a:lnTo>
                <a:lnTo>
                  <a:pt x="3340099" y="2305377"/>
                </a:lnTo>
                <a:lnTo>
                  <a:pt x="3340099" y="2271923"/>
                </a:lnTo>
                <a:lnTo>
                  <a:pt x="3352799" y="2269575"/>
                </a:lnTo>
                <a:close/>
              </a:path>
              <a:path w="5080000" h="3197225">
                <a:moveTo>
                  <a:pt x="3365499" y="2264584"/>
                </a:moveTo>
                <a:lnTo>
                  <a:pt x="3365499" y="2298091"/>
                </a:lnTo>
                <a:lnTo>
                  <a:pt x="3352799" y="2300625"/>
                </a:lnTo>
                <a:lnTo>
                  <a:pt x="3352799" y="2267128"/>
                </a:lnTo>
                <a:lnTo>
                  <a:pt x="3365499" y="2264584"/>
                </a:lnTo>
                <a:close/>
              </a:path>
              <a:path w="5080000" h="3197225">
                <a:moveTo>
                  <a:pt x="3378199" y="2259205"/>
                </a:moveTo>
                <a:lnTo>
                  <a:pt x="3378199" y="2292710"/>
                </a:lnTo>
                <a:lnTo>
                  <a:pt x="3365499" y="2295452"/>
                </a:lnTo>
                <a:lnTo>
                  <a:pt x="3365499" y="2261942"/>
                </a:lnTo>
                <a:lnTo>
                  <a:pt x="3378199" y="2259205"/>
                </a:lnTo>
                <a:close/>
              </a:path>
              <a:path w="5080000" h="3197225">
                <a:moveTo>
                  <a:pt x="3390899" y="2253445"/>
                </a:moveTo>
                <a:lnTo>
                  <a:pt x="3390899" y="2286917"/>
                </a:lnTo>
                <a:lnTo>
                  <a:pt x="3378199" y="2289865"/>
                </a:lnTo>
                <a:lnTo>
                  <a:pt x="3378199" y="2256373"/>
                </a:lnTo>
                <a:lnTo>
                  <a:pt x="3390899" y="2253445"/>
                </a:lnTo>
                <a:close/>
              </a:path>
              <a:path w="5080000" h="3197225">
                <a:moveTo>
                  <a:pt x="3403599" y="2244100"/>
                </a:moveTo>
                <a:lnTo>
                  <a:pt x="3403599" y="2280717"/>
                </a:lnTo>
                <a:lnTo>
                  <a:pt x="3390899" y="2283867"/>
                </a:lnTo>
                <a:lnTo>
                  <a:pt x="3390899" y="2247308"/>
                </a:lnTo>
                <a:lnTo>
                  <a:pt x="3403599" y="2244100"/>
                </a:lnTo>
                <a:close/>
              </a:path>
              <a:path w="5080000" h="3197225">
                <a:moveTo>
                  <a:pt x="3416299" y="2237409"/>
                </a:moveTo>
                <a:lnTo>
                  <a:pt x="3416299" y="2274116"/>
                </a:lnTo>
                <a:lnTo>
                  <a:pt x="3403599" y="2277466"/>
                </a:lnTo>
                <a:lnTo>
                  <a:pt x="3403599" y="2240800"/>
                </a:lnTo>
                <a:lnTo>
                  <a:pt x="3416299" y="2237409"/>
                </a:lnTo>
                <a:close/>
              </a:path>
              <a:path w="5080000" h="3197225">
                <a:moveTo>
                  <a:pt x="3428999" y="2230360"/>
                </a:moveTo>
                <a:lnTo>
                  <a:pt x="3428999" y="2267121"/>
                </a:lnTo>
                <a:lnTo>
                  <a:pt x="3416299" y="2270667"/>
                </a:lnTo>
                <a:lnTo>
                  <a:pt x="3416299" y="2233929"/>
                </a:lnTo>
                <a:lnTo>
                  <a:pt x="3428999" y="2230360"/>
                </a:lnTo>
                <a:close/>
              </a:path>
              <a:path w="5080000" h="3197225">
                <a:moveTo>
                  <a:pt x="3441699" y="2222955"/>
                </a:moveTo>
                <a:lnTo>
                  <a:pt x="3441699" y="2259739"/>
                </a:lnTo>
                <a:lnTo>
                  <a:pt x="3428999" y="2263478"/>
                </a:lnTo>
                <a:lnTo>
                  <a:pt x="3428999" y="2226701"/>
                </a:lnTo>
                <a:lnTo>
                  <a:pt x="3441699" y="2222955"/>
                </a:lnTo>
                <a:close/>
              </a:path>
              <a:path w="5080000" h="3197225">
                <a:moveTo>
                  <a:pt x="3454399" y="2211204"/>
                </a:moveTo>
                <a:lnTo>
                  <a:pt x="3454399" y="2251977"/>
                </a:lnTo>
                <a:lnTo>
                  <a:pt x="3441699" y="2255904"/>
                </a:lnTo>
                <a:lnTo>
                  <a:pt x="3441699" y="2215207"/>
                </a:lnTo>
                <a:lnTo>
                  <a:pt x="3454399" y="2211204"/>
                </a:lnTo>
                <a:close/>
              </a:path>
              <a:path w="5080000" h="3197225">
                <a:moveTo>
                  <a:pt x="3467099" y="1513157"/>
                </a:moveTo>
                <a:lnTo>
                  <a:pt x="3467099" y="1551798"/>
                </a:lnTo>
                <a:lnTo>
                  <a:pt x="3454399" y="1545344"/>
                </a:lnTo>
                <a:lnTo>
                  <a:pt x="3441699" y="1539092"/>
                </a:lnTo>
                <a:lnTo>
                  <a:pt x="3441699" y="1500716"/>
                </a:lnTo>
                <a:lnTo>
                  <a:pt x="3454399" y="1506830"/>
                </a:lnTo>
                <a:lnTo>
                  <a:pt x="3467099" y="1513157"/>
                </a:lnTo>
                <a:close/>
              </a:path>
              <a:path w="5080000" h="3197225">
                <a:moveTo>
                  <a:pt x="3467099" y="2202950"/>
                </a:moveTo>
                <a:lnTo>
                  <a:pt x="3467099" y="2243843"/>
                </a:lnTo>
                <a:lnTo>
                  <a:pt x="3454399" y="2247956"/>
                </a:lnTo>
                <a:lnTo>
                  <a:pt x="3454399" y="2207118"/>
                </a:lnTo>
                <a:lnTo>
                  <a:pt x="3467099" y="2202950"/>
                </a:lnTo>
                <a:close/>
              </a:path>
              <a:path w="5080000" h="3197225">
                <a:moveTo>
                  <a:pt x="3479799" y="2189960"/>
                </a:moveTo>
                <a:lnTo>
                  <a:pt x="3479799" y="2230962"/>
                </a:lnTo>
                <a:lnTo>
                  <a:pt x="3467099" y="2235345"/>
                </a:lnTo>
                <a:lnTo>
                  <a:pt x="3467099" y="2194370"/>
                </a:lnTo>
                <a:lnTo>
                  <a:pt x="3479799" y="2189960"/>
                </a:lnTo>
                <a:close/>
              </a:path>
              <a:path w="5080000" h="3197225">
                <a:moveTo>
                  <a:pt x="3492499" y="1533372"/>
                </a:moveTo>
                <a:lnTo>
                  <a:pt x="3492499" y="1572311"/>
                </a:lnTo>
                <a:lnTo>
                  <a:pt x="3479799" y="1565286"/>
                </a:lnTo>
                <a:lnTo>
                  <a:pt x="3467099" y="1558448"/>
                </a:lnTo>
                <a:lnTo>
                  <a:pt x="3467099" y="1519689"/>
                </a:lnTo>
                <a:lnTo>
                  <a:pt x="3479799" y="1526428"/>
                </a:lnTo>
                <a:lnTo>
                  <a:pt x="3492499" y="1533372"/>
                </a:lnTo>
                <a:close/>
              </a:path>
              <a:path w="5080000" h="3197225">
                <a:moveTo>
                  <a:pt x="3492499" y="2180909"/>
                </a:moveTo>
                <a:lnTo>
                  <a:pt x="3492499" y="2221933"/>
                </a:lnTo>
                <a:lnTo>
                  <a:pt x="3479799" y="2226491"/>
                </a:lnTo>
                <a:lnTo>
                  <a:pt x="3479799" y="2185473"/>
                </a:lnTo>
                <a:lnTo>
                  <a:pt x="3492499" y="2180909"/>
                </a:lnTo>
                <a:close/>
              </a:path>
              <a:path w="5080000" h="3197225">
                <a:moveTo>
                  <a:pt x="3505199" y="2166763"/>
                </a:moveTo>
                <a:lnTo>
                  <a:pt x="3505199" y="2212563"/>
                </a:lnTo>
                <a:lnTo>
                  <a:pt x="3492499" y="2217290"/>
                </a:lnTo>
                <a:lnTo>
                  <a:pt x="3492499" y="2171552"/>
                </a:lnTo>
                <a:lnTo>
                  <a:pt x="3505199" y="2166763"/>
                </a:lnTo>
                <a:close/>
              </a:path>
              <a:path w="5080000" h="3197225">
                <a:moveTo>
                  <a:pt x="3517899" y="1555365"/>
                </a:moveTo>
                <a:lnTo>
                  <a:pt x="3517899" y="1602208"/>
                </a:lnTo>
                <a:lnTo>
                  <a:pt x="3505199" y="1594477"/>
                </a:lnTo>
                <a:lnTo>
                  <a:pt x="3505199" y="1586915"/>
                </a:lnTo>
                <a:lnTo>
                  <a:pt x="3492499" y="1579524"/>
                </a:lnTo>
                <a:lnTo>
                  <a:pt x="3492499" y="1540513"/>
                </a:lnTo>
                <a:lnTo>
                  <a:pt x="3505199" y="1547844"/>
                </a:lnTo>
                <a:lnTo>
                  <a:pt x="3517899" y="1555365"/>
                </a:lnTo>
                <a:close/>
              </a:path>
              <a:path w="5080000" h="3197225">
                <a:moveTo>
                  <a:pt x="3517899" y="2151965"/>
                </a:moveTo>
                <a:lnTo>
                  <a:pt x="3517899" y="2197885"/>
                </a:lnTo>
                <a:lnTo>
                  <a:pt x="3505199" y="2202859"/>
                </a:lnTo>
                <a:lnTo>
                  <a:pt x="3505199" y="2156968"/>
                </a:lnTo>
                <a:lnTo>
                  <a:pt x="3517899" y="2151965"/>
                </a:lnTo>
                <a:close/>
              </a:path>
              <a:path w="5080000" h="3197225">
                <a:moveTo>
                  <a:pt x="3530599" y="2136550"/>
                </a:moveTo>
                <a:lnTo>
                  <a:pt x="3530599" y="2187700"/>
                </a:lnTo>
                <a:lnTo>
                  <a:pt x="3517899" y="2192833"/>
                </a:lnTo>
                <a:lnTo>
                  <a:pt x="3517899" y="2141756"/>
                </a:lnTo>
                <a:lnTo>
                  <a:pt x="3530599" y="2136550"/>
                </a:lnTo>
                <a:close/>
              </a:path>
              <a:path w="5080000" h="3197225">
                <a:moveTo>
                  <a:pt x="3530599" y="1570965"/>
                </a:moveTo>
                <a:lnTo>
                  <a:pt x="3530599" y="1618171"/>
                </a:lnTo>
                <a:lnTo>
                  <a:pt x="3517899" y="1610109"/>
                </a:lnTo>
                <a:lnTo>
                  <a:pt x="3517899" y="1563075"/>
                </a:lnTo>
                <a:lnTo>
                  <a:pt x="3530599" y="1570965"/>
                </a:lnTo>
                <a:close/>
              </a:path>
              <a:path w="5080000" h="3197225">
                <a:moveTo>
                  <a:pt x="3975099" y="2449159"/>
                </a:moveTo>
                <a:lnTo>
                  <a:pt x="3975099" y="2502638"/>
                </a:lnTo>
                <a:lnTo>
                  <a:pt x="3962399" y="2511153"/>
                </a:lnTo>
                <a:lnTo>
                  <a:pt x="3962399" y="2519808"/>
                </a:lnTo>
                <a:lnTo>
                  <a:pt x="3949699" y="2528594"/>
                </a:lnTo>
                <a:lnTo>
                  <a:pt x="3949699" y="2480283"/>
                </a:lnTo>
                <a:lnTo>
                  <a:pt x="3543299" y="2166415"/>
                </a:lnTo>
                <a:lnTo>
                  <a:pt x="3543299" y="2171848"/>
                </a:lnTo>
                <a:lnTo>
                  <a:pt x="3530599" y="2177207"/>
                </a:lnTo>
                <a:lnTo>
                  <a:pt x="3530599" y="2134243"/>
                </a:lnTo>
                <a:lnTo>
                  <a:pt x="3543299" y="2108226"/>
                </a:lnTo>
                <a:lnTo>
                  <a:pt x="3568699" y="2081022"/>
                </a:lnTo>
                <a:lnTo>
                  <a:pt x="3568699" y="2141912"/>
                </a:lnTo>
                <a:lnTo>
                  <a:pt x="3962399" y="2455655"/>
                </a:lnTo>
                <a:lnTo>
                  <a:pt x="3975099" y="2449159"/>
                </a:lnTo>
                <a:close/>
              </a:path>
              <a:path w="5080000" h="3197225">
                <a:moveTo>
                  <a:pt x="3555999" y="1595666"/>
                </a:moveTo>
                <a:lnTo>
                  <a:pt x="3555999" y="1651917"/>
                </a:lnTo>
                <a:lnTo>
                  <a:pt x="3543299" y="1643262"/>
                </a:lnTo>
                <a:lnTo>
                  <a:pt x="3543299" y="1634747"/>
                </a:lnTo>
                <a:lnTo>
                  <a:pt x="3530599" y="1626384"/>
                </a:lnTo>
                <a:lnTo>
                  <a:pt x="3530599" y="1579027"/>
                </a:lnTo>
                <a:lnTo>
                  <a:pt x="3543299" y="1587261"/>
                </a:lnTo>
                <a:lnTo>
                  <a:pt x="3555999" y="1595666"/>
                </a:lnTo>
                <a:close/>
              </a:path>
              <a:path w="5080000" h="3197225">
                <a:moveTo>
                  <a:pt x="3568699" y="1612952"/>
                </a:moveTo>
                <a:lnTo>
                  <a:pt x="3568699" y="1669617"/>
                </a:lnTo>
                <a:lnTo>
                  <a:pt x="3555999" y="1660702"/>
                </a:lnTo>
                <a:lnTo>
                  <a:pt x="3555999" y="1604233"/>
                </a:lnTo>
                <a:lnTo>
                  <a:pt x="3568699" y="1612952"/>
                </a:lnTo>
                <a:close/>
              </a:path>
              <a:path w="5080000" h="3197225">
                <a:moveTo>
                  <a:pt x="3644899" y="1790703"/>
                </a:moveTo>
                <a:lnTo>
                  <a:pt x="3644899" y="1964513"/>
                </a:lnTo>
                <a:lnTo>
                  <a:pt x="3619499" y="2027160"/>
                </a:lnTo>
                <a:lnTo>
                  <a:pt x="3606799" y="2057485"/>
                </a:lnTo>
                <a:lnTo>
                  <a:pt x="3594099" y="2086719"/>
                </a:lnTo>
                <a:lnTo>
                  <a:pt x="3581399" y="2114861"/>
                </a:lnTo>
                <a:lnTo>
                  <a:pt x="3568699" y="2141912"/>
                </a:lnTo>
                <a:lnTo>
                  <a:pt x="3568699" y="2081022"/>
                </a:lnTo>
                <a:lnTo>
                  <a:pt x="3581399" y="2052631"/>
                </a:lnTo>
                <a:lnTo>
                  <a:pt x="3594099" y="2023052"/>
                </a:lnTo>
                <a:lnTo>
                  <a:pt x="3606799" y="1992634"/>
                </a:lnTo>
                <a:lnTo>
                  <a:pt x="3606799" y="1961725"/>
                </a:lnTo>
                <a:lnTo>
                  <a:pt x="3619499" y="1930326"/>
                </a:lnTo>
                <a:lnTo>
                  <a:pt x="3619499" y="1727954"/>
                </a:lnTo>
                <a:lnTo>
                  <a:pt x="3632199" y="1738229"/>
                </a:lnTo>
                <a:lnTo>
                  <a:pt x="3632199" y="1780081"/>
                </a:lnTo>
                <a:lnTo>
                  <a:pt x="3644899" y="1790703"/>
                </a:lnTo>
                <a:close/>
              </a:path>
              <a:path w="5080000" h="3197225">
                <a:moveTo>
                  <a:pt x="3581399" y="1630847"/>
                </a:moveTo>
                <a:lnTo>
                  <a:pt x="3581399" y="1697100"/>
                </a:lnTo>
                <a:lnTo>
                  <a:pt x="3568699" y="1687827"/>
                </a:lnTo>
                <a:lnTo>
                  <a:pt x="3568699" y="1621823"/>
                </a:lnTo>
                <a:lnTo>
                  <a:pt x="3581399" y="1630847"/>
                </a:lnTo>
                <a:close/>
              </a:path>
              <a:path w="5080000" h="3197225">
                <a:moveTo>
                  <a:pt x="3594099" y="1658735"/>
                </a:moveTo>
                <a:lnTo>
                  <a:pt x="3594099" y="1725558"/>
                </a:lnTo>
                <a:lnTo>
                  <a:pt x="3581399" y="1715972"/>
                </a:lnTo>
                <a:lnTo>
                  <a:pt x="3581399" y="1649308"/>
                </a:lnTo>
                <a:lnTo>
                  <a:pt x="3594099" y="1658735"/>
                </a:lnTo>
                <a:close/>
              </a:path>
              <a:path w="5080000" h="3197225">
                <a:moveTo>
                  <a:pt x="3606799" y="1677972"/>
                </a:moveTo>
                <a:lnTo>
                  <a:pt x="3606799" y="1764748"/>
                </a:lnTo>
                <a:lnTo>
                  <a:pt x="3594099" y="1754831"/>
                </a:lnTo>
                <a:lnTo>
                  <a:pt x="3594099" y="1668293"/>
                </a:lnTo>
                <a:lnTo>
                  <a:pt x="3606799" y="1677972"/>
                </a:lnTo>
                <a:close/>
              </a:path>
              <a:path w="5080000" h="3197225">
                <a:moveTo>
                  <a:pt x="3619499" y="1707661"/>
                </a:moveTo>
                <a:lnTo>
                  <a:pt x="3619499" y="1825433"/>
                </a:lnTo>
                <a:lnTo>
                  <a:pt x="3606799" y="1815207"/>
                </a:lnTo>
                <a:lnTo>
                  <a:pt x="3606799" y="1697656"/>
                </a:lnTo>
                <a:lnTo>
                  <a:pt x="3619499" y="1707661"/>
                </a:lnTo>
                <a:close/>
              </a:path>
              <a:path w="5080000" h="3197225">
                <a:moveTo>
                  <a:pt x="3873499" y="2673309"/>
                </a:moveTo>
                <a:lnTo>
                  <a:pt x="3873499" y="2817646"/>
                </a:lnTo>
                <a:lnTo>
                  <a:pt x="3860799" y="2811136"/>
                </a:lnTo>
                <a:lnTo>
                  <a:pt x="3860799" y="2679822"/>
                </a:lnTo>
                <a:lnTo>
                  <a:pt x="3873499" y="2673309"/>
                </a:lnTo>
                <a:close/>
              </a:path>
              <a:path w="5080000" h="3197225">
                <a:moveTo>
                  <a:pt x="3886199" y="2615544"/>
                </a:moveTo>
                <a:lnTo>
                  <a:pt x="3886199" y="2875384"/>
                </a:lnTo>
                <a:lnTo>
                  <a:pt x="3873499" y="2869062"/>
                </a:lnTo>
                <a:lnTo>
                  <a:pt x="3873499" y="2621871"/>
                </a:lnTo>
                <a:lnTo>
                  <a:pt x="3886199" y="2615544"/>
                </a:lnTo>
                <a:close/>
              </a:path>
              <a:path w="5080000" h="3197225">
                <a:moveTo>
                  <a:pt x="3898899" y="2578214"/>
                </a:moveTo>
                <a:lnTo>
                  <a:pt x="3898899" y="2912692"/>
                </a:lnTo>
                <a:lnTo>
                  <a:pt x="3886199" y="2906555"/>
                </a:lnTo>
                <a:lnTo>
                  <a:pt x="3886199" y="2584355"/>
                </a:lnTo>
                <a:lnTo>
                  <a:pt x="3898899" y="2578214"/>
                </a:lnTo>
                <a:close/>
              </a:path>
              <a:path w="5080000" h="3197225">
                <a:moveTo>
                  <a:pt x="3911599" y="2847078"/>
                </a:moveTo>
                <a:lnTo>
                  <a:pt x="3911599" y="2942812"/>
                </a:lnTo>
                <a:lnTo>
                  <a:pt x="3898899" y="2936867"/>
                </a:lnTo>
                <a:lnTo>
                  <a:pt x="3898899" y="2837032"/>
                </a:lnTo>
                <a:lnTo>
                  <a:pt x="3911599" y="2847078"/>
                </a:lnTo>
                <a:close/>
              </a:path>
              <a:path w="5080000" h="3197225">
                <a:moveTo>
                  <a:pt x="3911599" y="2548068"/>
                </a:moveTo>
                <a:lnTo>
                  <a:pt x="3911599" y="2642626"/>
                </a:lnTo>
                <a:lnTo>
                  <a:pt x="3898899" y="2652667"/>
                </a:lnTo>
                <a:lnTo>
                  <a:pt x="3898899" y="2554019"/>
                </a:lnTo>
                <a:lnTo>
                  <a:pt x="3911599" y="2548068"/>
                </a:lnTo>
                <a:close/>
              </a:path>
              <a:path w="5080000" h="3197225">
                <a:moveTo>
                  <a:pt x="3924299" y="2896272"/>
                </a:moveTo>
                <a:lnTo>
                  <a:pt x="3924299" y="2966159"/>
                </a:lnTo>
                <a:lnTo>
                  <a:pt x="3911599" y="2960390"/>
                </a:lnTo>
                <a:lnTo>
                  <a:pt x="3911599" y="2886595"/>
                </a:lnTo>
                <a:lnTo>
                  <a:pt x="3924299" y="2896272"/>
                </a:lnTo>
                <a:close/>
              </a:path>
              <a:path w="5080000" h="3197225">
                <a:moveTo>
                  <a:pt x="3924299" y="2524698"/>
                </a:moveTo>
                <a:lnTo>
                  <a:pt x="3924299" y="2593455"/>
                </a:lnTo>
                <a:lnTo>
                  <a:pt x="3911599" y="2603128"/>
                </a:lnTo>
                <a:lnTo>
                  <a:pt x="3911599" y="2530474"/>
                </a:lnTo>
                <a:lnTo>
                  <a:pt x="3924299" y="2524698"/>
                </a:lnTo>
                <a:close/>
              </a:path>
              <a:path w="5080000" h="3197225">
                <a:moveTo>
                  <a:pt x="3936999" y="2924746"/>
                </a:moveTo>
                <a:lnTo>
                  <a:pt x="3936999" y="2988754"/>
                </a:lnTo>
                <a:lnTo>
                  <a:pt x="3924299" y="2983180"/>
                </a:lnTo>
                <a:lnTo>
                  <a:pt x="3924299" y="2915360"/>
                </a:lnTo>
                <a:lnTo>
                  <a:pt x="3936999" y="2924746"/>
                </a:lnTo>
                <a:close/>
              </a:path>
              <a:path w="5080000" h="3197225">
                <a:moveTo>
                  <a:pt x="3936999" y="2502077"/>
                </a:moveTo>
                <a:lnTo>
                  <a:pt x="3936999" y="2564995"/>
                </a:lnTo>
                <a:lnTo>
                  <a:pt x="3924299" y="2574377"/>
                </a:lnTo>
                <a:lnTo>
                  <a:pt x="3924299" y="2507658"/>
                </a:lnTo>
                <a:lnTo>
                  <a:pt x="3936999" y="2502077"/>
                </a:lnTo>
                <a:close/>
              </a:path>
              <a:path w="5080000" h="3197225">
                <a:moveTo>
                  <a:pt x="3949699" y="2952245"/>
                </a:moveTo>
                <a:lnTo>
                  <a:pt x="3949699" y="3005160"/>
                </a:lnTo>
                <a:lnTo>
                  <a:pt x="3936999" y="2999745"/>
                </a:lnTo>
                <a:lnTo>
                  <a:pt x="3936999" y="2943195"/>
                </a:lnTo>
                <a:lnTo>
                  <a:pt x="3949699" y="2952245"/>
                </a:lnTo>
                <a:close/>
              </a:path>
              <a:path w="5080000" h="3197225">
                <a:moveTo>
                  <a:pt x="3949699" y="2485650"/>
                </a:moveTo>
                <a:lnTo>
                  <a:pt x="3949699" y="2537510"/>
                </a:lnTo>
                <a:lnTo>
                  <a:pt x="3936999" y="2546556"/>
                </a:lnTo>
                <a:lnTo>
                  <a:pt x="3936999" y="2491072"/>
                </a:lnTo>
                <a:lnTo>
                  <a:pt x="3949699" y="2485650"/>
                </a:lnTo>
                <a:close/>
              </a:path>
              <a:path w="5080000" h="3197225">
                <a:moveTo>
                  <a:pt x="3962399" y="2969955"/>
                </a:moveTo>
                <a:lnTo>
                  <a:pt x="3962399" y="3021068"/>
                </a:lnTo>
                <a:lnTo>
                  <a:pt x="3949699" y="3015822"/>
                </a:lnTo>
                <a:lnTo>
                  <a:pt x="3949699" y="2961165"/>
                </a:lnTo>
                <a:lnTo>
                  <a:pt x="3962399" y="2969955"/>
                </a:lnTo>
                <a:close/>
              </a:path>
              <a:path w="5080000" h="3197225">
                <a:moveTo>
                  <a:pt x="3975099" y="2987133"/>
                </a:moveTo>
                <a:lnTo>
                  <a:pt x="3975099" y="3041452"/>
                </a:lnTo>
                <a:lnTo>
                  <a:pt x="3962399" y="3036447"/>
                </a:lnTo>
                <a:lnTo>
                  <a:pt x="3962399" y="2978615"/>
                </a:lnTo>
                <a:lnTo>
                  <a:pt x="3975099" y="2987133"/>
                </a:lnTo>
                <a:close/>
              </a:path>
              <a:path w="5080000" h="3197225">
                <a:moveTo>
                  <a:pt x="3987799" y="3003718"/>
                </a:moveTo>
                <a:lnTo>
                  <a:pt x="3987799" y="3051270"/>
                </a:lnTo>
                <a:lnTo>
                  <a:pt x="3975099" y="3046394"/>
                </a:lnTo>
                <a:lnTo>
                  <a:pt x="3975099" y="2995501"/>
                </a:lnTo>
                <a:lnTo>
                  <a:pt x="3987799" y="3003718"/>
                </a:lnTo>
                <a:close/>
              </a:path>
              <a:path w="5080000" h="3197225">
                <a:moveTo>
                  <a:pt x="3987799" y="2436488"/>
                </a:moveTo>
                <a:lnTo>
                  <a:pt x="3987799" y="2486061"/>
                </a:lnTo>
                <a:lnTo>
                  <a:pt x="3975099" y="2494274"/>
                </a:lnTo>
                <a:lnTo>
                  <a:pt x="3975099" y="2442770"/>
                </a:lnTo>
                <a:lnTo>
                  <a:pt x="3987799" y="2436488"/>
                </a:lnTo>
                <a:close/>
              </a:path>
              <a:path w="5080000" h="3197225">
                <a:moveTo>
                  <a:pt x="4000499" y="3019688"/>
                </a:moveTo>
                <a:lnTo>
                  <a:pt x="4000499" y="3065507"/>
                </a:lnTo>
                <a:lnTo>
                  <a:pt x="3987799" y="3060828"/>
                </a:lnTo>
                <a:lnTo>
                  <a:pt x="3987799" y="3011783"/>
                </a:lnTo>
                <a:lnTo>
                  <a:pt x="4000499" y="3019688"/>
                </a:lnTo>
                <a:close/>
              </a:path>
              <a:path w="5080000" h="3197225">
                <a:moveTo>
                  <a:pt x="4000499" y="2424252"/>
                </a:moveTo>
                <a:lnTo>
                  <a:pt x="4000499" y="2470097"/>
                </a:lnTo>
                <a:lnTo>
                  <a:pt x="3987799" y="2477999"/>
                </a:lnTo>
                <a:lnTo>
                  <a:pt x="3987799" y="2430314"/>
                </a:lnTo>
                <a:lnTo>
                  <a:pt x="4000499" y="2424252"/>
                </a:lnTo>
                <a:close/>
              </a:path>
              <a:path w="5080000" h="3197225">
                <a:moveTo>
                  <a:pt x="4013199" y="3034987"/>
                </a:moveTo>
                <a:lnTo>
                  <a:pt x="4013199" y="3079129"/>
                </a:lnTo>
                <a:lnTo>
                  <a:pt x="4000499" y="3074657"/>
                </a:lnTo>
                <a:lnTo>
                  <a:pt x="4000499" y="3027422"/>
                </a:lnTo>
                <a:lnTo>
                  <a:pt x="4013199" y="3034987"/>
                </a:lnTo>
                <a:close/>
              </a:path>
              <a:path w="5080000" h="3197225">
                <a:moveTo>
                  <a:pt x="4013199" y="2412475"/>
                </a:moveTo>
                <a:lnTo>
                  <a:pt x="4013199" y="2454803"/>
                </a:lnTo>
                <a:lnTo>
                  <a:pt x="4000499" y="2462365"/>
                </a:lnTo>
                <a:lnTo>
                  <a:pt x="4000499" y="2418305"/>
                </a:lnTo>
                <a:lnTo>
                  <a:pt x="4013199" y="2412475"/>
                </a:lnTo>
                <a:close/>
              </a:path>
              <a:path w="5080000" h="3197225">
                <a:moveTo>
                  <a:pt x="4025899" y="3049596"/>
                </a:moveTo>
                <a:lnTo>
                  <a:pt x="4025899" y="3087857"/>
                </a:lnTo>
                <a:lnTo>
                  <a:pt x="4013199" y="3083530"/>
                </a:lnTo>
                <a:lnTo>
                  <a:pt x="4013199" y="3042381"/>
                </a:lnTo>
                <a:lnTo>
                  <a:pt x="4025899" y="3049596"/>
                </a:lnTo>
                <a:close/>
              </a:path>
              <a:path w="5080000" h="3197225">
                <a:moveTo>
                  <a:pt x="4025899" y="2401167"/>
                </a:moveTo>
                <a:lnTo>
                  <a:pt x="4025899" y="2440199"/>
                </a:lnTo>
                <a:lnTo>
                  <a:pt x="4013199" y="2447411"/>
                </a:lnTo>
                <a:lnTo>
                  <a:pt x="4013199" y="2406761"/>
                </a:lnTo>
                <a:lnTo>
                  <a:pt x="4025899" y="2401167"/>
                </a:lnTo>
                <a:close/>
              </a:path>
              <a:path w="5080000" h="3197225">
                <a:moveTo>
                  <a:pt x="4051299" y="3070113"/>
                </a:moveTo>
                <a:lnTo>
                  <a:pt x="4051299" y="3108386"/>
                </a:lnTo>
                <a:lnTo>
                  <a:pt x="4038599" y="3104431"/>
                </a:lnTo>
                <a:lnTo>
                  <a:pt x="4038599" y="3100401"/>
                </a:lnTo>
                <a:lnTo>
                  <a:pt x="4025899" y="3096294"/>
                </a:lnTo>
                <a:lnTo>
                  <a:pt x="4025899" y="3056623"/>
                </a:lnTo>
                <a:lnTo>
                  <a:pt x="4038599" y="3063462"/>
                </a:lnTo>
                <a:lnTo>
                  <a:pt x="4051299" y="3070113"/>
                </a:lnTo>
                <a:close/>
              </a:path>
              <a:path w="5080000" h="3197225">
                <a:moveTo>
                  <a:pt x="4051299" y="2380034"/>
                </a:moveTo>
                <a:lnTo>
                  <a:pt x="4051299" y="2419685"/>
                </a:lnTo>
                <a:lnTo>
                  <a:pt x="4038599" y="2426335"/>
                </a:lnTo>
                <a:lnTo>
                  <a:pt x="4025899" y="2433173"/>
                </a:lnTo>
                <a:lnTo>
                  <a:pt x="4025899" y="2395696"/>
                </a:lnTo>
                <a:lnTo>
                  <a:pt x="4038599" y="2390350"/>
                </a:lnTo>
                <a:lnTo>
                  <a:pt x="4038599" y="2385128"/>
                </a:lnTo>
                <a:lnTo>
                  <a:pt x="4051299" y="2380034"/>
                </a:lnTo>
                <a:close/>
              </a:path>
              <a:path w="5080000" h="3197225">
                <a:moveTo>
                  <a:pt x="4076699" y="3088868"/>
                </a:moveTo>
                <a:lnTo>
                  <a:pt x="4076699" y="3126984"/>
                </a:lnTo>
                <a:lnTo>
                  <a:pt x="4063999" y="3123423"/>
                </a:lnTo>
                <a:lnTo>
                  <a:pt x="4063999" y="3119783"/>
                </a:lnTo>
                <a:lnTo>
                  <a:pt x="4051299" y="3116063"/>
                </a:lnTo>
                <a:lnTo>
                  <a:pt x="4051299" y="3076568"/>
                </a:lnTo>
                <a:lnTo>
                  <a:pt x="4063999" y="3082820"/>
                </a:lnTo>
                <a:lnTo>
                  <a:pt x="4076699" y="3088868"/>
                </a:lnTo>
                <a:close/>
              </a:path>
              <a:path w="5080000" h="3197225">
                <a:moveTo>
                  <a:pt x="4076699" y="2360975"/>
                </a:moveTo>
                <a:lnTo>
                  <a:pt x="4076699" y="2400931"/>
                </a:lnTo>
                <a:lnTo>
                  <a:pt x="4063999" y="2406979"/>
                </a:lnTo>
                <a:lnTo>
                  <a:pt x="4051299" y="2413231"/>
                </a:lnTo>
                <a:lnTo>
                  <a:pt x="4051299" y="2375071"/>
                </a:lnTo>
                <a:lnTo>
                  <a:pt x="4063999" y="2370240"/>
                </a:lnTo>
                <a:lnTo>
                  <a:pt x="4063999" y="2365540"/>
                </a:lnTo>
                <a:lnTo>
                  <a:pt x="4076699" y="2360975"/>
                </a:lnTo>
                <a:close/>
              </a:path>
              <a:path w="5080000" h="3197225">
                <a:moveTo>
                  <a:pt x="4102099" y="3105762"/>
                </a:moveTo>
                <a:lnTo>
                  <a:pt x="4102099" y="3143551"/>
                </a:lnTo>
                <a:lnTo>
                  <a:pt x="4089399" y="3140404"/>
                </a:lnTo>
                <a:lnTo>
                  <a:pt x="4089399" y="3133859"/>
                </a:lnTo>
                <a:lnTo>
                  <a:pt x="4076699" y="3130463"/>
                </a:lnTo>
                <a:lnTo>
                  <a:pt x="4076699" y="3094712"/>
                </a:lnTo>
                <a:lnTo>
                  <a:pt x="4089399" y="3100346"/>
                </a:lnTo>
                <a:lnTo>
                  <a:pt x="4102099" y="3105762"/>
                </a:lnTo>
                <a:close/>
              </a:path>
              <a:path w="5080000" h="3197225">
                <a:moveTo>
                  <a:pt x="4102099" y="2348107"/>
                </a:moveTo>
                <a:lnTo>
                  <a:pt x="4102099" y="2384034"/>
                </a:lnTo>
                <a:lnTo>
                  <a:pt x="4089399" y="2389452"/>
                </a:lnTo>
                <a:lnTo>
                  <a:pt x="4076699" y="2395086"/>
                </a:lnTo>
                <a:lnTo>
                  <a:pt x="4076699" y="2356548"/>
                </a:lnTo>
                <a:lnTo>
                  <a:pt x="4089399" y="2352258"/>
                </a:lnTo>
                <a:lnTo>
                  <a:pt x="4102099" y="2348107"/>
                </a:lnTo>
                <a:close/>
              </a:path>
              <a:path w="5080000" h="3197225">
                <a:moveTo>
                  <a:pt x="4127499" y="3120700"/>
                </a:moveTo>
                <a:lnTo>
                  <a:pt x="4127499" y="3155284"/>
                </a:lnTo>
                <a:lnTo>
                  <a:pt x="4114799" y="3152480"/>
                </a:lnTo>
                <a:lnTo>
                  <a:pt x="4114799" y="3149589"/>
                </a:lnTo>
                <a:lnTo>
                  <a:pt x="4102099" y="3146613"/>
                </a:lnTo>
                <a:lnTo>
                  <a:pt x="4102099" y="3110961"/>
                </a:lnTo>
                <a:lnTo>
                  <a:pt x="4114799" y="3115942"/>
                </a:lnTo>
                <a:lnTo>
                  <a:pt x="4127499" y="3120700"/>
                </a:lnTo>
                <a:close/>
              </a:path>
              <a:path w="5080000" h="3197225">
                <a:moveTo>
                  <a:pt x="4140199" y="2329496"/>
                </a:moveTo>
                <a:lnTo>
                  <a:pt x="4140199" y="2364559"/>
                </a:lnTo>
                <a:lnTo>
                  <a:pt x="4127499" y="2369091"/>
                </a:lnTo>
                <a:lnTo>
                  <a:pt x="4114799" y="2373851"/>
                </a:lnTo>
                <a:lnTo>
                  <a:pt x="4102099" y="2378834"/>
                </a:lnTo>
                <a:lnTo>
                  <a:pt x="4102099" y="2344097"/>
                </a:lnTo>
                <a:lnTo>
                  <a:pt x="4114799" y="2340230"/>
                </a:lnTo>
                <a:lnTo>
                  <a:pt x="4114799" y="2336508"/>
                </a:lnTo>
                <a:lnTo>
                  <a:pt x="4127499" y="2332929"/>
                </a:lnTo>
                <a:lnTo>
                  <a:pt x="4140199" y="2329496"/>
                </a:lnTo>
                <a:close/>
              </a:path>
              <a:path w="5080000" h="3197225">
                <a:moveTo>
                  <a:pt x="4178299" y="3141032"/>
                </a:moveTo>
                <a:lnTo>
                  <a:pt x="4178299" y="3174527"/>
                </a:lnTo>
                <a:lnTo>
                  <a:pt x="4165599" y="3172436"/>
                </a:lnTo>
                <a:lnTo>
                  <a:pt x="4165599" y="3170255"/>
                </a:lnTo>
                <a:lnTo>
                  <a:pt x="4152899" y="3167983"/>
                </a:lnTo>
                <a:lnTo>
                  <a:pt x="4152899" y="3165621"/>
                </a:lnTo>
                <a:lnTo>
                  <a:pt x="4140199" y="3163170"/>
                </a:lnTo>
                <a:lnTo>
                  <a:pt x="4140199" y="3160629"/>
                </a:lnTo>
                <a:lnTo>
                  <a:pt x="4127499" y="3158001"/>
                </a:lnTo>
                <a:lnTo>
                  <a:pt x="4127499" y="3125229"/>
                </a:lnTo>
                <a:lnTo>
                  <a:pt x="4140199" y="3129528"/>
                </a:lnTo>
                <a:lnTo>
                  <a:pt x="4152899" y="3133598"/>
                </a:lnTo>
                <a:lnTo>
                  <a:pt x="4165599" y="3137434"/>
                </a:lnTo>
                <a:lnTo>
                  <a:pt x="4178299" y="3141032"/>
                </a:lnTo>
                <a:close/>
              </a:path>
              <a:path w="5080000" h="3197225">
                <a:moveTo>
                  <a:pt x="4178299" y="2314574"/>
                </a:moveTo>
                <a:lnTo>
                  <a:pt x="4178299" y="2348741"/>
                </a:lnTo>
                <a:lnTo>
                  <a:pt x="4165599" y="2352343"/>
                </a:lnTo>
                <a:lnTo>
                  <a:pt x="4152899" y="2356183"/>
                </a:lnTo>
                <a:lnTo>
                  <a:pt x="4140199" y="2360257"/>
                </a:lnTo>
                <a:lnTo>
                  <a:pt x="4140199" y="2326213"/>
                </a:lnTo>
                <a:lnTo>
                  <a:pt x="4152899" y="2323078"/>
                </a:lnTo>
                <a:lnTo>
                  <a:pt x="4165599" y="2320092"/>
                </a:lnTo>
                <a:lnTo>
                  <a:pt x="4165599" y="2317256"/>
                </a:lnTo>
                <a:lnTo>
                  <a:pt x="4178299" y="2314574"/>
                </a:lnTo>
                <a:close/>
              </a:path>
              <a:path w="5080000" h="3197225">
                <a:moveTo>
                  <a:pt x="4216399" y="3153019"/>
                </a:moveTo>
                <a:lnTo>
                  <a:pt x="4216399" y="3185138"/>
                </a:lnTo>
                <a:lnTo>
                  <a:pt x="4203699" y="3183602"/>
                </a:lnTo>
                <a:lnTo>
                  <a:pt x="4203699" y="3181972"/>
                </a:lnTo>
                <a:lnTo>
                  <a:pt x="4190999" y="3180249"/>
                </a:lnTo>
                <a:lnTo>
                  <a:pt x="4190999" y="3178434"/>
                </a:lnTo>
                <a:lnTo>
                  <a:pt x="4178299" y="3176526"/>
                </a:lnTo>
                <a:lnTo>
                  <a:pt x="4178299" y="3144390"/>
                </a:lnTo>
                <a:lnTo>
                  <a:pt x="4190999" y="3147510"/>
                </a:lnTo>
                <a:lnTo>
                  <a:pt x="4203699" y="3150387"/>
                </a:lnTo>
                <a:lnTo>
                  <a:pt x="4216399" y="3153019"/>
                </a:lnTo>
                <a:close/>
              </a:path>
              <a:path w="5080000" h="3197225">
                <a:moveTo>
                  <a:pt x="4381499" y="2297423"/>
                </a:moveTo>
                <a:lnTo>
                  <a:pt x="4381499" y="2328589"/>
                </a:lnTo>
                <a:lnTo>
                  <a:pt x="4368799" y="2327200"/>
                </a:lnTo>
                <a:lnTo>
                  <a:pt x="4356099" y="2326061"/>
                </a:lnTo>
                <a:lnTo>
                  <a:pt x="4343399" y="2325175"/>
                </a:lnTo>
                <a:lnTo>
                  <a:pt x="4330699" y="2324542"/>
                </a:lnTo>
                <a:lnTo>
                  <a:pt x="4317999" y="2324162"/>
                </a:lnTo>
                <a:lnTo>
                  <a:pt x="4305299" y="2324172"/>
                </a:lnTo>
                <a:lnTo>
                  <a:pt x="4292599" y="2324562"/>
                </a:lnTo>
                <a:lnTo>
                  <a:pt x="4279899" y="2325205"/>
                </a:lnTo>
                <a:lnTo>
                  <a:pt x="4267199" y="2326101"/>
                </a:lnTo>
                <a:lnTo>
                  <a:pt x="4267199" y="2327248"/>
                </a:lnTo>
                <a:lnTo>
                  <a:pt x="4254499" y="2328646"/>
                </a:lnTo>
                <a:lnTo>
                  <a:pt x="4241799" y="2330294"/>
                </a:lnTo>
                <a:lnTo>
                  <a:pt x="4229099" y="2332193"/>
                </a:lnTo>
                <a:lnTo>
                  <a:pt x="4216399" y="2334339"/>
                </a:lnTo>
                <a:lnTo>
                  <a:pt x="4216399" y="2336731"/>
                </a:lnTo>
                <a:lnTo>
                  <a:pt x="4203699" y="2339369"/>
                </a:lnTo>
                <a:lnTo>
                  <a:pt x="4190999" y="2342252"/>
                </a:lnTo>
                <a:lnTo>
                  <a:pt x="4178299" y="2345377"/>
                </a:lnTo>
                <a:lnTo>
                  <a:pt x="4178299" y="2312045"/>
                </a:lnTo>
                <a:lnTo>
                  <a:pt x="4190999" y="2309668"/>
                </a:lnTo>
                <a:lnTo>
                  <a:pt x="4203699" y="2307446"/>
                </a:lnTo>
                <a:lnTo>
                  <a:pt x="4203699" y="2305381"/>
                </a:lnTo>
                <a:lnTo>
                  <a:pt x="4216399" y="2303471"/>
                </a:lnTo>
                <a:lnTo>
                  <a:pt x="4229099" y="2301718"/>
                </a:lnTo>
                <a:lnTo>
                  <a:pt x="4229099" y="2300122"/>
                </a:lnTo>
                <a:lnTo>
                  <a:pt x="4241799" y="2298685"/>
                </a:lnTo>
                <a:lnTo>
                  <a:pt x="4254499" y="2297406"/>
                </a:lnTo>
                <a:lnTo>
                  <a:pt x="4254499" y="2296286"/>
                </a:lnTo>
                <a:lnTo>
                  <a:pt x="4267199" y="2295326"/>
                </a:lnTo>
                <a:lnTo>
                  <a:pt x="4279899" y="2294525"/>
                </a:lnTo>
                <a:lnTo>
                  <a:pt x="4279899" y="2293885"/>
                </a:lnTo>
                <a:lnTo>
                  <a:pt x="4292599" y="2293404"/>
                </a:lnTo>
                <a:lnTo>
                  <a:pt x="4305299" y="2293084"/>
                </a:lnTo>
                <a:lnTo>
                  <a:pt x="4305299" y="2292925"/>
                </a:lnTo>
                <a:lnTo>
                  <a:pt x="4317999" y="2292926"/>
                </a:lnTo>
                <a:lnTo>
                  <a:pt x="4330699" y="2293087"/>
                </a:lnTo>
                <a:lnTo>
                  <a:pt x="4330699" y="2293410"/>
                </a:lnTo>
                <a:lnTo>
                  <a:pt x="4343399" y="2293892"/>
                </a:lnTo>
                <a:lnTo>
                  <a:pt x="4356099" y="2294535"/>
                </a:lnTo>
                <a:lnTo>
                  <a:pt x="4356099" y="2295338"/>
                </a:lnTo>
                <a:lnTo>
                  <a:pt x="4368799" y="2296301"/>
                </a:lnTo>
                <a:lnTo>
                  <a:pt x="4381499" y="2297423"/>
                </a:lnTo>
                <a:close/>
              </a:path>
              <a:path w="5080000" h="3197225">
                <a:moveTo>
                  <a:pt x="4267199" y="3162465"/>
                </a:moveTo>
                <a:lnTo>
                  <a:pt x="4267199" y="3194038"/>
                </a:lnTo>
                <a:lnTo>
                  <a:pt x="4254499" y="3193258"/>
                </a:lnTo>
                <a:lnTo>
                  <a:pt x="4254499" y="3192382"/>
                </a:lnTo>
                <a:lnTo>
                  <a:pt x="4241799" y="3191411"/>
                </a:lnTo>
                <a:lnTo>
                  <a:pt x="4241799" y="3190346"/>
                </a:lnTo>
                <a:lnTo>
                  <a:pt x="4229099" y="3189185"/>
                </a:lnTo>
                <a:lnTo>
                  <a:pt x="4229099" y="3187931"/>
                </a:lnTo>
                <a:lnTo>
                  <a:pt x="4216399" y="3186581"/>
                </a:lnTo>
                <a:lnTo>
                  <a:pt x="4216399" y="3155404"/>
                </a:lnTo>
                <a:lnTo>
                  <a:pt x="4229099" y="3157544"/>
                </a:lnTo>
                <a:lnTo>
                  <a:pt x="4241799" y="3159435"/>
                </a:lnTo>
                <a:lnTo>
                  <a:pt x="4254499" y="3161075"/>
                </a:lnTo>
                <a:lnTo>
                  <a:pt x="4267199" y="3162465"/>
                </a:lnTo>
                <a:close/>
              </a:path>
              <a:path w="5080000" h="3197225">
                <a:moveTo>
                  <a:pt x="4317999" y="3165629"/>
                </a:moveTo>
                <a:lnTo>
                  <a:pt x="4317999" y="3196832"/>
                </a:lnTo>
                <a:lnTo>
                  <a:pt x="4305299" y="3196819"/>
                </a:lnTo>
                <a:lnTo>
                  <a:pt x="4292599" y="3196504"/>
                </a:lnTo>
                <a:lnTo>
                  <a:pt x="4292599" y="3196202"/>
                </a:lnTo>
                <a:lnTo>
                  <a:pt x="4279899" y="3195805"/>
                </a:lnTo>
                <a:lnTo>
                  <a:pt x="4279899" y="3195312"/>
                </a:lnTo>
                <a:lnTo>
                  <a:pt x="4267199" y="3194723"/>
                </a:lnTo>
                <a:lnTo>
                  <a:pt x="4267199" y="3163603"/>
                </a:lnTo>
                <a:lnTo>
                  <a:pt x="4279899" y="3164490"/>
                </a:lnTo>
                <a:lnTo>
                  <a:pt x="4292599" y="3165123"/>
                </a:lnTo>
                <a:lnTo>
                  <a:pt x="4305299" y="3165503"/>
                </a:lnTo>
                <a:lnTo>
                  <a:pt x="4317999" y="3165629"/>
                </a:lnTo>
                <a:close/>
              </a:path>
              <a:path w="5080000" h="3197225">
                <a:moveTo>
                  <a:pt x="4381499" y="3161075"/>
                </a:moveTo>
                <a:lnTo>
                  <a:pt x="4381499" y="3192634"/>
                </a:lnTo>
                <a:lnTo>
                  <a:pt x="4368799" y="3193483"/>
                </a:lnTo>
                <a:lnTo>
                  <a:pt x="4356099" y="3194237"/>
                </a:lnTo>
                <a:lnTo>
                  <a:pt x="4356099" y="3194895"/>
                </a:lnTo>
                <a:lnTo>
                  <a:pt x="4343399" y="3195458"/>
                </a:lnTo>
                <a:lnTo>
                  <a:pt x="4343399" y="3195925"/>
                </a:lnTo>
                <a:lnTo>
                  <a:pt x="4330699" y="3196296"/>
                </a:lnTo>
                <a:lnTo>
                  <a:pt x="4330699" y="3196570"/>
                </a:lnTo>
                <a:lnTo>
                  <a:pt x="4317999" y="3196749"/>
                </a:lnTo>
                <a:lnTo>
                  <a:pt x="4317999" y="3165503"/>
                </a:lnTo>
                <a:lnTo>
                  <a:pt x="4330699" y="3165123"/>
                </a:lnTo>
                <a:lnTo>
                  <a:pt x="4343399" y="3164490"/>
                </a:lnTo>
                <a:lnTo>
                  <a:pt x="4356099" y="3163603"/>
                </a:lnTo>
                <a:lnTo>
                  <a:pt x="4368799" y="3162465"/>
                </a:lnTo>
                <a:lnTo>
                  <a:pt x="4381499" y="3161075"/>
                </a:lnTo>
                <a:close/>
              </a:path>
              <a:path w="5080000" h="3197225">
                <a:moveTo>
                  <a:pt x="4419599" y="3153019"/>
                </a:moveTo>
                <a:lnTo>
                  <a:pt x="4419599" y="3185547"/>
                </a:lnTo>
                <a:lnTo>
                  <a:pt x="4406899" y="3186964"/>
                </a:lnTo>
                <a:lnTo>
                  <a:pt x="4406899" y="3188287"/>
                </a:lnTo>
                <a:lnTo>
                  <a:pt x="4394199" y="3189516"/>
                </a:lnTo>
                <a:lnTo>
                  <a:pt x="4394199" y="3190650"/>
                </a:lnTo>
                <a:lnTo>
                  <a:pt x="4381499" y="3191689"/>
                </a:lnTo>
                <a:lnTo>
                  <a:pt x="4381499" y="3159435"/>
                </a:lnTo>
                <a:lnTo>
                  <a:pt x="4394199" y="3157544"/>
                </a:lnTo>
                <a:lnTo>
                  <a:pt x="4406899" y="3155404"/>
                </a:lnTo>
                <a:lnTo>
                  <a:pt x="4419599" y="3153019"/>
                </a:lnTo>
                <a:close/>
              </a:path>
              <a:path w="5080000" h="3197225">
                <a:moveTo>
                  <a:pt x="4470399" y="2320133"/>
                </a:moveTo>
                <a:lnTo>
                  <a:pt x="4470399" y="2352230"/>
                </a:lnTo>
                <a:lnTo>
                  <a:pt x="4457699" y="2348633"/>
                </a:lnTo>
                <a:lnTo>
                  <a:pt x="4444999" y="2345274"/>
                </a:lnTo>
                <a:lnTo>
                  <a:pt x="4432299" y="2342154"/>
                </a:lnTo>
                <a:lnTo>
                  <a:pt x="4419599" y="2339277"/>
                </a:lnTo>
                <a:lnTo>
                  <a:pt x="4419599" y="2336646"/>
                </a:lnTo>
                <a:lnTo>
                  <a:pt x="4406899" y="2334260"/>
                </a:lnTo>
                <a:lnTo>
                  <a:pt x="4394199" y="2332121"/>
                </a:lnTo>
                <a:lnTo>
                  <a:pt x="4381499" y="2330230"/>
                </a:lnTo>
                <a:lnTo>
                  <a:pt x="4381499" y="2298704"/>
                </a:lnTo>
                <a:lnTo>
                  <a:pt x="4394199" y="2300144"/>
                </a:lnTo>
                <a:lnTo>
                  <a:pt x="4406899" y="2301742"/>
                </a:lnTo>
                <a:lnTo>
                  <a:pt x="4406899" y="2303497"/>
                </a:lnTo>
                <a:lnTo>
                  <a:pt x="4419599" y="2305408"/>
                </a:lnTo>
                <a:lnTo>
                  <a:pt x="4432299" y="2307477"/>
                </a:lnTo>
                <a:lnTo>
                  <a:pt x="4432299" y="2309701"/>
                </a:lnTo>
                <a:lnTo>
                  <a:pt x="4444999" y="2312079"/>
                </a:lnTo>
                <a:lnTo>
                  <a:pt x="4457699" y="2314610"/>
                </a:lnTo>
                <a:lnTo>
                  <a:pt x="4457699" y="2317295"/>
                </a:lnTo>
                <a:lnTo>
                  <a:pt x="4470399" y="2320133"/>
                </a:lnTo>
                <a:close/>
              </a:path>
              <a:path w="5080000" h="3197225">
                <a:moveTo>
                  <a:pt x="4470399" y="3137434"/>
                </a:moveTo>
                <a:lnTo>
                  <a:pt x="4470399" y="3170868"/>
                </a:lnTo>
                <a:lnTo>
                  <a:pt x="4457699" y="3173024"/>
                </a:lnTo>
                <a:lnTo>
                  <a:pt x="4457699" y="3175090"/>
                </a:lnTo>
                <a:lnTo>
                  <a:pt x="4444999" y="3177064"/>
                </a:lnTo>
                <a:lnTo>
                  <a:pt x="4444999" y="3178946"/>
                </a:lnTo>
                <a:lnTo>
                  <a:pt x="4432299" y="3180735"/>
                </a:lnTo>
                <a:lnTo>
                  <a:pt x="4432299" y="3182433"/>
                </a:lnTo>
                <a:lnTo>
                  <a:pt x="4419599" y="3184037"/>
                </a:lnTo>
                <a:lnTo>
                  <a:pt x="4419599" y="3150387"/>
                </a:lnTo>
                <a:lnTo>
                  <a:pt x="4432299" y="3147510"/>
                </a:lnTo>
                <a:lnTo>
                  <a:pt x="4444999" y="3144390"/>
                </a:lnTo>
                <a:lnTo>
                  <a:pt x="4457699" y="3141032"/>
                </a:lnTo>
                <a:lnTo>
                  <a:pt x="4470399" y="3137434"/>
                </a:lnTo>
                <a:close/>
              </a:path>
              <a:path w="5080000" h="3197225">
                <a:moveTo>
                  <a:pt x="4508499" y="3120700"/>
                </a:moveTo>
                <a:lnTo>
                  <a:pt x="4508499" y="3153265"/>
                </a:lnTo>
                <a:lnTo>
                  <a:pt x="4495799" y="3156045"/>
                </a:lnTo>
                <a:lnTo>
                  <a:pt x="4495799" y="3158737"/>
                </a:lnTo>
                <a:lnTo>
                  <a:pt x="4483099" y="3161341"/>
                </a:lnTo>
                <a:lnTo>
                  <a:pt x="4483099" y="3166284"/>
                </a:lnTo>
                <a:lnTo>
                  <a:pt x="4470399" y="3168621"/>
                </a:lnTo>
                <a:lnTo>
                  <a:pt x="4470399" y="3133598"/>
                </a:lnTo>
                <a:lnTo>
                  <a:pt x="4483099" y="3129528"/>
                </a:lnTo>
                <a:lnTo>
                  <a:pt x="4495799" y="3125229"/>
                </a:lnTo>
                <a:lnTo>
                  <a:pt x="4508499" y="3120700"/>
                </a:lnTo>
                <a:close/>
              </a:path>
              <a:path w="5080000" h="3197225">
                <a:moveTo>
                  <a:pt x="4533899" y="2348165"/>
                </a:moveTo>
                <a:lnTo>
                  <a:pt x="4533899" y="2383902"/>
                </a:lnTo>
                <a:lnTo>
                  <a:pt x="4521199" y="2378703"/>
                </a:lnTo>
                <a:lnTo>
                  <a:pt x="4508499" y="2373722"/>
                </a:lnTo>
                <a:lnTo>
                  <a:pt x="4508499" y="2368964"/>
                </a:lnTo>
                <a:lnTo>
                  <a:pt x="4495799" y="2364436"/>
                </a:lnTo>
                <a:lnTo>
                  <a:pt x="4483099" y="2360136"/>
                </a:lnTo>
                <a:lnTo>
                  <a:pt x="4470399" y="2356066"/>
                </a:lnTo>
                <a:lnTo>
                  <a:pt x="4470399" y="2323120"/>
                </a:lnTo>
                <a:lnTo>
                  <a:pt x="4483099" y="2326257"/>
                </a:lnTo>
                <a:lnTo>
                  <a:pt x="4495799" y="2329544"/>
                </a:lnTo>
                <a:lnTo>
                  <a:pt x="4495799" y="2332978"/>
                </a:lnTo>
                <a:lnTo>
                  <a:pt x="4508499" y="2336558"/>
                </a:lnTo>
                <a:lnTo>
                  <a:pt x="4521199" y="2340283"/>
                </a:lnTo>
                <a:lnTo>
                  <a:pt x="4521199" y="2344153"/>
                </a:lnTo>
                <a:lnTo>
                  <a:pt x="4533899" y="2348165"/>
                </a:lnTo>
                <a:close/>
              </a:path>
              <a:path w="5080000" h="3197225">
                <a:moveTo>
                  <a:pt x="4533899" y="3105762"/>
                </a:moveTo>
                <a:lnTo>
                  <a:pt x="4533899" y="3141284"/>
                </a:lnTo>
                <a:lnTo>
                  <a:pt x="4521199" y="3144407"/>
                </a:lnTo>
                <a:lnTo>
                  <a:pt x="4521199" y="3147446"/>
                </a:lnTo>
                <a:lnTo>
                  <a:pt x="4508499" y="3150398"/>
                </a:lnTo>
                <a:lnTo>
                  <a:pt x="4508499" y="3115942"/>
                </a:lnTo>
                <a:lnTo>
                  <a:pt x="4521199" y="3110961"/>
                </a:lnTo>
                <a:lnTo>
                  <a:pt x="4533899" y="3105762"/>
                </a:lnTo>
                <a:close/>
              </a:path>
              <a:path w="5080000" h="3197225">
                <a:moveTo>
                  <a:pt x="4559299" y="3088868"/>
                </a:moveTo>
                <a:lnTo>
                  <a:pt x="4559299" y="3127954"/>
                </a:lnTo>
                <a:lnTo>
                  <a:pt x="4546599" y="3131411"/>
                </a:lnTo>
                <a:lnTo>
                  <a:pt x="4546599" y="3134785"/>
                </a:lnTo>
                <a:lnTo>
                  <a:pt x="4533899" y="3138076"/>
                </a:lnTo>
                <a:lnTo>
                  <a:pt x="4533899" y="3100346"/>
                </a:lnTo>
                <a:lnTo>
                  <a:pt x="4546599" y="3094712"/>
                </a:lnTo>
                <a:lnTo>
                  <a:pt x="4559299" y="3088868"/>
                </a:lnTo>
                <a:close/>
              </a:path>
              <a:path w="5080000" h="3197225">
                <a:moveTo>
                  <a:pt x="4584699" y="2380105"/>
                </a:moveTo>
                <a:lnTo>
                  <a:pt x="4584699" y="2419552"/>
                </a:lnTo>
                <a:lnTo>
                  <a:pt x="4571999" y="2413096"/>
                </a:lnTo>
                <a:lnTo>
                  <a:pt x="4559299" y="2406844"/>
                </a:lnTo>
                <a:lnTo>
                  <a:pt x="4559299" y="2400796"/>
                </a:lnTo>
                <a:lnTo>
                  <a:pt x="4546599" y="2394952"/>
                </a:lnTo>
                <a:lnTo>
                  <a:pt x="4533899" y="2389318"/>
                </a:lnTo>
                <a:lnTo>
                  <a:pt x="4533899" y="2352317"/>
                </a:lnTo>
                <a:lnTo>
                  <a:pt x="4546599" y="2356608"/>
                </a:lnTo>
                <a:lnTo>
                  <a:pt x="4546599" y="2361038"/>
                </a:lnTo>
                <a:lnTo>
                  <a:pt x="4559299" y="2365606"/>
                </a:lnTo>
                <a:lnTo>
                  <a:pt x="4571999" y="2370306"/>
                </a:lnTo>
                <a:lnTo>
                  <a:pt x="4571999" y="2375139"/>
                </a:lnTo>
                <a:lnTo>
                  <a:pt x="4584699" y="2380105"/>
                </a:lnTo>
                <a:close/>
              </a:path>
              <a:path w="5080000" h="3197225">
                <a:moveTo>
                  <a:pt x="4584699" y="3070113"/>
                </a:moveTo>
                <a:lnTo>
                  <a:pt x="4584699" y="3109467"/>
                </a:lnTo>
                <a:lnTo>
                  <a:pt x="4571999" y="3113322"/>
                </a:lnTo>
                <a:lnTo>
                  <a:pt x="4571999" y="3117100"/>
                </a:lnTo>
                <a:lnTo>
                  <a:pt x="4559299" y="3120799"/>
                </a:lnTo>
                <a:lnTo>
                  <a:pt x="4559299" y="3082820"/>
                </a:lnTo>
                <a:lnTo>
                  <a:pt x="4571999" y="3076568"/>
                </a:lnTo>
                <a:lnTo>
                  <a:pt x="4584699" y="3070113"/>
                </a:lnTo>
                <a:close/>
              </a:path>
              <a:path w="5080000" h="3197225">
                <a:moveTo>
                  <a:pt x="4597399" y="3056623"/>
                </a:moveTo>
                <a:lnTo>
                  <a:pt x="4597399" y="3101524"/>
                </a:lnTo>
                <a:lnTo>
                  <a:pt x="4584699" y="3105534"/>
                </a:lnTo>
                <a:lnTo>
                  <a:pt x="4584699" y="3063462"/>
                </a:lnTo>
                <a:lnTo>
                  <a:pt x="4597399" y="3056623"/>
                </a:lnTo>
                <a:close/>
              </a:path>
              <a:path w="5080000" h="3197225">
                <a:moveTo>
                  <a:pt x="4597399" y="2390423"/>
                </a:moveTo>
                <a:lnTo>
                  <a:pt x="4597399" y="2433042"/>
                </a:lnTo>
                <a:lnTo>
                  <a:pt x="4584699" y="2426203"/>
                </a:lnTo>
                <a:lnTo>
                  <a:pt x="4584699" y="2385201"/>
                </a:lnTo>
                <a:lnTo>
                  <a:pt x="4597399" y="2390423"/>
                </a:lnTo>
                <a:close/>
              </a:path>
              <a:path w="5080000" h="3197225">
                <a:moveTo>
                  <a:pt x="4622799" y="3034987"/>
                </a:moveTo>
                <a:lnTo>
                  <a:pt x="4622799" y="3075903"/>
                </a:lnTo>
                <a:lnTo>
                  <a:pt x="4610099" y="3080354"/>
                </a:lnTo>
                <a:lnTo>
                  <a:pt x="4610099" y="3089043"/>
                </a:lnTo>
                <a:lnTo>
                  <a:pt x="4597399" y="3093277"/>
                </a:lnTo>
                <a:lnTo>
                  <a:pt x="4597399" y="3049596"/>
                </a:lnTo>
                <a:lnTo>
                  <a:pt x="4610099" y="3042381"/>
                </a:lnTo>
                <a:lnTo>
                  <a:pt x="4622799" y="3034987"/>
                </a:lnTo>
                <a:close/>
              </a:path>
              <a:path w="5080000" h="3197225">
                <a:moveTo>
                  <a:pt x="4622799" y="2412555"/>
                </a:moveTo>
                <a:lnTo>
                  <a:pt x="4622799" y="2454678"/>
                </a:lnTo>
                <a:lnTo>
                  <a:pt x="4610099" y="2447284"/>
                </a:lnTo>
                <a:lnTo>
                  <a:pt x="4597399" y="2440069"/>
                </a:lnTo>
                <a:lnTo>
                  <a:pt x="4597399" y="2395771"/>
                </a:lnTo>
                <a:lnTo>
                  <a:pt x="4610099" y="2401245"/>
                </a:lnTo>
                <a:lnTo>
                  <a:pt x="4610099" y="2406841"/>
                </a:lnTo>
                <a:lnTo>
                  <a:pt x="4622799" y="2412555"/>
                </a:lnTo>
                <a:close/>
              </a:path>
              <a:path w="5080000" h="3197225">
                <a:moveTo>
                  <a:pt x="4635499" y="3019688"/>
                </a:moveTo>
                <a:lnTo>
                  <a:pt x="4635499" y="3066789"/>
                </a:lnTo>
                <a:lnTo>
                  <a:pt x="4622799" y="3071381"/>
                </a:lnTo>
                <a:lnTo>
                  <a:pt x="4622799" y="3027422"/>
                </a:lnTo>
                <a:lnTo>
                  <a:pt x="4635499" y="3019688"/>
                </a:lnTo>
                <a:close/>
              </a:path>
              <a:path w="5080000" h="3197225">
                <a:moveTo>
                  <a:pt x="4635499" y="2424337"/>
                </a:moveTo>
                <a:lnTo>
                  <a:pt x="4635499" y="2469976"/>
                </a:lnTo>
                <a:lnTo>
                  <a:pt x="4622799" y="2462242"/>
                </a:lnTo>
                <a:lnTo>
                  <a:pt x="4622799" y="2418387"/>
                </a:lnTo>
                <a:lnTo>
                  <a:pt x="4635499" y="2424337"/>
                </a:lnTo>
                <a:close/>
              </a:path>
              <a:path w="5080000" h="3197225">
                <a:moveTo>
                  <a:pt x="4648199" y="3003718"/>
                </a:moveTo>
                <a:lnTo>
                  <a:pt x="4648199" y="3052609"/>
                </a:lnTo>
                <a:lnTo>
                  <a:pt x="4635499" y="3057402"/>
                </a:lnTo>
                <a:lnTo>
                  <a:pt x="4635499" y="3011783"/>
                </a:lnTo>
                <a:lnTo>
                  <a:pt x="4648199" y="3003718"/>
                </a:lnTo>
                <a:close/>
              </a:path>
              <a:path w="5080000" h="3197225">
                <a:moveTo>
                  <a:pt x="4648199" y="2436574"/>
                </a:moveTo>
                <a:lnTo>
                  <a:pt x="4648199" y="2485947"/>
                </a:lnTo>
                <a:lnTo>
                  <a:pt x="4635499" y="2477881"/>
                </a:lnTo>
                <a:lnTo>
                  <a:pt x="4635499" y="2430401"/>
                </a:lnTo>
                <a:lnTo>
                  <a:pt x="4648199" y="2436574"/>
                </a:lnTo>
                <a:close/>
              </a:path>
              <a:path w="5080000" h="3197225">
                <a:moveTo>
                  <a:pt x="4660899" y="2987133"/>
                </a:moveTo>
                <a:lnTo>
                  <a:pt x="4660899" y="3037839"/>
                </a:lnTo>
                <a:lnTo>
                  <a:pt x="4648199" y="3042826"/>
                </a:lnTo>
                <a:lnTo>
                  <a:pt x="4648199" y="2995501"/>
                </a:lnTo>
                <a:lnTo>
                  <a:pt x="4660899" y="2987133"/>
                </a:lnTo>
                <a:close/>
              </a:path>
              <a:path w="5080000" h="3197225">
                <a:moveTo>
                  <a:pt x="4660899" y="2449250"/>
                </a:moveTo>
                <a:lnTo>
                  <a:pt x="4660899" y="2502531"/>
                </a:lnTo>
                <a:lnTo>
                  <a:pt x="4648199" y="2494163"/>
                </a:lnTo>
                <a:lnTo>
                  <a:pt x="4648199" y="2442857"/>
                </a:lnTo>
                <a:lnTo>
                  <a:pt x="4660899" y="2449250"/>
                </a:lnTo>
                <a:close/>
              </a:path>
              <a:path w="5080000" h="3197225">
                <a:moveTo>
                  <a:pt x="4673599" y="2969955"/>
                </a:moveTo>
                <a:lnTo>
                  <a:pt x="4673599" y="3022509"/>
                </a:lnTo>
                <a:lnTo>
                  <a:pt x="4660899" y="3027680"/>
                </a:lnTo>
                <a:lnTo>
                  <a:pt x="4660899" y="2978615"/>
                </a:lnTo>
                <a:lnTo>
                  <a:pt x="4673599" y="2969955"/>
                </a:lnTo>
                <a:close/>
              </a:path>
              <a:path w="5080000" h="3197225">
                <a:moveTo>
                  <a:pt x="4673599" y="2469044"/>
                </a:moveTo>
                <a:lnTo>
                  <a:pt x="4673599" y="2519709"/>
                </a:lnTo>
                <a:lnTo>
                  <a:pt x="4660899" y="2511050"/>
                </a:lnTo>
                <a:lnTo>
                  <a:pt x="4660899" y="2462345"/>
                </a:lnTo>
                <a:lnTo>
                  <a:pt x="4673599" y="2469044"/>
                </a:lnTo>
                <a:close/>
              </a:path>
              <a:path w="5080000" h="3197225">
                <a:moveTo>
                  <a:pt x="4686299" y="2943195"/>
                </a:moveTo>
                <a:lnTo>
                  <a:pt x="4686299" y="3006649"/>
                </a:lnTo>
                <a:lnTo>
                  <a:pt x="4673599" y="3011994"/>
                </a:lnTo>
                <a:lnTo>
                  <a:pt x="4673599" y="2952245"/>
                </a:lnTo>
                <a:lnTo>
                  <a:pt x="4686299" y="2943195"/>
                </a:lnTo>
                <a:close/>
              </a:path>
              <a:path w="5080000" h="3197225">
                <a:moveTo>
                  <a:pt x="4686299" y="2482737"/>
                </a:moveTo>
                <a:lnTo>
                  <a:pt x="4686299" y="2546470"/>
                </a:lnTo>
                <a:lnTo>
                  <a:pt x="4673599" y="2537419"/>
                </a:lnTo>
                <a:lnTo>
                  <a:pt x="4673599" y="2475842"/>
                </a:lnTo>
                <a:lnTo>
                  <a:pt x="4686299" y="2482737"/>
                </a:lnTo>
                <a:close/>
              </a:path>
              <a:path w="5080000" h="3197225">
                <a:moveTo>
                  <a:pt x="4698999" y="2924746"/>
                </a:moveTo>
                <a:lnTo>
                  <a:pt x="4698999" y="2990288"/>
                </a:lnTo>
                <a:lnTo>
                  <a:pt x="4686299" y="2995795"/>
                </a:lnTo>
                <a:lnTo>
                  <a:pt x="4686299" y="2934025"/>
                </a:lnTo>
                <a:lnTo>
                  <a:pt x="4698999" y="2924746"/>
                </a:lnTo>
                <a:close/>
              </a:path>
              <a:path w="5080000" h="3197225">
                <a:moveTo>
                  <a:pt x="4698999" y="2503963"/>
                </a:moveTo>
                <a:lnTo>
                  <a:pt x="4698999" y="2564918"/>
                </a:lnTo>
                <a:lnTo>
                  <a:pt x="4686299" y="2555640"/>
                </a:lnTo>
                <a:lnTo>
                  <a:pt x="4686299" y="2496797"/>
                </a:lnTo>
                <a:lnTo>
                  <a:pt x="4698999" y="2503963"/>
                </a:lnTo>
                <a:close/>
              </a:path>
              <a:path w="5080000" h="3197225">
                <a:moveTo>
                  <a:pt x="4711699" y="2896272"/>
                </a:moveTo>
                <a:lnTo>
                  <a:pt x="4711699" y="2967748"/>
                </a:lnTo>
                <a:lnTo>
                  <a:pt x="4698999" y="2973457"/>
                </a:lnTo>
                <a:lnTo>
                  <a:pt x="4698999" y="2905864"/>
                </a:lnTo>
                <a:lnTo>
                  <a:pt x="4711699" y="2896272"/>
                </a:lnTo>
                <a:close/>
              </a:path>
              <a:path w="5080000" h="3197225">
                <a:moveTo>
                  <a:pt x="4711699" y="2525959"/>
                </a:moveTo>
                <a:lnTo>
                  <a:pt x="4711699" y="2593392"/>
                </a:lnTo>
                <a:lnTo>
                  <a:pt x="4698999" y="2583800"/>
                </a:lnTo>
                <a:lnTo>
                  <a:pt x="4698999" y="2518547"/>
                </a:lnTo>
                <a:lnTo>
                  <a:pt x="4711699" y="2525959"/>
                </a:lnTo>
                <a:close/>
              </a:path>
              <a:path w="5080000" h="3197225">
                <a:moveTo>
                  <a:pt x="4724399" y="2857061"/>
                </a:moveTo>
                <a:lnTo>
                  <a:pt x="4724399" y="2944451"/>
                </a:lnTo>
                <a:lnTo>
                  <a:pt x="4711699" y="2950341"/>
                </a:lnTo>
                <a:lnTo>
                  <a:pt x="4711699" y="2866983"/>
                </a:lnTo>
                <a:lnTo>
                  <a:pt x="4724399" y="2857061"/>
                </a:lnTo>
                <a:close/>
              </a:path>
              <a:path w="5080000" h="3197225">
                <a:moveTo>
                  <a:pt x="4724399" y="2548658"/>
                </a:moveTo>
                <a:lnTo>
                  <a:pt x="4724399" y="2632603"/>
                </a:lnTo>
                <a:lnTo>
                  <a:pt x="4711699" y="2622681"/>
                </a:lnTo>
                <a:lnTo>
                  <a:pt x="4711699" y="2541020"/>
                </a:lnTo>
                <a:lnTo>
                  <a:pt x="4724399" y="2548658"/>
                </a:lnTo>
                <a:close/>
              </a:path>
              <a:path w="5080000" h="3197225">
                <a:moveTo>
                  <a:pt x="4737099" y="2796345"/>
                </a:moveTo>
                <a:lnTo>
                  <a:pt x="4737099" y="2914383"/>
                </a:lnTo>
                <a:lnTo>
                  <a:pt x="4724399" y="2920475"/>
                </a:lnTo>
                <a:lnTo>
                  <a:pt x="4724399" y="2806576"/>
                </a:lnTo>
                <a:lnTo>
                  <a:pt x="4737099" y="2796345"/>
                </a:lnTo>
                <a:close/>
              </a:path>
              <a:path w="5080000" h="3197225">
                <a:moveTo>
                  <a:pt x="4737099" y="2571983"/>
                </a:moveTo>
                <a:lnTo>
                  <a:pt x="4737099" y="2693319"/>
                </a:lnTo>
                <a:lnTo>
                  <a:pt x="4724399" y="2683088"/>
                </a:lnTo>
                <a:lnTo>
                  <a:pt x="4724399" y="2564142"/>
                </a:lnTo>
                <a:lnTo>
                  <a:pt x="4737099" y="2571983"/>
                </a:lnTo>
                <a:close/>
              </a:path>
              <a:path w="5080000" h="3197225">
                <a:moveTo>
                  <a:pt x="4749799" y="2612044"/>
                </a:moveTo>
                <a:lnTo>
                  <a:pt x="4749799" y="2883416"/>
                </a:lnTo>
                <a:lnTo>
                  <a:pt x="4737099" y="2889674"/>
                </a:lnTo>
                <a:lnTo>
                  <a:pt x="4737099" y="2603927"/>
                </a:lnTo>
                <a:lnTo>
                  <a:pt x="4749799" y="2612044"/>
                </a:lnTo>
                <a:close/>
              </a:path>
              <a:path w="5080000" h="3197225">
                <a:moveTo>
                  <a:pt x="4762499" y="2661640"/>
                </a:moveTo>
                <a:lnTo>
                  <a:pt x="4762499" y="2832410"/>
                </a:lnTo>
                <a:lnTo>
                  <a:pt x="4749799" y="2838866"/>
                </a:lnTo>
                <a:lnTo>
                  <a:pt x="4749799" y="2653282"/>
                </a:lnTo>
                <a:lnTo>
                  <a:pt x="4762499" y="2661640"/>
                </a:lnTo>
                <a:close/>
              </a:path>
              <a:path w="5080000" h="3197225">
                <a:moveTo>
                  <a:pt x="5067299" y="2729307"/>
                </a:moveTo>
                <a:lnTo>
                  <a:pt x="5067299" y="2760482"/>
                </a:lnTo>
                <a:lnTo>
                  <a:pt x="4762499" y="2760482"/>
                </a:lnTo>
                <a:lnTo>
                  <a:pt x="4762499" y="2729307"/>
                </a:lnTo>
                <a:lnTo>
                  <a:pt x="5067299" y="2729307"/>
                </a:lnTo>
                <a:close/>
              </a:path>
              <a:path w="5080000" h="3197225">
                <a:moveTo>
                  <a:pt x="5079999" y="2737020"/>
                </a:moveTo>
                <a:lnTo>
                  <a:pt x="5079999" y="2752769"/>
                </a:lnTo>
                <a:lnTo>
                  <a:pt x="5067299" y="2754455"/>
                </a:lnTo>
                <a:lnTo>
                  <a:pt x="5067299" y="2735334"/>
                </a:lnTo>
                <a:lnTo>
                  <a:pt x="5079999" y="2737020"/>
                </a:lnTo>
                <a:close/>
              </a:path>
            </a:pathLst>
          </a:custGeom>
          <a:solidFill>
            <a:srgbClr val="28A39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6268" y="624079"/>
            <a:ext cx="11304905" cy="6197600"/>
            <a:chOff x="6268" y="624079"/>
            <a:chExt cx="11304905" cy="6197600"/>
          </a:xfrm>
        </p:grpSpPr>
        <p:sp>
          <p:nvSpPr>
            <p:cNvPr id="5" name="object 5" descr=""/>
            <p:cNvSpPr/>
            <p:nvPr/>
          </p:nvSpPr>
          <p:spPr>
            <a:xfrm>
              <a:off x="6268" y="3005190"/>
              <a:ext cx="4699000" cy="3816350"/>
            </a:xfrm>
            <a:custGeom>
              <a:avLst/>
              <a:gdLst/>
              <a:ahLst/>
              <a:cxnLst/>
              <a:rect l="l" t="t" r="r" b="b"/>
              <a:pathLst>
                <a:path w="4699000" h="3816350">
                  <a:moveTo>
                    <a:pt x="4394199" y="1613852"/>
                  </a:moveTo>
                  <a:lnTo>
                    <a:pt x="4394199" y="1645027"/>
                  </a:lnTo>
                  <a:lnTo>
                    <a:pt x="4686299" y="1645027"/>
                  </a:lnTo>
                  <a:lnTo>
                    <a:pt x="4698999" y="1644632"/>
                  </a:lnTo>
                  <a:lnTo>
                    <a:pt x="4698999" y="1614248"/>
                  </a:lnTo>
                  <a:lnTo>
                    <a:pt x="4686299" y="1613853"/>
                  </a:lnTo>
                  <a:lnTo>
                    <a:pt x="4394199" y="1613852"/>
                  </a:lnTo>
                  <a:close/>
                </a:path>
                <a:path w="4699000" h="3816350">
                  <a:moveTo>
                    <a:pt x="4381499" y="1546149"/>
                  </a:moveTo>
                  <a:lnTo>
                    <a:pt x="4381499" y="1712730"/>
                  </a:lnTo>
                  <a:lnTo>
                    <a:pt x="4394199" y="1704337"/>
                  </a:lnTo>
                  <a:lnTo>
                    <a:pt x="4394199" y="1554542"/>
                  </a:lnTo>
                  <a:lnTo>
                    <a:pt x="4381499" y="1546149"/>
                  </a:lnTo>
                  <a:close/>
                </a:path>
                <a:path w="4699000" h="3816350">
                  <a:moveTo>
                    <a:pt x="4368799" y="1496522"/>
                  </a:moveTo>
                  <a:lnTo>
                    <a:pt x="4368799" y="1762356"/>
                  </a:lnTo>
                  <a:lnTo>
                    <a:pt x="4381499" y="1754187"/>
                  </a:lnTo>
                  <a:lnTo>
                    <a:pt x="4381499" y="1504691"/>
                  </a:lnTo>
                  <a:lnTo>
                    <a:pt x="4368799" y="1496522"/>
                  </a:lnTo>
                  <a:close/>
                </a:path>
                <a:path w="4699000" h="3816350">
                  <a:moveTo>
                    <a:pt x="4356099" y="1639353"/>
                  </a:moveTo>
                  <a:lnTo>
                    <a:pt x="4356099" y="1802443"/>
                  </a:lnTo>
                  <a:lnTo>
                    <a:pt x="4368799" y="1794539"/>
                  </a:lnTo>
                  <a:lnTo>
                    <a:pt x="4368799" y="1629024"/>
                  </a:lnTo>
                  <a:lnTo>
                    <a:pt x="4356099" y="1639353"/>
                  </a:lnTo>
                  <a:close/>
                </a:path>
                <a:path w="4699000" h="3816350">
                  <a:moveTo>
                    <a:pt x="4356099" y="1456436"/>
                  </a:moveTo>
                  <a:lnTo>
                    <a:pt x="4356099" y="1618696"/>
                  </a:lnTo>
                  <a:lnTo>
                    <a:pt x="4368799" y="1629024"/>
                  </a:lnTo>
                  <a:lnTo>
                    <a:pt x="4368799" y="1464340"/>
                  </a:lnTo>
                  <a:lnTo>
                    <a:pt x="4356099" y="1456436"/>
                  </a:lnTo>
                  <a:close/>
                </a:path>
                <a:path w="4699000" h="3816350">
                  <a:moveTo>
                    <a:pt x="4343399" y="1741250"/>
                  </a:moveTo>
                  <a:lnTo>
                    <a:pt x="4343399" y="1825784"/>
                  </a:lnTo>
                  <a:lnTo>
                    <a:pt x="4356099" y="1818072"/>
                  </a:lnTo>
                  <a:lnTo>
                    <a:pt x="4356099" y="1731266"/>
                  </a:lnTo>
                  <a:lnTo>
                    <a:pt x="4343399" y="1741250"/>
                  </a:lnTo>
                  <a:close/>
                </a:path>
                <a:path w="4699000" h="3816350">
                  <a:moveTo>
                    <a:pt x="4343399" y="1433095"/>
                  </a:moveTo>
                  <a:lnTo>
                    <a:pt x="4343399" y="1516820"/>
                  </a:lnTo>
                  <a:lnTo>
                    <a:pt x="4356099" y="1526800"/>
                  </a:lnTo>
                  <a:lnTo>
                    <a:pt x="4356099" y="1440807"/>
                  </a:lnTo>
                  <a:lnTo>
                    <a:pt x="4343399" y="1433095"/>
                  </a:lnTo>
                  <a:close/>
                </a:path>
                <a:path w="4699000" h="3816350">
                  <a:moveTo>
                    <a:pt x="4330699" y="1780466"/>
                  </a:moveTo>
                  <a:lnTo>
                    <a:pt x="4330699" y="1855915"/>
                  </a:lnTo>
                  <a:lnTo>
                    <a:pt x="4343399" y="1848498"/>
                  </a:lnTo>
                  <a:lnTo>
                    <a:pt x="4343399" y="1770787"/>
                  </a:lnTo>
                  <a:lnTo>
                    <a:pt x="4330699" y="1780466"/>
                  </a:lnTo>
                  <a:close/>
                </a:path>
                <a:path w="4699000" h="3816350">
                  <a:moveTo>
                    <a:pt x="4330699" y="1402964"/>
                  </a:moveTo>
                  <a:lnTo>
                    <a:pt x="4330699" y="1477622"/>
                  </a:lnTo>
                  <a:lnTo>
                    <a:pt x="4343399" y="1487296"/>
                  </a:lnTo>
                  <a:lnTo>
                    <a:pt x="4343399" y="1410381"/>
                  </a:lnTo>
                  <a:lnTo>
                    <a:pt x="4330699" y="1402964"/>
                  </a:lnTo>
                  <a:close/>
                </a:path>
                <a:path w="4699000" h="3816350">
                  <a:moveTo>
                    <a:pt x="4317999" y="1808945"/>
                  </a:moveTo>
                  <a:lnTo>
                    <a:pt x="4317999" y="1877680"/>
                  </a:lnTo>
                  <a:lnTo>
                    <a:pt x="4330699" y="1870509"/>
                  </a:lnTo>
                  <a:lnTo>
                    <a:pt x="4330699" y="1799556"/>
                  </a:lnTo>
                  <a:lnTo>
                    <a:pt x="4317999" y="1808945"/>
                  </a:lnTo>
                  <a:close/>
                </a:path>
                <a:path w="4699000" h="3816350">
                  <a:moveTo>
                    <a:pt x="4317999" y="1381199"/>
                  </a:moveTo>
                  <a:lnTo>
                    <a:pt x="4317999" y="1449159"/>
                  </a:lnTo>
                  <a:lnTo>
                    <a:pt x="4330699" y="1458542"/>
                  </a:lnTo>
                  <a:lnTo>
                    <a:pt x="4330699" y="1388370"/>
                  </a:lnTo>
                  <a:lnTo>
                    <a:pt x="4317999" y="1381199"/>
                  </a:lnTo>
                  <a:close/>
                </a:path>
                <a:path w="4699000" h="3816350">
                  <a:moveTo>
                    <a:pt x="4305299" y="1836451"/>
                  </a:moveTo>
                  <a:lnTo>
                    <a:pt x="4305299" y="1891750"/>
                  </a:lnTo>
                  <a:lnTo>
                    <a:pt x="4317999" y="1884761"/>
                  </a:lnTo>
                  <a:lnTo>
                    <a:pt x="4317999" y="1827398"/>
                  </a:lnTo>
                  <a:lnTo>
                    <a:pt x="4305299" y="1836451"/>
                  </a:lnTo>
                  <a:close/>
                </a:path>
                <a:path w="4699000" h="3816350">
                  <a:moveTo>
                    <a:pt x="4305299" y="1367129"/>
                  </a:moveTo>
                  <a:lnTo>
                    <a:pt x="4305299" y="1421673"/>
                  </a:lnTo>
                  <a:lnTo>
                    <a:pt x="4317999" y="1430719"/>
                  </a:lnTo>
                  <a:lnTo>
                    <a:pt x="4317999" y="1374118"/>
                  </a:lnTo>
                  <a:lnTo>
                    <a:pt x="4305299" y="1367129"/>
                  </a:lnTo>
                  <a:close/>
                </a:path>
                <a:path w="4699000" h="3816350">
                  <a:moveTo>
                    <a:pt x="4292599" y="1854167"/>
                  </a:moveTo>
                  <a:lnTo>
                    <a:pt x="4292599" y="1912156"/>
                  </a:lnTo>
                  <a:lnTo>
                    <a:pt x="4305299" y="1905453"/>
                  </a:lnTo>
                  <a:lnTo>
                    <a:pt x="4305299" y="1845374"/>
                  </a:lnTo>
                  <a:lnTo>
                    <a:pt x="4292599" y="1854167"/>
                  </a:lnTo>
                  <a:close/>
                </a:path>
                <a:path w="4699000" h="3816350">
                  <a:moveTo>
                    <a:pt x="4292599" y="1346723"/>
                  </a:moveTo>
                  <a:lnTo>
                    <a:pt x="4292599" y="1403972"/>
                  </a:lnTo>
                  <a:lnTo>
                    <a:pt x="4305299" y="1412757"/>
                  </a:lnTo>
                  <a:lnTo>
                    <a:pt x="4305299" y="1353426"/>
                  </a:lnTo>
                  <a:lnTo>
                    <a:pt x="4292599" y="1346723"/>
                  </a:lnTo>
                  <a:close/>
                </a:path>
                <a:path w="4699000" h="3816350">
                  <a:moveTo>
                    <a:pt x="4279899" y="1871352"/>
                  </a:moveTo>
                  <a:lnTo>
                    <a:pt x="4279899" y="1925260"/>
                  </a:lnTo>
                  <a:lnTo>
                    <a:pt x="4292599" y="1918758"/>
                  </a:lnTo>
                  <a:lnTo>
                    <a:pt x="4292599" y="1862830"/>
                  </a:lnTo>
                  <a:lnTo>
                    <a:pt x="4279899" y="1871352"/>
                  </a:lnTo>
                  <a:close/>
                </a:path>
                <a:path w="4699000" h="3816350">
                  <a:moveTo>
                    <a:pt x="4279899" y="1333619"/>
                  </a:moveTo>
                  <a:lnTo>
                    <a:pt x="4279899" y="1386803"/>
                  </a:lnTo>
                  <a:lnTo>
                    <a:pt x="4292599" y="1395317"/>
                  </a:lnTo>
                  <a:lnTo>
                    <a:pt x="4292599" y="1340121"/>
                  </a:lnTo>
                  <a:lnTo>
                    <a:pt x="4279899" y="1333619"/>
                  </a:lnTo>
                  <a:close/>
                </a:path>
                <a:path w="4699000" h="3816350">
                  <a:moveTo>
                    <a:pt x="4254499" y="1903922"/>
                  </a:moveTo>
                  <a:lnTo>
                    <a:pt x="4254499" y="1956145"/>
                  </a:lnTo>
                  <a:lnTo>
                    <a:pt x="4267199" y="1950191"/>
                  </a:lnTo>
                  <a:lnTo>
                    <a:pt x="4267199" y="1937945"/>
                  </a:lnTo>
                  <a:lnTo>
                    <a:pt x="4279899" y="1931658"/>
                  </a:lnTo>
                  <a:lnTo>
                    <a:pt x="4279899" y="1887944"/>
                  </a:lnTo>
                  <a:lnTo>
                    <a:pt x="4267199" y="1896013"/>
                  </a:lnTo>
                  <a:lnTo>
                    <a:pt x="4254499" y="1903922"/>
                  </a:lnTo>
                  <a:close/>
                </a:path>
                <a:path w="4699000" h="3816350">
                  <a:moveTo>
                    <a:pt x="4267199" y="1320934"/>
                  </a:moveTo>
                  <a:lnTo>
                    <a:pt x="4267199" y="1370228"/>
                  </a:lnTo>
                  <a:lnTo>
                    <a:pt x="4279899" y="1378440"/>
                  </a:lnTo>
                  <a:lnTo>
                    <a:pt x="4279899" y="1327221"/>
                  </a:lnTo>
                  <a:lnTo>
                    <a:pt x="4267199" y="1320934"/>
                  </a:lnTo>
                  <a:close/>
                </a:path>
                <a:path w="4699000" h="3816350">
                  <a:moveTo>
                    <a:pt x="4254499" y="1302734"/>
                  </a:moveTo>
                  <a:lnTo>
                    <a:pt x="4254499" y="1354268"/>
                  </a:lnTo>
                  <a:lnTo>
                    <a:pt x="4267199" y="1362168"/>
                  </a:lnTo>
                  <a:lnTo>
                    <a:pt x="4267199" y="1308688"/>
                  </a:lnTo>
                  <a:lnTo>
                    <a:pt x="4254499" y="1302734"/>
                  </a:lnTo>
                  <a:close/>
                </a:path>
                <a:path w="4699000" h="3816350">
                  <a:moveTo>
                    <a:pt x="4241799" y="1919230"/>
                  </a:moveTo>
                  <a:lnTo>
                    <a:pt x="4241799" y="1967699"/>
                  </a:lnTo>
                  <a:lnTo>
                    <a:pt x="4254499" y="1961981"/>
                  </a:lnTo>
                  <a:lnTo>
                    <a:pt x="4254499" y="1911661"/>
                  </a:lnTo>
                  <a:lnTo>
                    <a:pt x="4241799" y="1919230"/>
                  </a:lnTo>
                  <a:close/>
                </a:path>
                <a:path w="4699000" h="3816350">
                  <a:moveTo>
                    <a:pt x="4241799" y="1291180"/>
                  </a:moveTo>
                  <a:lnTo>
                    <a:pt x="4241799" y="1338979"/>
                  </a:lnTo>
                  <a:lnTo>
                    <a:pt x="4254499" y="1346538"/>
                  </a:lnTo>
                  <a:lnTo>
                    <a:pt x="4254499" y="1296898"/>
                  </a:lnTo>
                  <a:lnTo>
                    <a:pt x="4241799" y="1291180"/>
                  </a:lnTo>
                  <a:close/>
                </a:path>
                <a:path w="4699000" h="3816350">
                  <a:moveTo>
                    <a:pt x="4229099" y="1933848"/>
                  </a:moveTo>
                  <a:lnTo>
                    <a:pt x="4229099" y="1978776"/>
                  </a:lnTo>
                  <a:lnTo>
                    <a:pt x="4241799" y="1973299"/>
                  </a:lnTo>
                  <a:lnTo>
                    <a:pt x="4241799" y="1926629"/>
                  </a:lnTo>
                  <a:lnTo>
                    <a:pt x="4229099" y="1933848"/>
                  </a:lnTo>
                  <a:close/>
                </a:path>
                <a:path w="4699000" h="3816350">
                  <a:moveTo>
                    <a:pt x="4229099" y="1280103"/>
                  </a:moveTo>
                  <a:lnTo>
                    <a:pt x="4229099" y="1324381"/>
                  </a:lnTo>
                  <a:lnTo>
                    <a:pt x="4241799" y="1331590"/>
                  </a:lnTo>
                  <a:lnTo>
                    <a:pt x="4241799" y="1285580"/>
                  </a:lnTo>
                  <a:lnTo>
                    <a:pt x="4229099" y="1280103"/>
                  </a:lnTo>
                  <a:close/>
                </a:path>
                <a:path w="4699000" h="3816350">
                  <a:moveTo>
                    <a:pt x="4203699" y="1954382"/>
                  </a:moveTo>
                  <a:lnTo>
                    <a:pt x="4203699" y="1994453"/>
                  </a:lnTo>
                  <a:lnTo>
                    <a:pt x="4216399" y="1989353"/>
                  </a:lnTo>
                  <a:lnTo>
                    <a:pt x="4229099" y="1984128"/>
                  </a:lnTo>
                  <a:lnTo>
                    <a:pt x="4229099" y="1940881"/>
                  </a:lnTo>
                  <a:lnTo>
                    <a:pt x="4216399" y="1947725"/>
                  </a:lnTo>
                  <a:lnTo>
                    <a:pt x="4203699" y="1954382"/>
                  </a:lnTo>
                  <a:close/>
                </a:path>
                <a:path w="4699000" h="3816350">
                  <a:moveTo>
                    <a:pt x="4203699" y="1264427"/>
                  </a:moveTo>
                  <a:lnTo>
                    <a:pt x="4203699" y="1303880"/>
                  </a:lnTo>
                  <a:lnTo>
                    <a:pt x="4216399" y="1310526"/>
                  </a:lnTo>
                  <a:lnTo>
                    <a:pt x="4229099" y="1317359"/>
                  </a:lnTo>
                  <a:lnTo>
                    <a:pt x="4229099" y="1274751"/>
                  </a:lnTo>
                  <a:lnTo>
                    <a:pt x="4216399" y="1269526"/>
                  </a:lnTo>
                  <a:lnTo>
                    <a:pt x="4203699" y="1264427"/>
                  </a:lnTo>
                  <a:close/>
                </a:path>
                <a:path w="4699000" h="3816350">
                  <a:moveTo>
                    <a:pt x="4178299" y="1973154"/>
                  </a:moveTo>
                  <a:lnTo>
                    <a:pt x="4178299" y="2013531"/>
                  </a:lnTo>
                  <a:lnTo>
                    <a:pt x="4190999" y="2008962"/>
                  </a:lnTo>
                  <a:lnTo>
                    <a:pt x="4190999" y="2004259"/>
                  </a:lnTo>
                  <a:lnTo>
                    <a:pt x="4203699" y="1999422"/>
                  </a:lnTo>
                  <a:lnTo>
                    <a:pt x="4203699" y="1960843"/>
                  </a:lnTo>
                  <a:lnTo>
                    <a:pt x="4190999" y="1967100"/>
                  </a:lnTo>
                  <a:lnTo>
                    <a:pt x="4178299" y="1973154"/>
                  </a:lnTo>
                  <a:close/>
                </a:path>
                <a:path w="4699000" h="3816350">
                  <a:moveTo>
                    <a:pt x="4178299" y="1245348"/>
                  </a:moveTo>
                  <a:lnTo>
                    <a:pt x="4178299" y="1285141"/>
                  </a:lnTo>
                  <a:lnTo>
                    <a:pt x="4190999" y="1291184"/>
                  </a:lnTo>
                  <a:lnTo>
                    <a:pt x="4203699" y="1297430"/>
                  </a:lnTo>
                  <a:lnTo>
                    <a:pt x="4203699" y="1259457"/>
                  </a:lnTo>
                  <a:lnTo>
                    <a:pt x="4190999" y="1254621"/>
                  </a:lnTo>
                  <a:lnTo>
                    <a:pt x="4190999" y="1249918"/>
                  </a:lnTo>
                  <a:lnTo>
                    <a:pt x="4178299" y="1245348"/>
                  </a:lnTo>
                  <a:close/>
                </a:path>
                <a:path w="4699000" h="3816350">
                  <a:moveTo>
                    <a:pt x="4152899" y="1990068"/>
                  </a:moveTo>
                  <a:lnTo>
                    <a:pt x="4152899" y="2026413"/>
                  </a:lnTo>
                  <a:lnTo>
                    <a:pt x="4165599" y="2022259"/>
                  </a:lnTo>
                  <a:lnTo>
                    <a:pt x="4178299" y="2017965"/>
                  </a:lnTo>
                  <a:lnTo>
                    <a:pt x="4178299" y="1979005"/>
                  </a:lnTo>
                  <a:lnTo>
                    <a:pt x="4165599" y="1984645"/>
                  </a:lnTo>
                  <a:lnTo>
                    <a:pt x="4152899" y="1990068"/>
                  </a:lnTo>
                  <a:close/>
                </a:path>
                <a:path w="4699000" h="3816350">
                  <a:moveTo>
                    <a:pt x="4152899" y="1232467"/>
                  </a:moveTo>
                  <a:lnTo>
                    <a:pt x="4152899" y="1268264"/>
                  </a:lnTo>
                  <a:lnTo>
                    <a:pt x="4165599" y="1273675"/>
                  </a:lnTo>
                  <a:lnTo>
                    <a:pt x="4178299" y="1279302"/>
                  </a:lnTo>
                  <a:lnTo>
                    <a:pt x="4178299" y="1240915"/>
                  </a:lnTo>
                  <a:lnTo>
                    <a:pt x="4165599" y="1236621"/>
                  </a:lnTo>
                  <a:lnTo>
                    <a:pt x="4152899" y="1232467"/>
                  </a:lnTo>
                  <a:close/>
                </a:path>
                <a:path w="4699000" h="3816350">
                  <a:moveTo>
                    <a:pt x="3784599" y="2022016"/>
                  </a:moveTo>
                  <a:lnTo>
                    <a:pt x="3784599" y="2054423"/>
                  </a:lnTo>
                  <a:lnTo>
                    <a:pt x="3797299" y="2057263"/>
                  </a:lnTo>
                  <a:lnTo>
                    <a:pt x="3809999" y="2059950"/>
                  </a:lnTo>
                  <a:lnTo>
                    <a:pt x="3809999" y="2062484"/>
                  </a:lnTo>
                  <a:lnTo>
                    <a:pt x="3822699" y="2064865"/>
                  </a:lnTo>
                  <a:lnTo>
                    <a:pt x="3822699" y="2067092"/>
                  </a:lnTo>
                  <a:lnTo>
                    <a:pt x="3835399" y="2069161"/>
                  </a:lnTo>
                  <a:lnTo>
                    <a:pt x="3848099" y="2071075"/>
                  </a:lnTo>
                  <a:lnTo>
                    <a:pt x="3848099" y="2072832"/>
                  </a:lnTo>
                  <a:lnTo>
                    <a:pt x="3860799" y="2074432"/>
                  </a:lnTo>
                  <a:lnTo>
                    <a:pt x="3873499" y="2075873"/>
                  </a:lnTo>
                  <a:lnTo>
                    <a:pt x="3873499" y="2077155"/>
                  </a:lnTo>
                  <a:lnTo>
                    <a:pt x="3886199" y="2078278"/>
                  </a:lnTo>
                  <a:lnTo>
                    <a:pt x="3898899" y="2079242"/>
                  </a:lnTo>
                  <a:lnTo>
                    <a:pt x="3898899" y="2080045"/>
                  </a:lnTo>
                  <a:lnTo>
                    <a:pt x="3911599" y="2080689"/>
                  </a:lnTo>
                  <a:lnTo>
                    <a:pt x="3924299" y="2081172"/>
                  </a:lnTo>
                  <a:lnTo>
                    <a:pt x="3924299" y="2081494"/>
                  </a:lnTo>
                  <a:lnTo>
                    <a:pt x="3936999" y="2081656"/>
                  </a:lnTo>
                  <a:lnTo>
                    <a:pt x="3949699" y="2081657"/>
                  </a:lnTo>
                  <a:lnTo>
                    <a:pt x="3949699" y="2081497"/>
                  </a:lnTo>
                  <a:lnTo>
                    <a:pt x="3962399" y="2081177"/>
                  </a:lnTo>
                  <a:lnTo>
                    <a:pt x="3975099" y="2080696"/>
                  </a:lnTo>
                  <a:lnTo>
                    <a:pt x="3975099" y="2080054"/>
                  </a:lnTo>
                  <a:lnTo>
                    <a:pt x="3987799" y="2079252"/>
                  </a:lnTo>
                  <a:lnTo>
                    <a:pt x="4000499" y="2078290"/>
                  </a:lnTo>
                  <a:lnTo>
                    <a:pt x="4000499" y="2077170"/>
                  </a:lnTo>
                  <a:lnTo>
                    <a:pt x="4013199" y="2075889"/>
                  </a:lnTo>
                  <a:lnTo>
                    <a:pt x="4025899" y="2074450"/>
                  </a:lnTo>
                  <a:lnTo>
                    <a:pt x="4025899" y="2072852"/>
                  </a:lnTo>
                  <a:lnTo>
                    <a:pt x="4038599" y="2071098"/>
                  </a:lnTo>
                  <a:lnTo>
                    <a:pt x="4051299" y="2069186"/>
                  </a:lnTo>
                  <a:lnTo>
                    <a:pt x="4051299" y="2067118"/>
                  </a:lnTo>
                  <a:lnTo>
                    <a:pt x="4063999" y="2064893"/>
                  </a:lnTo>
                  <a:lnTo>
                    <a:pt x="4076699" y="2062515"/>
                  </a:lnTo>
                  <a:lnTo>
                    <a:pt x="4076699" y="2059983"/>
                  </a:lnTo>
                  <a:lnTo>
                    <a:pt x="4089399" y="2057297"/>
                  </a:lnTo>
                  <a:lnTo>
                    <a:pt x="4102099" y="2054458"/>
                  </a:lnTo>
                  <a:lnTo>
                    <a:pt x="4102099" y="2051470"/>
                  </a:lnTo>
                  <a:lnTo>
                    <a:pt x="4114799" y="2048332"/>
                  </a:lnTo>
                  <a:lnTo>
                    <a:pt x="4114799" y="2045043"/>
                  </a:lnTo>
                  <a:lnTo>
                    <a:pt x="4127499" y="2041607"/>
                  </a:lnTo>
                  <a:lnTo>
                    <a:pt x="4140199" y="2038026"/>
                  </a:lnTo>
                  <a:lnTo>
                    <a:pt x="4140199" y="2034299"/>
                  </a:lnTo>
                  <a:lnTo>
                    <a:pt x="4152899" y="2030427"/>
                  </a:lnTo>
                  <a:lnTo>
                    <a:pt x="4152899" y="1995273"/>
                  </a:lnTo>
                  <a:lnTo>
                    <a:pt x="4140199" y="2000261"/>
                  </a:lnTo>
                  <a:lnTo>
                    <a:pt x="4127499" y="2005026"/>
                  </a:lnTo>
                  <a:lnTo>
                    <a:pt x="4127499" y="2009562"/>
                  </a:lnTo>
                  <a:lnTo>
                    <a:pt x="4114799" y="2013868"/>
                  </a:lnTo>
                  <a:lnTo>
                    <a:pt x="4102099" y="2017946"/>
                  </a:lnTo>
                  <a:lnTo>
                    <a:pt x="4089399" y="2021789"/>
                  </a:lnTo>
                  <a:lnTo>
                    <a:pt x="4089399" y="2025395"/>
                  </a:lnTo>
                  <a:lnTo>
                    <a:pt x="4076699" y="2028761"/>
                  </a:lnTo>
                  <a:lnTo>
                    <a:pt x="4063999" y="2031889"/>
                  </a:lnTo>
                  <a:lnTo>
                    <a:pt x="4051299" y="2034775"/>
                  </a:lnTo>
                  <a:lnTo>
                    <a:pt x="4038599" y="2037414"/>
                  </a:lnTo>
                  <a:lnTo>
                    <a:pt x="4038599" y="2039808"/>
                  </a:lnTo>
                  <a:lnTo>
                    <a:pt x="4025899" y="2041956"/>
                  </a:lnTo>
                  <a:lnTo>
                    <a:pt x="4013199" y="2043856"/>
                  </a:lnTo>
                  <a:lnTo>
                    <a:pt x="4000499" y="2045504"/>
                  </a:lnTo>
                  <a:lnTo>
                    <a:pt x="3987799" y="2046902"/>
                  </a:lnTo>
                  <a:lnTo>
                    <a:pt x="3987799" y="2048050"/>
                  </a:lnTo>
                  <a:lnTo>
                    <a:pt x="3975099" y="2048945"/>
                  </a:lnTo>
                  <a:lnTo>
                    <a:pt x="3962399" y="2049587"/>
                  </a:lnTo>
                  <a:lnTo>
                    <a:pt x="3949699" y="2049976"/>
                  </a:lnTo>
                  <a:lnTo>
                    <a:pt x="3936999" y="2050112"/>
                  </a:lnTo>
                  <a:lnTo>
                    <a:pt x="3924299" y="2049724"/>
                  </a:lnTo>
                  <a:lnTo>
                    <a:pt x="3911599" y="2049089"/>
                  </a:lnTo>
                  <a:lnTo>
                    <a:pt x="3898899" y="2048200"/>
                  </a:lnTo>
                  <a:lnTo>
                    <a:pt x="3886199" y="2047059"/>
                  </a:lnTo>
                  <a:lnTo>
                    <a:pt x="3886199" y="2045667"/>
                  </a:lnTo>
                  <a:lnTo>
                    <a:pt x="3873499" y="2044025"/>
                  </a:lnTo>
                  <a:lnTo>
                    <a:pt x="3860799" y="2042133"/>
                  </a:lnTo>
                  <a:lnTo>
                    <a:pt x="3848099" y="2039992"/>
                  </a:lnTo>
                  <a:lnTo>
                    <a:pt x="3835399" y="2037605"/>
                  </a:lnTo>
                  <a:lnTo>
                    <a:pt x="3835399" y="2034972"/>
                  </a:lnTo>
                  <a:lnTo>
                    <a:pt x="3822699" y="2032094"/>
                  </a:lnTo>
                  <a:lnTo>
                    <a:pt x="3809999" y="2028973"/>
                  </a:lnTo>
                  <a:lnTo>
                    <a:pt x="3797299" y="2025614"/>
                  </a:lnTo>
                  <a:lnTo>
                    <a:pt x="3784599" y="2022016"/>
                  </a:lnTo>
                  <a:close/>
                </a:path>
                <a:path w="4699000" h="3816350">
                  <a:moveTo>
                    <a:pt x="3784599" y="1204456"/>
                  </a:moveTo>
                  <a:lnTo>
                    <a:pt x="3784599" y="1236781"/>
                  </a:lnTo>
                  <a:lnTo>
                    <a:pt x="3797299" y="1233180"/>
                  </a:lnTo>
                  <a:lnTo>
                    <a:pt x="3809999" y="1229817"/>
                  </a:lnTo>
                  <a:lnTo>
                    <a:pt x="3822699" y="1226694"/>
                  </a:lnTo>
                  <a:lnTo>
                    <a:pt x="3835399" y="1223812"/>
                  </a:lnTo>
                  <a:lnTo>
                    <a:pt x="3835399" y="1221176"/>
                  </a:lnTo>
                  <a:lnTo>
                    <a:pt x="3848099" y="1218786"/>
                  </a:lnTo>
                  <a:lnTo>
                    <a:pt x="3860799" y="1216642"/>
                  </a:lnTo>
                  <a:lnTo>
                    <a:pt x="3873499" y="1214747"/>
                  </a:lnTo>
                  <a:lnTo>
                    <a:pt x="3886199" y="1213102"/>
                  </a:lnTo>
                  <a:lnTo>
                    <a:pt x="3886199" y="1211708"/>
                  </a:lnTo>
                  <a:lnTo>
                    <a:pt x="3924299" y="1209035"/>
                  </a:lnTo>
                  <a:lnTo>
                    <a:pt x="3949699" y="1208640"/>
                  </a:lnTo>
                  <a:lnTo>
                    <a:pt x="3962399" y="1209015"/>
                  </a:lnTo>
                  <a:lnTo>
                    <a:pt x="3975099" y="1209643"/>
                  </a:lnTo>
                  <a:lnTo>
                    <a:pt x="3987799" y="1210524"/>
                  </a:lnTo>
                  <a:lnTo>
                    <a:pt x="3987799" y="1211657"/>
                  </a:lnTo>
                  <a:lnTo>
                    <a:pt x="4000499" y="1213041"/>
                  </a:lnTo>
                  <a:lnTo>
                    <a:pt x="4013199" y="1214676"/>
                  </a:lnTo>
                  <a:lnTo>
                    <a:pt x="4025899" y="1216561"/>
                  </a:lnTo>
                  <a:lnTo>
                    <a:pt x="4038599" y="1218695"/>
                  </a:lnTo>
                  <a:lnTo>
                    <a:pt x="4038599" y="1221075"/>
                  </a:lnTo>
                  <a:lnTo>
                    <a:pt x="4051299" y="1223701"/>
                  </a:lnTo>
                  <a:lnTo>
                    <a:pt x="4063999" y="1226573"/>
                  </a:lnTo>
                  <a:lnTo>
                    <a:pt x="4076699" y="1229687"/>
                  </a:lnTo>
                  <a:lnTo>
                    <a:pt x="4089399" y="1233040"/>
                  </a:lnTo>
                  <a:lnTo>
                    <a:pt x="4089399" y="1236632"/>
                  </a:lnTo>
                  <a:lnTo>
                    <a:pt x="4102099" y="1240462"/>
                  </a:lnTo>
                  <a:lnTo>
                    <a:pt x="4114799" y="1244526"/>
                  </a:lnTo>
                  <a:lnTo>
                    <a:pt x="4127499" y="1248820"/>
                  </a:lnTo>
                  <a:lnTo>
                    <a:pt x="4127499" y="1253343"/>
                  </a:lnTo>
                  <a:lnTo>
                    <a:pt x="4140199" y="1258095"/>
                  </a:lnTo>
                  <a:lnTo>
                    <a:pt x="4152899" y="1263071"/>
                  </a:lnTo>
                  <a:lnTo>
                    <a:pt x="4152899" y="1228452"/>
                  </a:lnTo>
                  <a:lnTo>
                    <a:pt x="4140199" y="1224580"/>
                  </a:lnTo>
                  <a:lnTo>
                    <a:pt x="4140199" y="1220854"/>
                  </a:lnTo>
                  <a:lnTo>
                    <a:pt x="4127499" y="1217272"/>
                  </a:lnTo>
                  <a:lnTo>
                    <a:pt x="4114799" y="1213836"/>
                  </a:lnTo>
                  <a:lnTo>
                    <a:pt x="4114799" y="1210548"/>
                  </a:lnTo>
                  <a:lnTo>
                    <a:pt x="4102099" y="1207409"/>
                  </a:lnTo>
                  <a:lnTo>
                    <a:pt x="4102099" y="1204421"/>
                  </a:lnTo>
                  <a:lnTo>
                    <a:pt x="4089399" y="1201583"/>
                  </a:lnTo>
                  <a:lnTo>
                    <a:pt x="4076699" y="1198897"/>
                  </a:lnTo>
                  <a:lnTo>
                    <a:pt x="4076699" y="1196364"/>
                  </a:lnTo>
                  <a:lnTo>
                    <a:pt x="4063999" y="1193986"/>
                  </a:lnTo>
                  <a:lnTo>
                    <a:pt x="4051299" y="1191762"/>
                  </a:lnTo>
                  <a:lnTo>
                    <a:pt x="4051299" y="1189693"/>
                  </a:lnTo>
                  <a:lnTo>
                    <a:pt x="4038599" y="1187782"/>
                  </a:lnTo>
                  <a:lnTo>
                    <a:pt x="4025899" y="1186027"/>
                  </a:lnTo>
                  <a:lnTo>
                    <a:pt x="4025899" y="1184430"/>
                  </a:lnTo>
                  <a:lnTo>
                    <a:pt x="4013199" y="1182990"/>
                  </a:lnTo>
                  <a:lnTo>
                    <a:pt x="4000499" y="1181710"/>
                  </a:lnTo>
                  <a:lnTo>
                    <a:pt x="4000499" y="1180589"/>
                  </a:lnTo>
                  <a:lnTo>
                    <a:pt x="3987799" y="1179627"/>
                  </a:lnTo>
                  <a:lnTo>
                    <a:pt x="3975099" y="1178825"/>
                  </a:lnTo>
                  <a:lnTo>
                    <a:pt x="3975099" y="1178184"/>
                  </a:lnTo>
                  <a:lnTo>
                    <a:pt x="3962399" y="1177703"/>
                  </a:lnTo>
                  <a:lnTo>
                    <a:pt x="3949699" y="1177382"/>
                  </a:lnTo>
                  <a:lnTo>
                    <a:pt x="3949699" y="1177222"/>
                  </a:lnTo>
                  <a:lnTo>
                    <a:pt x="3936999" y="1177223"/>
                  </a:lnTo>
                  <a:lnTo>
                    <a:pt x="3924299" y="1177385"/>
                  </a:lnTo>
                  <a:lnTo>
                    <a:pt x="3924299" y="1177708"/>
                  </a:lnTo>
                  <a:lnTo>
                    <a:pt x="3911599" y="1178191"/>
                  </a:lnTo>
                  <a:lnTo>
                    <a:pt x="3898899" y="1178834"/>
                  </a:lnTo>
                  <a:lnTo>
                    <a:pt x="3898899" y="1179637"/>
                  </a:lnTo>
                  <a:lnTo>
                    <a:pt x="3886199" y="1180601"/>
                  </a:lnTo>
                  <a:lnTo>
                    <a:pt x="3873499" y="1181725"/>
                  </a:lnTo>
                  <a:lnTo>
                    <a:pt x="3873499" y="1183007"/>
                  </a:lnTo>
                  <a:lnTo>
                    <a:pt x="3860799" y="1184448"/>
                  </a:lnTo>
                  <a:lnTo>
                    <a:pt x="3848099" y="1186047"/>
                  </a:lnTo>
                  <a:lnTo>
                    <a:pt x="3848099" y="1187804"/>
                  </a:lnTo>
                  <a:lnTo>
                    <a:pt x="3835399" y="1189718"/>
                  </a:lnTo>
                  <a:lnTo>
                    <a:pt x="3822699" y="1191788"/>
                  </a:lnTo>
                  <a:lnTo>
                    <a:pt x="3822699" y="1194014"/>
                  </a:lnTo>
                  <a:lnTo>
                    <a:pt x="3809999" y="1196395"/>
                  </a:lnTo>
                  <a:lnTo>
                    <a:pt x="3809999" y="1198929"/>
                  </a:lnTo>
                  <a:lnTo>
                    <a:pt x="3797299" y="1201616"/>
                  </a:lnTo>
                  <a:lnTo>
                    <a:pt x="3784599" y="1204456"/>
                  </a:lnTo>
                  <a:close/>
                </a:path>
                <a:path w="4699000" h="3816350">
                  <a:moveTo>
                    <a:pt x="3759199" y="2009810"/>
                  </a:moveTo>
                  <a:lnTo>
                    <a:pt x="3759199" y="2045003"/>
                  </a:lnTo>
                  <a:lnTo>
                    <a:pt x="3771899" y="2048292"/>
                  </a:lnTo>
                  <a:lnTo>
                    <a:pt x="3784599" y="2051432"/>
                  </a:lnTo>
                  <a:lnTo>
                    <a:pt x="3784599" y="2018180"/>
                  </a:lnTo>
                  <a:lnTo>
                    <a:pt x="3771899" y="2014109"/>
                  </a:lnTo>
                  <a:lnTo>
                    <a:pt x="3759199" y="2009810"/>
                  </a:lnTo>
                  <a:close/>
                </a:path>
                <a:path w="4699000" h="3816350">
                  <a:moveTo>
                    <a:pt x="3746499" y="1220899"/>
                  </a:moveTo>
                  <a:lnTo>
                    <a:pt x="3746499" y="1253530"/>
                  </a:lnTo>
                  <a:lnTo>
                    <a:pt x="3759199" y="1248998"/>
                  </a:lnTo>
                  <a:lnTo>
                    <a:pt x="3771899" y="1244695"/>
                  </a:lnTo>
                  <a:lnTo>
                    <a:pt x="3784599" y="1240621"/>
                  </a:lnTo>
                  <a:lnTo>
                    <a:pt x="3784599" y="1207448"/>
                  </a:lnTo>
                  <a:lnTo>
                    <a:pt x="3771899" y="1210588"/>
                  </a:lnTo>
                  <a:lnTo>
                    <a:pt x="3759199" y="1213877"/>
                  </a:lnTo>
                  <a:lnTo>
                    <a:pt x="3759199" y="1217315"/>
                  </a:lnTo>
                  <a:lnTo>
                    <a:pt x="3746499" y="1220899"/>
                  </a:lnTo>
                  <a:close/>
                </a:path>
                <a:path w="4699000" h="3816350">
                  <a:moveTo>
                    <a:pt x="3721099" y="1990345"/>
                  </a:moveTo>
                  <a:lnTo>
                    <a:pt x="3721099" y="2026363"/>
                  </a:lnTo>
                  <a:lnTo>
                    <a:pt x="3733799" y="2030380"/>
                  </a:lnTo>
                  <a:lnTo>
                    <a:pt x="3746499" y="2034252"/>
                  </a:lnTo>
                  <a:lnTo>
                    <a:pt x="3746499" y="2037980"/>
                  </a:lnTo>
                  <a:lnTo>
                    <a:pt x="3759199" y="2041565"/>
                  </a:lnTo>
                  <a:lnTo>
                    <a:pt x="3759199" y="2005281"/>
                  </a:lnTo>
                  <a:lnTo>
                    <a:pt x="3746499" y="2000524"/>
                  </a:lnTo>
                  <a:lnTo>
                    <a:pt x="3733799" y="1995543"/>
                  </a:lnTo>
                  <a:lnTo>
                    <a:pt x="3721099" y="1990345"/>
                  </a:lnTo>
                  <a:close/>
                </a:path>
                <a:path w="4699000" h="3816350">
                  <a:moveTo>
                    <a:pt x="3721099" y="1232516"/>
                  </a:moveTo>
                  <a:lnTo>
                    <a:pt x="3721099" y="1268477"/>
                  </a:lnTo>
                  <a:lnTo>
                    <a:pt x="3733799" y="1263275"/>
                  </a:lnTo>
                  <a:lnTo>
                    <a:pt x="3746499" y="1258291"/>
                  </a:lnTo>
                  <a:lnTo>
                    <a:pt x="3746499" y="1224628"/>
                  </a:lnTo>
                  <a:lnTo>
                    <a:pt x="3733799" y="1228500"/>
                  </a:lnTo>
                  <a:lnTo>
                    <a:pt x="3721099" y="1232516"/>
                  </a:lnTo>
                  <a:close/>
                </a:path>
                <a:path w="4699000" h="3816350">
                  <a:moveTo>
                    <a:pt x="3695699" y="1973453"/>
                  </a:moveTo>
                  <a:lnTo>
                    <a:pt x="3695699" y="2008906"/>
                  </a:lnTo>
                  <a:lnTo>
                    <a:pt x="3708399" y="2013477"/>
                  </a:lnTo>
                  <a:lnTo>
                    <a:pt x="3708399" y="2017911"/>
                  </a:lnTo>
                  <a:lnTo>
                    <a:pt x="3721099" y="2022206"/>
                  </a:lnTo>
                  <a:lnTo>
                    <a:pt x="3721099" y="1984929"/>
                  </a:lnTo>
                  <a:lnTo>
                    <a:pt x="3708399" y="1979297"/>
                  </a:lnTo>
                  <a:lnTo>
                    <a:pt x="3695699" y="1973453"/>
                  </a:lnTo>
                  <a:close/>
                </a:path>
                <a:path w="4699000" h="3816350">
                  <a:moveTo>
                    <a:pt x="3695699" y="1249974"/>
                  </a:moveTo>
                  <a:lnTo>
                    <a:pt x="3695699" y="1285380"/>
                  </a:lnTo>
                  <a:lnTo>
                    <a:pt x="3708399" y="1279533"/>
                  </a:lnTo>
                  <a:lnTo>
                    <a:pt x="3721099" y="1273897"/>
                  </a:lnTo>
                  <a:lnTo>
                    <a:pt x="3721099" y="1236674"/>
                  </a:lnTo>
                  <a:lnTo>
                    <a:pt x="3708399" y="1240969"/>
                  </a:lnTo>
                  <a:lnTo>
                    <a:pt x="3708399" y="1245402"/>
                  </a:lnTo>
                  <a:lnTo>
                    <a:pt x="3695699" y="1249974"/>
                  </a:lnTo>
                  <a:close/>
                </a:path>
                <a:path w="4699000" h="3816350">
                  <a:moveTo>
                    <a:pt x="3670299" y="1954701"/>
                  </a:moveTo>
                  <a:lnTo>
                    <a:pt x="3670299" y="1994392"/>
                  </a:lnTo>
                  <a:lnTo>
                    <a:pt x="3682999" y="1999361"/>
                  </a:lnTo>
                  <a:lnTo>
                    <a:pt x="3695699" y="2004199"/>
                  </a:lnTo>
                  <a:lnTo>
                    <a:pt x="3695699" y="1967406"/>
                  </a:lnTo>
                  <a:lnTo>
                    <a:pt x="3682999" y="1961155"/>
                  </a:lnTo>
                  <a:lnTo>
                    <a:pt x="3670299" y="1954701"/>
                  </a:lnTo>
                  <a:close/>
                </a:path>
                <a:path w="4699000" h="3816350">
                  <a:moveTo>
                    <a:pt x="3670299" y="1264488"/>
                  </a:moveTo>
                  <a:lnTo>
                    <a:pt x="3670299" y="1304143"/>
                  </a:lnTo>
                  <a:lnTo>
                    <a:pt x="3682999" y="1297685"/>
                  </a:lnTo>
                  <a:lnTo>
                    <a:pt x="3695699" y="1291431"/>
                  </a:lnTo>
                  <a:lnTo>
                    <a:pt x="3695699" y="1254680"/>
                  </a:lnTo>
                  <a:lnTo>
                    <a:pt x="3682999" y="1259518"/>
                  </a:lnTo>
                  <a:lnTo>
                    <a:pt x="3670299" y="1264488"/>
                  </a:lnTo>
                  <a:close/>
                </a:path>
                <a:path w="4699000" h="3816350">
                  <a:moveTo>
                    <a:pt x="3657599" y="1941214"/>
                  </a:moveTo>
                  <a:lnTo>
                    <a:pt x="3657599" y="1984062"/>
                  </a:lnTo>
                  <a:lnTo>
                    <a:pt x="3670299" y="1989291"/>
                  </a:lnTo>
                  <a:lnTo>
                    <a:pt x="3670299" y="1948051"/>
                  </a:lnTo>
                  <a:lnTo>
                    <a:pt x="3657599" y="1941214"/>
                  </a:lnTo>
                  <a:close/>
                </a:path>
                <a:path w="4699000" h="3816350">
                  <a:moveTo>
                    <a:pt x="3657599" y="1274817"/>
                  </a:moveTo>
                  <a:lnTo>
                    <a:pt x="3657599" y="1317638"/>
                  </a:lnTo>
                  <a:lnTo>
                    <a:pt x="3670299" y="1310797"/>
                  </a:lnTo>
                  <a:lnTo>
                    <a:pt x="3670299" y="1269589"/>
                  </a:lnTo>
                  <a:lnTo>
                    <a:pt x="3657599" y="1274817"/>
                  </a:lnTo>
                  <a:close/>
                </a:path>
                <a:path w="4699000" h="3816350">
                  <a:moveTo>
                    <a:pt x="3632199" y="1919582"/>
                  </a:moveTo>
                  <a:lnTo>
                    <a:pt x="3632199" y="1961910"/>
                  </a:lnTo>
                  <a:lnTo>
                    <a:pt x="3644899" y="1967631"/>
                  </a:lnTo>
                  <a:lnTo>
                    <a:pt x="3644899" y="1973232"/>
                  </a:lnTo>
                  <a:lnTo>
                    <a:pt x="3657599" y="1978709"/>
                  </a:lnTo>
                  <a:lnTo>
                    <a:pt x="3657599" y="1934188"/>
                  </a:lnTo>
                  <a:lnTo>
                    <a:pt x="3644899" y="1926975"/>
                  </a:lnTo>
                  <a:lnTo>
                    <a:pt x="3632199" y="1919582"/>
                  </a:lnTo>
                  <a:close/>
                </a:path>
                <a:path w="4699000" h="3816350">
                  <a:moveTo>
                    <a:pt x="3632199" y="1296970"/>
                  </a:moveTo>
                  <a:lnTo>
                    <a:pt x="3632199" y="1339280"/>
                  </a:lnTo>
                  <a:lnTo>
                    <a:pt x="3644899" y="1331884"/>
                  </a:lnTo>
                  <a:lnTo>
                    <a:pt x="3657599" y="1324667"/>
                  </a:lnTo>
                  <a:lnTo>
                    <a:pt x="3657599" y="1280170"/>
                  </a:lnTo>
                  <a:lnTo>
                    <a:pt x="3644899" y="1285647"/>
                  </a:lnTo>
                  <a:lnTo>
                    <a:pt x="3644899" y="1291249"/>
                  </a:lnTo>
                  <a:lnTo>
                    <a:pt x="3632199" y="1296970"/>
                  </a:lnTo>
                  <a:close/>
                </a:path>
                <a:path w="4699000" h="3816350">
                  <a:moveTo>
                    <a:pt x="3619499" y="1904286"/>
                  </a:moveTo>
                  <a:lnTo>
                    <a:pt x="3619499" y="1950119"/>
                  </a:lnTo>
                  <a:lnTo>
                    <a:pt x="3632199" y="1956072"/>
                  </a:lnTo>
                  <a:lnTo>
                    <a:pt x="3632199" y="1912019"/>
                  </a:lnTo>
                  <a:lnTo>
                    <a:pt x="3619499" y="1904286"/>
                  </a:lnTo>
                  <a:close/>
                </a:path>
                <a:path w="4699000" h="3816350">
                  <a:moveTo>
                    <a:pt x="3619499" y="1308761"/>
                  </a:moveTo>
                  <a:lnTo>
                    <a:pt x="3619499" y="1354582"/>
                  </a:lnTo>
                  <a:lnTo>
                    <a:pt x="3632199" y="1346846"/>
                  </a:lnTo>
                  <a:lnTo>
                    <a:pt x="3632199" y="1302807"/>
                  </a:lnTo>
                  <a:lnTo>
                    <a:pt x="3619499" y="1308761"/>
                  </a:lnTo>
                  <a:close/>
                </a:path>
                <a:path w="4699000" h="3816350">
                  <a:moveTo>
                    <a:pt x="3606799" y="1888319"/>
                  </a:moveTo>
                  <a:lnTo>
                    <a:pt x="3606799" y="1937868"/>
                  </a:lnTo>
                  <a:lnTo>
                    <a:pt x="3619499" y="1944049"/>
                  </a:lnTo>
                  <a:lnTo>
                    <a:pt x="3619499" y="1896383"/>
                  </a:lnTo>
                  <a:lnTo>
                    <a:pt x="3606799" y="1888319"/>
                  </a:lnTo>
                  <a:close/>
                </a:path>
                <a:path w="4699000" h="3816350">
                  <a:moveTo>
                    <a:pt x="3606799" y="1321012"/>
                  </a:moveTo>
                  <a:lnTo>
                    <a:pt x="3606799" y="1370556"/>
                  </a:lnTo>
                  <a:lnTo>
                    <a:pt x="3619499" y="1362489"/>
                  </a:lnTo>
                  <a:lnTo>
                    <a:pt x="3619499" y="1314831"/>
                  </a:lnTo>
                  <a:lnTo>
                    <a:pt x="3606799" y="1321012"/>
                  </a:lnTo>
                  <a:close/>
                </a:path>
                <a:path w="4699000" h="3816350">
                  <a:moveTo>
                    <a:pt x="3187699" y="2198050"/>
                  </a:moveTo>
                  <a:lnTo>
                    <a:pt x="3187699" y="2232298"/>
                  </a:lnTo>
                  <a:lnTo>
                    <a:pt x="3594099" y="1918679"/>
                  </a:lnTo>
                  <a:lnTo>
                    <a:pt x="3606799" y="1925183"/>
                  </a:lnTo>
                  <a:lnTo>
                    <a:pt x="3606799" y="1880104"/>
                  </a:lnTo>
                  <a:lnTo>
                    <a:pt x="3594099" y="1871738"/>
                  </a:lnTo>
                  <a:lnTo>
                    <a:pt x="3594099" y="1863221"/>
                  </a:lnTo>
                  <a:lnTo>
                    <a:pt x="3581399" y="1854563"/>
                  </a:lnTo>
                  <a:lnTo>
                    <a:pt x="3581399" y="1894051"/>
                  </a:lnTo>
                  <a:lnTo>
                    <a:pt x="3187699" y="2198050"/>
                  </a:lnTo>
                  <a:close/>
                </a:path>
                <a:path w="4699000" h="3816350">
                  <a:moveTo>
                    <a:pt x="3162299" y="1012200"/>
                  </a:moveTo>
                  <a:lnTo>
                    <a:pt x="3162299" y="1057270"/>
                  </a:lnTo>
                  <a:lnTo>
                    <a:pt x="3174999" y="1050773"/>
                  </a:lnTo>
                  <a:lnTo>
                    <a:pt x="3581399" y="1364828"/>
                  </a:lnTo>
                  <a:lnTo>
                    <a:pt x="3581399" y="1404323"/>
                  </a:lnTo>
                  <a:lnTo>
                    <a:pt x="3594099" y="1395663"/>
                  </a:lnTo>
                  <a:lnTo>
                    <a:pt x="3594099" y="1387143"/>
                  </a:lnTo>
                  <a:lnTo>
                    <a:pt x="3606799" y="1378774"/>
                  </a:lnTo>
                  <a:lnTo>
                    <a:pt x="3606799" y="1333697"/>
                  </a:lnTo>
                  <a:lnTo>
                    <a:pt x="3594099" y="1340200"/>
                  </a:lnTo>
                  <a:lnTo>
                    <a:pt x="3187699" y="1026145"/>
                  </a:lnTo>
                  <a:lnTo>
                    <a:pt x="3187699" y="977860"/>
                  </a:lnTo>
                  <a:lnTo>
                    <a:pt x="3174999" y="986651"/>
                  </a:lnTo>
                  <a:lnTo>
                    <a:pt x="3174999" y="1003832"/>
                  </a:lnTo>
                  <a:lnTo>
                    <a:pt x="3162299" y="1012200"/>
                  </a:lnTo>
                  <a:close/>
                </a:path>
                <a:path w="4699000" h="3816350">
                  <a:moveTo>
                    <a:pt x="3568699" y="1827806"/>
                  </a:moveTo>
                  <a:lnTo>
                    <a:pt x="3568699" y="1886847"/>
                  </a:lnTo>
                  <a:lnTo>
                    <a:pt x="3581399" y="1894051"/>
                  </a:lnTo>
                  <a:lnTo>
                    <a:pt x="3581399" y="1836855"/>
                  </a:lnTo>
                  <a:lnTo>
                    <a:pt x="3568699" y="1827806"/>
                  </a:lnTo>
                  <a:close/>
                </a:path>
                <a:path w="4699000" h="3816350">
                  <a:moveTo>
                    <a:pt x="3568699" y="1372033"/>
                  </a:moveTo>
                  <a:lnTo>
                    <a:pt x="3568699" y="1431086"/>
                  </a:lnTo>
                  <a:lnTo>
                    <a:pt x="3581399" y="1422035"/>
                  </a:lnTo>
                  <a:lnTo>
                    <a:pt x="3581399" y="1364828"/>
                  </a:lnTo>
                  <a:lnTo>
                    <a:pt x="3568699" y="1372033"/>
                  </a:lnTo>
                  <a:close/>
                </a:path>
                <a:path w="4699000" h="3816350">
                  <a:moveTo>
                    <a:pt x="3555999" y="1809360"/>
                  </a:moveTo>
                  <a:lnTo>
                    <a:pt x="3555999" y="1872149"/>
                  </a:lnTo>
                  <a:lnTo>
                    <a:pt x="3568699" y="1879546"/>
                  </a:lnTo>
                  <a:lnTo>
                    <a:pt x="3568699" y="1818638"/>
                  </a:lnTo>
                  <a:lnTo>
                    <a:pt x="3555999" y="1809360"/>
                  </a:lnTo>
                  <a:close/>
                </a:path>
                <a:path w="4699000" h="3816350">
                  <a:moveTo>
                    <a:pt x="3555999" y="1386730"/>
                  </a:moveTo>
                  <a:lnTo>
                    <a:pt x="3555999" y="1449535"/>
                  </a:lnTo>
                  <a:lnTo>
                    <a:pt x="3568699" y="1440256"/>
                  </a:lnTo>
                  <a:lnTo>
                    <a:pt x="3568699" y="1379333"/>
                  </a:lnTo>
                  <a:lnTo>
                    <a:pt x="3555999" y="1386730"/>
                  </a:lnTo>
                  <a:close/>
                </a:path>
                <a:path w="4699000" h="3816350">
                  <a:moveTo>
                    <a:pt x="3543299" y="1771213"/>
                  </a:moveTo>
                  <a:lnTo>
                    <a:pt x="3543299" y="1849403"/>
                  </a:lnTo>
                  <a:lnTo>
                    <a:pt x="3555999" y="1857072"/>
                  </a:lnTo>
                  <a:lnTo>
                    <a:pt x="3555999" y="1780889"/>
                  </a:lnTo>
                  <a:lnTo>
                    <a:pt x="3543299" y="1771213"/>
                  </a:lnTo>
                  <a:close/>
                </a:path>
                <a:path w="4699000" h="3816350">
                  <a:moveTo>
                    <a:pt x="3543299" y="1409476"/>
                  </a:moveTo>
                  <a:lnTo>
                    <a:pt x="3543299" y="1478010"/>
                  </a:lnTo>
                  <a:lnTo>
                    <a:pt x="3555999" y="1468417"/>
                  </a:lnTo>
                  <a:lnTo>
                    <a:pt x="3555999" y="1401808"/>
                  </a:lnTo>
                  <a:lnTo>
                    <a:pt x="3543299" y="1409476"/>
                  </a:lnTo>
                  <a:close/>
                </a:path>
                <a:path w="4699000" h="3816350">
                  <a:moveTo>
                    <a:pt x="3530599" y="1741680"/>
                  </a:moveTo>
                  <a:lnTo>
                    <a:pt x="3530599" y="1825895"/>
                  </a:lnTo>
                  <a:lnTo>
                    <a:pt x="3543299" y="1833812"/>
                  </a:lnTo>
                  <a:lnTo>
                    <a:pt x="3543299" y="1751602"/>
                  </a:lnTo>
                  <a:lnTo>
                    <a:pt x="3530599" y="1741680"/>
                  </a:lnTo>
                  <a:close/>
                </a:path>
                <a:path w="4699000" h="3816350">
                  <a:moveTo>
                    <a:pt x="3530599" y="1432985"/>
                  </a:moveTo>
                  <a:lnTo>
                    <a:pt x="3530599" y="1517220"/>
                  </a:lnTo>
                  <a:lnTo>
                    <a:pt x="3543299" y="1507299"/>
                  </a:lnTo>
                  <a:lnTo>
                    <a:pt x="3543299" y="1425068"/>
                  </a:lnTo>
                  <a:lnTo>
                    <a:pt x="3530599" y="1432985"/>
                  </a:lnTo>
                  <a:close/>
                </a:path>
                <a:path w="4699000" h="3816350">
                  <a:moveTo>
                    <a:pt x="3517899" y="1670692"/>
                  </a:moveTo>
                  <a:lnTo>
                    <a:pt x="3517899" y="1793509"/>
                  </a:lnTo>
                  <a:lnTo>
                    <a:pt x="3530599" y="1801709"/>
                  </a:lnTo>
                  <a:lnTo>
                    <a:pt x="3530599" y="1680962"/>
                  </a:lnTo>
                  <a:lnTo>
                    <a:pt x="3517899" y="1670692"/>
                  </a:lnTo>
                  <a:close/>
                </a:path>
                <a:path w="4699000" h="3816350">
                  <a:moveTo>
                    <a:pt x="3517899" y="1465371"/>
                  </a:moveTo>
                  <a:lnTo>
                    <a:pt x="3517899" y="1588199"/>
                  </a:lnTo>
                  <a:lnTo>
                    <a:pt x="3530599" y="1577932"/>
                  </a:lnTo>
                  <a:lnTo>
                    <a:pt x="3530599" y="1457170"/>
                  </a:lnTo>
                  <a:lnTo>
                    <a:pt x="3517899" y="1465371"/>
                  </a:lnTo>
                  <a:close/>
                </a:path>
                <a:path w="4699000" h="3816350">
                  <a:moveTo>
                    <a:pt x="3505199" y="1498768"/>
                  </a:moveTo>
                  <a:lnTo>
                    <a:pt x="3505199" y="1760112"/>
                  </a:lnTo>
                  <a:lnTo>
                    <a:pt x="3517899" y="1768546"/>
                  </a:lnTo>
                  <a:lnTo>
                    <a:pt x="3517899" y="1490334"/>
                  </a:lnTo>
                  <a:lnTo>
                    <a:pt x="3505199" y="1498768"/>
                  </a:lnTo>
                  <a:close/>
                </a:path>
                <a:path w="4699000" h="3816350">
                  <a:moveTo>
                    <a:pt x="3492499" y="1550303"/>
                  </a:moveTo>
                  <a:lnTo>
                    <a:pt x="3492499" y="1708576"/>
                  </a:lnTo>
                  <a:lnTo>
                    <a:pt x="3505199" y="1717260"/>
                  </a:lnTo>
                  <a:lnTo>
                    <a:pt x="3505199" y="1541619"/>
                  </a:lnTo>
                  <a:lnTo>
                    <a:pt x="3492499" y="1550303"/>
                  </a:lnTo>
                  <a:close/>
                </a:path>
                <a:path w="4699000" h="3816350">
                  <a:moveTo>
                    <a:pt x="3263899" y="2409649"/>
                  </a:moveTo>
                  <a:lnTo>
                    <a:pt x="3263899" y="2583445"/>
                  </a:lnTo>
                  <a:lnTo>
                    <a:pt x="3276599" y="2572774"/>
                  </a:lnTo>
                  <a:lnTo>
                    <a:pt x="3276599" y="2441643"/>
                  </a:lnTo>
                  <a:lnTo>
                    <a:pt x="3263899" y="2409649"/>
                  </a:lnTo>
                  <a:close/>
                </a:path>
                <a:path w="4699000" h="3816350">
                  <a:moveTo>
                    <a:pt x="3263899" y="678355"/>
                  </a:moveTo>
                  <a:lnTo>
                    <a:pt x="3263899" y="845337"/>
                  </a:lnTo>
                  <a:lnTo>
                    <a:pt x="3276599" y="830299"/>
                  </a:lnTo>
                  <a:lnTo>
                    <a:pt x="3276599" y="693417"/>
                  </a:lnTo>
                  <a:lnTo>
                    <a:pt x="3263899" y="678355"/>
                  </a:lnTo>
                  <a:close/>
                </a:path>
                <a:path w="4699000" h="3816350">
                  <a:moveTo>
                    <a:pt x="3162299" y="2202430"/>
                  </a:moveTo>
                  <a:lnTo>
                    <a:pt x="3162299" y="2240029"/>
                  </a:lnTo>
                  <a:lnTo>
                    <a:pt x="3174999" y="2266037"/>
                  </a:lnTo>
                  <a:lnTo>
                    <a:pt x="3187699" y="2293234"/>
                  </a:lnTo>
                  <a:lnTo>
                    <a:pt x="3213099" y="2321617"/>
                  </a:lnTo>
                  <a:lnTo>
                    <a:pt x="3225799" y="2351188"/>
                  </a:lnTo>
                  <a:lnTo>
                    <a:pt x="3225799" y="2381599"/>
                  </a:lnTo>
                  <a:lnTo>
                    <a:pt x="3238499" y="2412499"/>
                  </a:lnTo>
                  <a:lnTo>
                    <a:pt x="3238499" y="2443891"/>
                  </a:lnTo>
                  <a:lnTo>
                    <a:pt x="3251199" y="2475773"/>
                  </a:lnTo>
                  <a:lnTo>
                    <a:pt x="3251199" y="2635919"/>
                  </a:lnTo>
                  <a:lnTo>
                    <a:pt x="3263899" y="2625558"/>
                  </a:lnTo>
                  <a:lnTo>
                    <a:pt x="3263899" y="2378107"/>
                  </a:lnTo>
                  <a:lnTo>
                    <a:pt x="3238499" y="2316700"/>
                  </a:lnTo>
                  <a:lnTo>
                    <a:pt x="3213099" y="2259340"/>
                  </a:lnTo>
                  <a:lnTo>
                    <a:pt x="3187699" y="2232298"/>
                  </a:lnTo>
                  <a:lnTo>
                    <a:pt x="3187699" y="2198050"/>
                  </a:lnTo>
                  <a:lnTo>
                    <a:pt x="3174999" y="2207857"/>
                  </a:lnTo>
                  <a:lnTo>
                    <a:pt x="3162299" y="2202430"/>
                  </a:lnTo>
                  <a:close/>
                </a:path>
                <a:path w="4699000" h="3816350">
                  <a:moveTo>
                    <a:pt x="3251199" y="619257"/>
                  </a:moveTo>
                  <a:lnTo>
                    <a:pt x="3251199" y="904392"/>
                  </a:lnTo>
                  <a:lnTo>
                    <a:pt x="3263899" y="889841"/>
                  </a:lnTo>
                  <a:lnTo>
                    <a:pt x="3263899" y="633838"/>
                  </a:lnTo>
                  <a:lnTo>
                    <a:pt x="3251199" y="619257"/>
                  </a:lnTo>
                  <a:close/>
                </a:path>
                <a:path w="4699000" h="3816350">
                  <a:moveTo>
                    <a:pt x="3238499" y="2538597"/>
                  </a:moveTo>
                  <a:lnTo>
                    <a:pt x="3238499" y="2666486"/>
                  </a:lnTo>
                  <a:lnTo>
                    <a:pt x="3251199" y="2656383"/>
                  </a:lnTo>
                  <a:lnTo>
                    <a:pt x="3251199" y="2528303"/>
                  </a:lnTo>
                  <a:lnTo>
                    <a:pt x="3238499" y="2538597"/>
                  </a:lnTo>
                  <a:close/>
                </a:path>
                <a:path w="4699000" h="3816350">
                  <a:moveTo>
                    <a:pt x="3238499" y="802745"/>
                  </a:moveTo>
                  <a:lnTo>
                    <a:pt x="3238499" y="933021"/>
                  </a:lnTo>
                  <a:lnTo>
                    <a:pt x="3251199" y="918796"/>
                  </a:lnTo>
                  <a:lnTo>
                    <a:pt x="3251199" y="792450"/>
                  </a:lnTo>
                  <a:lnTo>
                    <a:pt x="3238499" y="802745"/>
                  </a:lnTo>
                  <a:close/>
                </a:path>
                <a:path w="4699000" h="3816350">
                  <a:moveTo>
                    <a:pt x="3238499" y="590613"/>
                  </a:moveTo>
                  <a:lnTo>
                    <a:pt x="3238499" y="720239"/>
                  </a:lnTo>
                  <a:lnTo>
                    <a:pt x="3251199" y="730534"/>
                  </a:lnTo>
                  <a:lnTo>
                    <a:pt x="3251199" y="604837"/>
                  </a:lnTo>
                  <a:lnTo>
                    <a:pt x="3238499" y="590613"/>
                  </a:lnTo>
                  <a:close/>
                </a:path>
                <a:path w="4699000" h="3816350">
                  <a:moveTo>
                    <a:pt x="3225799" y="2609591"/>
                  </a:moveTo>
                  <a:lnTo>
                    <a:pt x="3225799" y="2696176"/>
                  </a:lnTo>
                  <a:lnTo>
                    <a:pt x="3238499" y="2686388"/>
                  </a:lnTo>
                  <a:lnTo>
                    <a:pt x="3238499" y="2599606"/>
                  </a:lnTo>
                  <a:lnTo>
                    <a:pt x="3225799" y="2609591"/>
                  </a:lnTo>
                  <a:close/>
                </a:path>
                <a:path w="4699000" h="3816350">
                  <a:moveTo>
                    <a:pt x="3225799" y="873740"/>
                  </a:moveTo>
                  <a:lnTo>
                    <a:pt x="3225799" y="960832"/>
                  </a:lnTo>
                  <a:lnTo>
                    <a:pt x="3238499" y="947033"/>
                  </a:lnTo>
                  <a:lnTo>
                    <a:pt x="3238499" y="863755"/>
                  </a:lnTo>
                  <a:lnTo>
                    <a:pt x="3225799" y="873740"/>
                  </a:lnTo>
                  <a:close/>
                </a:path>
                <a:path w="4699000" h="3816350">
                  <a:moveTo>
                    <a:pt x="3225799" y="562751"/>
                  </a:moveTo>
                  <a:lnTo>
                    <a:pt x="3225799" y="649242"/>
                  </a:lnTo>
                  <a:lnTo>
                    <a:pt x="3238499" y="659228"/>
                  </a:lnTo>
                  <a:lnTo>
                    <a:pt x="3238499" y="576585"/>
                  </a:lnTo>
                  <a:lnTo>
                    <a:pt x="3225799" y="562751"/>
                  </a:lnTo>
                  <a:close/>
                </a:path>
                <a:path w="4699000" h="3816350">
                  <a:moveTo>
                    <a:pt x="3213099" y="2648808"/>
                  </a:moveTo>
                  <a:lnTo>
                    <a:pt x="3213099" y="2724840"/>
                  </a:lnTo>
                  <a:lnTo>
                    <a:pt x="3225799" y="2715413"/>
                  </a:lnTo>
                  <a:lnTo>
                    <a:pt x="3225799" y="2639129"/>
                  </a:lnTo>
                  <a:lnTo>
                    <a:pt x="3213099" y="2648808"/>
                  </a:lnTo>
                  <a:close/>
                </a:path>
                <a:path w="4699000" h="3816350">
                  <a:moveTo>
                    <a:pt x="3213099" y="912958"/>
                  </a:moveTo>
                  <a:lnTo>
                    <a:pt x="3213099" y="987762"/>
                  </a:lnTo>
                  <a:lnTo>
                    <a:pt x="3225799" y="974418"/>
                  </a:lnTo>
                  <a:lnTo>
                    <a:pt x="3225799" y="903279"/>
                  </a:lnTo>
                  <a:lnTo>
                    <a:pt x="3213099" y="912958"/>
                  </a:lnTo>
                  <a:close/>
                </a:path>
                <a:path w="4699000" h="3816350">
                  <a:moveTo>
                    <a:pt x="3213099" y="535796"/>
                  </a:moveTo>
                  <a:lnTo>
                    <a:pt x="3213099" y="610024"/>
                  </a:lnTo>
                  <a:lnTo>
                    <a:pt x="3225799" y="619703"/>
                  </a:lnTo>
                  <a:lnTo>
                    <a:pt x="3225799" y="549144"/>
                  </a:lnTo>
                  <a:lnTo>
                    <a:pt x="3213099" y="535796"/>
                  </a:lnTo>
                  <a:close/>
                </a:path>
                <a:path w="4699000" h="3816350">
                  <a:moveTo>
                    <a:pt x="3200399" y="2677286"/>
                  </a:moveTo>
                  <a:lnTo>
                    <a:pt x="3200399" y="2743301"/>
                  </a:lnTo>
                  <a:lnTo>
                    <a:pt x="3213099" y="2734136"/>
                  </a:lnTo>
                  <a:lnTo>
                    <a:pt x="3213099" y="2667898"/>
                  </a:lnTo>
                  <a:lnTo>
                    <a:pt x="3200399" y="2677286"/>
                  </a:lnTo>
                  <a:close/>
                </a:path>
                <a:path w="4699000" h="3816350">
                  <a:moveTo>
                    <a:pt x="3187699" y="968939"/>
                  </a:moveTo>
                  <a:lnTo>
                    <a:pt x="3187699" y="1026145"/>
                  </a:lnTo>
                  <a:lnTo>
                    <a:pt x="3200399" y="1013625"/>
                  </a:lnTo>
                  <a:lnTo>
                    <a:pt x="3213099" y="1000830"/>
                  </a:lnTo>
                  <a:lnTo>
                    <a:pt x="3213099" y="932048"/>
                  </a:lnTo>
                  <a:lnTo>
                    <a:pt x="3200399" y="941436"/>
                  </a:lnTo>
                  <a:lnTo>
                    <a:pt x="3200399" y="959887"/>
                  </a:lnTo>
                  <a:lnTo>
                    <a:pt x="3187699" y="968939"/>
                  </a:lnTo>
                  <a:close/>
                </a:path>
                <a:path w="4699000" h="3816350">
                  <a:moveTo>
                    <a:pt x="3187699" y="497326"/>
                  </a:moveTo>
                  <a:lnTo>
                    <a:pt x="3187699" y="554040"/>
                  </a:lnTo>
                  <a:lnTo>
                    <a:pt x="3200399" y="563092"/>
                  </a:lnTo>
                  <a:lnTo>
                    <a:pt x="3200399" y="581544"/>
                  </a:lnTo>
                  <a:lnTo>
                    <a:pt x="3213099" y="590933"/>
                  </a:lnTo>
                  <a:lnTo>
                    <a:pt x="3213099" y="522705"/>
                  </a:lnTo>
                  <a:lnTo>
                    <a:pt x="3200399" y="509872"/>
                  </a:lnTo>
                  <a:lnTo>
                    <a:pt x="3187699" y="497326"/>
                  </a:lnTo>
                  <a:close/>
                </a:path>
                <a:path w="4699000" h="3816350">
                  <a:moveTo>
                    <a:pt x="3187699" y="2704789"/>
                  </a:moveTo>
                  <a:lnTo>
                    <a:pt x="3187699" y="2761195"/>
                  </a:lnTo>
                  <a:lnTo>
                    <a:pt x="3200399" y="2752324"/>
                  </a:lnTo>
                  <a:lnTo>
                    <a:pt x="3200399" y="2695737"/>
                  </a:lnTo>
                  <a:lnTo>
                    <a:pt x="3187699" y="2704789"/>
                  </a:lnTo>
                  <a:close/>
                </a:path>
                <a:path w="4699000" h="3816350">
                  <a:moveTo>
                    <a:pt x="3174999" y="2722502"/>
                  </a:moveTo>
                  <a:lnTo>
                    <a:pt x="3174999" y="2778481"/>
                  </a:lnTo>
                  <a:lnTo>
                    <a:pt x="3187699" y="2769914"/>
                  </a:lnTo>
                  <a:lnTo>
                    <a:pt x="3187699" y="2713711"/>
                  </a:lnTo>
                  <a:lnTo>
                    <a:pt x="3174999" y="2722502"/>
                  </a:lnTo>
                  <a:close/>
                </a:path>
                <a:path w="4699000" h="3816350">
                  <a:moveTo>
                    <a:pt x="2819399" y="0"/>
                  </a:moveTo>
                  <a:lnTo>
                    <a:pt x="2819399" y="340612"/>
                  </a:lnTo>
                  <a:lnTo>
                    <a:pt x="2832099" y="340739"/>
                  </a:lnTo>
                  <a:lnTo>
                    <a:pt x="2844799" y="341119"/>
                  </a:lnTo>
                  <a:lnTo>
                    <a:pt x="2857499" y="341752"/>
                  </a:lnTo>
                  <a:lnTo>
                    <a:pt x="2870199" y="342639"/>
                  </a:lnTo>
                  <a:lnTo>
                    <a:pt x="2882899" y="343777"/>
                  </a:lnTo>
                  <a:lnTo>
                    <a:pt x="2882899" y="345167"/>
                  </a:lnTo>
                  <a:lnTo>
                    <a:pt x="2895599" y="346807"/>
                  </a:lnTo>
                  <a:lnTo>
                    <a:pt x="2908299" y="348699"/>
                  </a:lnTo>
                  <a:lnTo>
                    <a:pt x="2920999" y="350839"/>
                  </a:lnTo>
                  <a:lnTo>
                    <a:pt x="2933699" y="353225"/>
                  </a:lnTo>
                  <a:lnTo>
                    <a:pt x="2933699" y="355857"/>
                  </a:lnTo>
                  <a:lnTo>
                    <a:pt x="2946399" y="358735"/>
                  </a:lnTo>
                  <a:lnTo>
                    <a:pt x="2959099" y="361855"/>
                  </a:lnTo>
                  <a:lnTo>
                    <a:pt x="2971799" y="365215"/>
                  </a:lnTo>
                  <a:lnTo>
                    <a:pt x="2971799" y="368813"/>
                  </a:lnTo>
                  <a:lnTo>
                    <a:pt x="2984499" y="372650"/>
                  </a:lnTo>
                  <a:lnTo>
                    <a:pt x="2997199" y="376721"/>
                  </a:lnTo>
                  <a:lnTo>
                    <a:pt x="3009899" y="381021"/>
                  </a:lnTo>
                  <a:lnTo>
                    <a:pt x="3009899" y="385551"/>
                  </a:lnTo>
                  <a:lnTo>
                    <a:pt x="3022599" y="390309"/>
                  </a:lnTo>
                  <a:lnTo>
                    <a:pt x="3035299" y="395292"/>
                  </a:lnTo>
                  <a:lnTo>
                    <a:pt x="3047999" y="400492"/>
                  </a:lnTo>
                  <a:lnTo>
                    <a:pt x="3047999" y="405909"/>
                  </a:lnTo>
                  <a:lnTo>
                    <a:pt x="3060699" y="411544"/>
                  </a:lnTo>
                  <a:lnTo>
                    <a:pt x="3073399" y="417389"/>
                  </a:lnTo>
                  <a:lnTo>
                    <a:pt x="3073399" y="423439"/>
                  </a:lnTo>
                  <a:lnTo>
                    <a:pt x="3086099" y="429691"/>
                  </a:lnTo>
                  <a:lnTo>
                    <a:pt x="3098799" y="436148"/>
                  </a:lnTo>
                  <a:lnTo>
                    <a:pt x="3098799" y="442801"/>
                  </a:lnTo>
                  <a:lnTo>
                    <a:pt x="3111499" y="449641"/>
                  </a:lnTo>
                  <a:lnTo>
                    <a:pt x="3111499" y="456670"/>
                  </a:lnTo>
                  <a:lnTo>
                    <a:pt x="3124199" y="463886"/>
                  </a:lnTo>
                  <a:lnTo>
                    <a:pt x="3124199" y="471282"/>
                  </a:lnTo>
                  <a:lnTo>
                    <a:pt x="3136899" y="478847"/>
                  </a:lnTo>
                  <a:lnTo>
                    <a:pt x="3149599" y="486584"/>
                  </a:lnTo>
                  <a:lnTo>
                    <a:pt x="3149599" y="494490"/>
                  </a:lnTo>
                  <a:lnTo>
                    <a:pt x="3162299" y="502557"/>
                  </a:lnTo>
                  <a:lnTo>
                    <a:pt x="3162299" y="510776"/>
                  </a:lnTo>
                  <a:lnTo>
                    <a:pt x="3174999" y="519145"/>
                  </a:lnTo>
                  <a:lnTo>
                    <a:pt x="3174999" y="536326"/>
                  </a:lnTo>
                  <a:lnTo>
                    <a:pt x="3187699" y="545118"/>
                  </a:lnTo>
                  <a:lnTo>
                    <a:pt x="3187699" y="485096"/>
                  </a:lnTo>
                  <a:lnTo>
                    <a:pt x="3174999" y="473182"/>
                  </a:lnTo>
                  <a:lnTo>
                    <a:pt x="3162299" y="461583"/>
                  </a:lnTo>
                  <a:lnTo>
                    <a:pt x="3149599" y="450328"/>
                  </a:lnTo>
                  <a:lnTo>
                    <a:pt x="3136899" y="439440"/>
                  </a:lnTo>
                  <a:lnTo>
                    <a:pt x="3136899" y="428920"/>
                  </a:lnTo>
                  <a:lnTo>
                    <a:pt x="3098799" y="399662"/>
                  </a:lnTo>
                  <a:lnTo>
                    <a:pt x="3060699" y="374124"/>
                  </a:lnTo>
                  <a:lnTo>
                    <a:pt x="3022599" y="352575"/>
                  </a:lnTo>
                  <a:lnTo>
                    <a:pt x="2984499" y="340527"/>
                  </a:lnTo>
                  <a:lnTo>
                    <a:pt x="2971799" y="335225"/>
                  </a:lnTo>
                  <a:lnTo>
                    <a:pt x="2933699" y="322250"/>
                  </a:lnTo>
                  <a:lnTo>
                    <a:pt x="2882899" y="313792"/>
                  </a:lnTo>
                  <a:lnTo>
                    <a:pt x="2870199" y="311992"/>
                  </a:lnTo>
                  <a:lnTo>
                    <a:pt x="2857499" y="310707"/>
                  </a:lnTo>
                  <a:lnTo>
                    <a:pt x="2844799" y="309936"/>
                  </a:lnTo>
                  <a:lnTo>
                    <a:pt x="2844799" y="5776"/>
                  </a:lnTo>
                  <a:lnTo>
                    <a:pt x="2832099" y="4091"/>
                  </a:lnTo>
                  <a:lnTo>
                    <a:pt x="2832099" y="0"/>
                  </a:lnTo>
                  <a:lnTo>
                    <a:pt x="2819399" y="0"/>
                  </a:lnTo>
                  <a:close/>
                </a:path>
                <a:path w="4699000" h="3816350">
                  <a:moveTo>
                    <a:pt x="3162299" y="2748052"/>
                  </a:moveTo>
                  <a:lnTo>
                    <a:pt x="3162299" y="2795120"/>
                  </a:lnTo>
                  <a:lnTo>
                    <a:pt x="3174999" y="2786886"/>
                  </a:lnTo>
                  <a:lnTo>
                    <a:pt x="3174999" y="2739683"/>
                  </a:lnTo>
                  <a:lnTo>
                    <a:pt x="3162299" y="2748052"/>
                  </a:lnTo>
                  <a:close/>
                </a:path>
                <a:path w="4699000" h="3816350">
                  <a:moveTo>
                    <a:pt x="3124199" y="2787543"/>
                  </a:moveTo>
                  <a:lnTo>
                    <a:pt x="3124199" y="2833634"/>
                  </a:lnTo>
                  <a:lnTo>
                    <a:pt x="3136899" y="2826303"/>
                  </a:lnTo>
                  <a:lnTo>
                    <a:pt x="3136899" y="2818783"/>
                  </a:lnTo>
                  <a:lnTo>
                    <a:pt x="3149599" y="2811073"/>
                  </a:lnTo>
                  <a:lnTo>
                    <a:pt x="3162299" y="2803182"/>
                  </a:lnTo>
                  <a:lnTo>
                    <a:pt x="3162299" y="2756269"/>
                  </a:lnTo>
                  <a:lnTo>
                    <a:pt x="3149599" y="2764336"/>
                  </a:lnTo>
                  <a:lnTo>
                    <a:pt x="3149599" y="2772242"/>
                  </a:lnTo>
                  <a:lnTo>
                    <a:pt x="3136899" y="2779978"/>
                  </a:lnTo>
                  <a:lnTo>
                    <a:pt x="3124199" y="2787543"/>
                  </a:lnTo>
                  <a:close/>
                </a:path>
                <a:path w="4699000" h="3816350">
                  <a:moveTo>
                    <a:pt x="3136899" y="2171460"/>
                  </a:moveTo>
                  <a:lnTo>
                    <a:pt x="3136899" y="2219361"/>
                  </a:lnTo>
                  <a:lnTo>
                    <a:pt x="3149599" y="2228430"/>
                  </a:lnTo>
                  <a:lnTo>
                    <a:pt x="3162299" y="2237722"/>
                  </a:lnTo>
                  <a:lnTo>
                    <a:pt x="3162299" y="2191801"/>
                  </a:lnTo>
                  <a:lnTo>
                    <a:pt x="3149599" y="2186598"/>
                  </a:lnTo>
                  <a:lnTo>
                    <a:pt x="3149599" y="2176426"/>
                  </a:lnTo>
                  <a:lnTo>
                    <a:pt x="3136899" y="2171460"/>
                  </a:lnTo>
                  <a:close/>
                </a:path>
                <a:path w="4699000" h="3816350">
                  <a:moveTo>
                    <a:pt x="3149599" y="1028485"/>
                  </a:moveTo>
                  <a:lnTo>
                    <a:pt x="3149599" y="1069940"/>
                  </a:lnTo>
                  <a:lnTo>
                    <a:pt x="3162299" y="1063658"/>
                  </a:lnTo>
                  <a:lnTo>
                    <a:pt x="3162299" y="1020418"/>
                  </a:lnTo>
                  <a:lnTo>
                    <a:pt x="3149599" y="1028485"/>
                  </a:lnTo>
                  <a:close/>
                </a:path>
                <a:path w="4699000" h="3816350">
                  <a:moveTo>
                    <a:pt x="3124199" y="1051691"/>
                  </a:moveTo>
                  <a:lnTo>
                    <a:pt x="3124199" y="1099667"/>
                  </a:lnTo>
                  <a:lnTo>
                    <a:pt x="3136899" y="1093953"/>
                  </a:lnTo>
                  <a:lnTo>
                    <a:pt x="3136899" y="1088123"/>
                  </a:lnTo>
                  <a:lnTo>
                    <a:pt x="3149599" y="1082176"/>
                  </a:lnTo>
                  <a:lnTo>
                    <a:pt x="3149599" y="1036390"/>
                  </a:lnTo>
                  <a:lnTo>
                    <a:pt x="3136899" y="1044126"/>
                  </a:lnTo>
                  <a:lnTo>
                    <a:pt x="3124199" y="1051691"/>
                  </a:lnTo>
                  <a:close/>
                </a:path>
                <a:path w="4699000" h="3816350">
                  <a:moveTo>
                    <a:pt x="3111499" y="2152411"/>
                  </a:moveTo>
                  <a:lnTo>
                    <a:pt x="3111499" y="2193509"/>
                  </a:lnTo>
                  <a:lnTo>
                    <a:pt x="3124199" y="2201894"/>
                  </a:lnTo>
                  <a:lnTo>
                    <a:pt x="3136899" y="2210516"/>
                  </a:lnTo>
                  <a:lnTo>
                    <a:pt x="3136899" y="2166573"/>
                  </a:lnTo>
                  <a:lnTo>
                    <a:pt x="3124199" y="2161768"/>
                  </a:lnTo>
                  <a:lnTo>
                    <a:pt x="3124199" y="2157047"/>
                  </a:lnTo>
                  <a:lnTo>
                    <a:pt x="3111499" y="2152411"/>
                  </a:lnTo>
                  <a:close/>
                </a:path>
                <a:path w="4699000" h="3816350">
                  <a:moveTo>
                    <a:pt x="3098799" y="2816022"/>
                  </a:moveTo>
                  <a:lnTo>
                    <a:pt x="3098799" y="2854458"/>
                  </a:lnTo>
                  <a:lnTo>
                    <a:pt x="3111499" y="2847720"/>
                  </a:lnTo>
                  <a:lnTo>
                    <a:pt x="3124199" y="2840776"/>
                  </a:lnTo>
                  <a:lnTo>
                    <a:pt x="3124199" y="2794938"/>
                  </a:lnTo>
                  <a:lnTo>
                    <a:pt x="3111499" y="2802154"/>
                  </a:lnTo>
                  <a:lnTo>
                    <a:pt x="3111499" y="2809182"/>
                  </a:lnTo>
                  <a:lnTo>
                    <a:pt x="3098799" y="2816022"/>
                  </a:lnTo>
                  <a:close/>
                </a:path>
                <a:path w="4699000" h="3816350">
                  <a:moveTo>
                    <a:pt x="3111499" y="1066301"/>
                  </a:moveTo>
                  <a:lnTo>
                    <a:pt x="3111499" y="1110731"/>
                  </a:lnTo>
                  <a:lnTo>
                    <a:pt x="3124199" y="1105261"/>
                  </a:lnTo>
                  <a:lnTo>
                    <a:pt x="3124199" y="1059086"/>
                  </a:lnTo>
                  <a:lnTo>
                    <a:pt x="3111499" y="1066301"/>
                  </a:lnTo>
                  <a:close/>
                </a:path>
                <a:path w="4699000" h="3816350">
                  <a:moveTo>
                    <a:pt x="3086099" y="2130531"/>
                  </a:moveTo>
                  <a:lnTo>
                    <a:pt x="3086099" y="2169860"/>
                  </a:lnTo>
                  <a:lnTo>
                    <a:pt x="3098799" y="2177492"/>
                  </a:lnTo>
                  <a:lnTo>
                    <a:pt x="3111499" y="2185375"/>
                  </a:lnTo>
                  <a:lnTo>
                    <a:pt x="3111499" y="2143394"/>
                  </a:lnTo>
                  <a:lnTo>
                    <a:pt x="3098799" y="2139017"/>
                  </a:lnTo>
                  <a:lnTo>
                    <a:pt x="3098799" y="2134730"/>
                  </a:lnTo>
                  <a:lnTo>
                    <a:pt x="3086099" y="2130531"/>
                  </a:lnTo>
                  <a:close/>
                </a:path>
                <a:path w="4699000" h="3816350">
                  <a:moveTo>
                    <a:pt x="3073399" y="1099529"/>
                  </a:moveTo>
                  <a:lnTo>
                    <a:pt x="3073399" y="1136188"/>
                  </a:lnTo>
                  <a:lnTo>
                    <a:pt x="3086099" y="1131357"/>
                  </a:lnTo>
                  <a:lnTo>
                    <a:pt x="3086099" y="1126394"/>
                  </a:lnTo>
                  <a:lnTo>
                    <a:pt x="3098799" y="1121300"/>
                  </a:lnTo>
                  <a:lnTo>
                    <a:pt x="3111499" y="1116078"/>
                  </a:lnTo>
                  <a:lnTo>
                    <a:pt x="3111499" y="1073329"/>
                  </a:lnTo>
                  <a:lnTo>
                    <a:pt x="3098799" y="1080169"/>
                  </a:lnTo>
                  <a:lnTo>
                    <a:pt x="3098799" y="1086820"/>
                  </a:lnTo>
                  <a:lnTo>
                    <a:pt x="3086099" y="1093276"/>
                  </a:lnTo>
                  <a:lnTo>
                    <a:pt x="3073399" y="1099529"/>
                  </a:lnTo>
                  <a:close/>
                </a:path>
                <a:path w="4699000" h="3816350">
                  <a:moveTo>
                    <a:pt x="2832099" y="2918079"/>
                  </a:moveTo>
                  <a:lnTo>
                    <a:pt x="2832099" y="3254851"/>
                  </a:lnTo>
                  <a:lnTo>
                    <a:pt x="2844799" y="3253166"/>
                  </a:lnTo>
                  <a:lnTo>
                    <a:pt x="2844799" y="2948819"/>
                  </a:lnTo>
                  <a:lnTo>
                    <a:pt x="2857499" y="2948305"/>
                  </a:lnTo>
                  <a:lnTo>
                    <a:pt x="2857499" y="2947532"/>
                  </a:lnTo>
                  <a:lnTo>
                    <a:pt x="2870199" y="2946499"/>
                  </a:lnTo>
                  <a:lnTo>
                    <a:pt x="2882899" y="2945208"/>
                  </a:lnTo>
                  <a:lnTo>
                    <a:pt x="2895599" y="2943659"/>
                  </a:lnTo>
                  <a:lnTo>
                    <a:pt x="2908299" y="2941854"/>
                  </a:lnTo>
                  <a:lnTo>
                    <a:pt x="2920999" y="2939793"/>
                  </a:lnTo>
                  <a:lnTo>
                    <a:pt x="2920999" y="2937477"/>
                  </a:lnTo>
                  <a:lnTo>
                    <a:pt x="2933699" y="2934907"/>
                  </a:lnTo>
                  <a:lnTo>
                    <a:pt x="2946399" y="2932087"/>
                  </a:lnTo>
                  <a:lnTo>
                    <a:pt x="2959099" y="2929016"/>
                  </a:lnTo>
                  <a:lnTo>
                    <a:pt x="2971799" y="2925696"/>
                  </a:lnTo>
                  <a:lnTo>
                    <a:pt x="2984499" y="2922129"/>
                  </a:lnTo>
                  <a:lnTo>
                    <a:pt x="2984499" y="2918319"/>
                  </a:lnTo>
                  <a:lnTo>
                    <a:pt x="2997199" y="2914267"/>
                  </a:lnTo>
                  <a:lnTo>
                    <a:pt x="3009899" y="2909973"/>
                  </a:lnTo>
                  <a:lnTo>
                    <a:pt x="3022599" y="2905442"/>
                  </a:lnTo>
                  <a:lnTo>
                    <a:pt x="3022599" y="2900678"/>
                  </a:lnTo>
                  <a:lnTo>
                    <a:pt x="3035299" y="2895682"/>
                  </a:lnTo>
                  <a:lnTo>
                    <a:pt x="3047999" y="2890454"/>
                  </a:lnTo>
                  <a:lnTo>
                    <a:pt x="3060699" y="2885000"/>
                  </a:lnTo>
                  <a:lnTo>
                    <a:pt x="3060699" y="2879326"/>
                  </a:lnTo>
                  <a:lnTo>
                    <a:pt x="3073399" y="2873432"/>
                  </a:lnTo>
                  <a:lnTo>
                    <a:pt x="3086099" y="2867317"/>
                  </a:lnTo>
                  <a:lnTo>
                    <a:pt x="3098799" y="2860991"/>
                  </a:lnTo>
                  <a:lnTo>
                    <a:pt x="3098799" y="2822674"/>
                  </a:lnTo>
                  <a:lnTo>
                    <a:pt x="3086099" y="2829131"/>
                  </a:lnTo>
                  <a:lnTo>
                    <a:pt x="3073399" y="2835383"/>
                  </a:lnTo>
                  <a:lnTo>
                    <a:pt x="3073399" y="2841432"/>
                  </a:lnTo>
                  <a:lnTo>
                    <a:pt x="3060699" y="2847278"/>
                  </a:lnTo>
                  <a:lnTo>
                    <a:pt x="3047999" y="2852912"/>
                  </a:lnTo>
                  <a:lnTo>
                    <a:pt x="3047999" y="2858329"/>
                  </a:lnTo>
                  <a:lnTo>
                    <a:pt x="3035299" y="2863529"/>
                  </a:lnTo>
                  <a:lnTo>
                    <a:pt x="3022599" y="2868511"/>
                  </a:lnTo>
                  <a:lnTo>
                    <a:pt x="3009899" y="2873269"/>
                  </a:lnTo>
                  <a:lnTo>
                    <a:pt x="3009899" y="2877799"/>
                  </a:lnTo>
                  <a:lnTo>
                    <a:pt x="2997199" y="2882099"/>
                  </a:lnTo>
                  <a:lnTo>
                    <a:pt x="2984499" y="2886169"/>
                  </a:lnTo>
                  <a:lnTo>
                    <a:pt x="2971799" y="2890006"/>
                  </a:lnTo>
                  <a:lnTo>
                    <a:pt x="2971799" y="2893604"/>
                  </a:lnTo>
                  <a:lnTo>
                    <a:pt x="2959099" y="2896963"/>
                  </a:lnTo>
                  <a:lnTo>
                    <a:pt x="2946399" y="2900083"/>
                  </a:lnTo>
                  <a:lnTo>
                    <a:pt x="2933699" y="2902961"/>
                  </a:lnTo>
                  <a:lnTo>
                    <a:pt x="2933699" y="2905593"/>
                  </a:lnTo>
                  <a:lnTo>
                    <a:pt x="2920999" y="2907979"/>
                  </a:lnTo>
                  <a:lnTo>
                    <a:pt x="2908299" y="2910119"/>
                  </a:lnTo>
                  <a:lnTo>
                    <a:pt x="2895599" y="2912010"/>
                  </a:lnTo>
                  <a:lnTo>
                    <a:pt x="2882899" y="2913650"/>
                  </a:lnTo>
                  <a:lnTo>
                    <a:pt x="2882899" y="2915040"/>
                  </a:lnTo>
                  <a:lnTo>
                    <a:pt x="2870199" y="2916179"/>
                  </a:lnTo>
                  <a:lnTo>
                    <a:pt x="2857499" y="2917065"/>
                  </a:lnTo>
                  <a:lnTo>
                    <a:pt x="2844799" y="2917699"/>
                  </a:lnTo>
                  <a:lnTo>
                    <a:pt x="2832099" y="2918079"/>
                  </a:lnTo>
                  <a:close/>
                </a:path>
                <a:path w="4699000" h="3816350">
                  <a:moveTo>
                    <a:pt x="3035299" y="2100302"/>
                  </a:moveTo>
                  <a:lnTo>
                    <a:pt x="3035299" y="2135775"/>
                  </a:lnTo>
                  <a:lnTo>
                    <a:pt x="3047999" y="2142033"/>
                  </a:lnTo>
                  <a:lnTo>
                    <a:pt x="3060699" y="2148577"/>
                  </a:lnTo>
                  <a:lnTo>
                    <a:pt x="3073399" y="2155396"/>
                  </a:lnTo>
                  <a:lnTo>
                    <a:pt x="3086099" y="2162491"/>
                  </a:lnTo>
                  <a:lnTo>
                    <a:pt x="3086099" y="2126423"/>
                  </a:lnTo>
                  <a:lnTo>
                    <a:pt x="3073399" y="2122408"/>
                  </a:lnTo>
                  <a:lnTo>
                    <a:pt x="3073399" y="2118487"/>
                  </a:lnTo>
                  <a:lnTo>
                    <a:pt x="3060699" y="2114658"/>
                  </a:lnTo>
                  <a:lnTo>
                    <a:pt x="3060699" y="2110924"/>
                  </a:lnTo>
                  <a:lnTo>
                    <a:pt x="3047999" y="2107287"/>
                  </a:lnTo>
                  <a:lnTo>
                    <a:pt x="3047999" y="2103746"/>
                  </a:lnTo>
                  <a:lnTo>
                    <a:pt x="3035299" y="2100302"/>
                  </a:lnTo>
                  <a:close/>
                </a:path>
                <a:path w="4699000" h="3816350">
                  <a:moveTo>
                    <a:pt x="3047999" y="1117056"/>
                  </a:moveTo>
                  <a:lnTo>
                    <a:pt x="3047999" y="1154170"/>
                  </a:lnTo>
                  <a:lnTo>
                    <a:pt x="3060699" y="1149881"/>
                  </a:lnTo>
                  <a:lnTo>
                    <a:pt x="3060699" y="1145453"/>
                  </a:lnTo>
                  <a:lnTo>
                    <a:pt x="3073399" y="1140888"/>
                  </a:lnTo>
                  <a:lnTo>
                    <a:pt x="3073399" y="1105577"/>
                  </a:lnTo>
                  <a:lnTo>
                    <a:pt x="3060699" y="1111422"/>
                  </a:lnTo>
                  <a:lnTo>
                    <a:pt x="3047999" y="1117056"/>
                  </a:lnTo>
                  <a:close/>
                </a:path>
                <a:path w="4699000" h="3816350">
                  <a:moveTo>
                    <a:pt x="2933699" y="1167097"/>
                  </a:moveTo>
                  <a:lnTo>
                    <a:pt x="2933699" y="1198982"/>
                  </a:lnTo>
                  <a:lnTo>
                    <a:pt x="2946399" y="1196760"/>
                  </a:lnTo>
                  <a:lnTo>
                    <a:pt x="2959099" y="1194383"/>
                  </a:lnTo>
                  <a:lnTo>
                    <a:pt x="2959099" y="1191854"/>
                  </a:lnTo>
                  <a:lnTo>
                    <a:pt x="2971799" y="1189172"/>
                  </a:lnTo>
                  <a:lnTo>
                    <a:pt x="2984499" y="1186336"/>
                  </a:lnTo>
                  <a:lnTo>
                    <a:pt x="2984499" y="1183350"/>
                  </a:lnTo>
                  <a:lnTo>
                    <a:pt x="2997199" y="1180215"/>
                  </a:lnTo>
                  <a:lnTo>
                    <a:pt x="2997199" y="1176932"/>
                  </a:lnTo>
                  <a:lnTo>
                    <a:pt x="3009899" y="1173499"/>
                  </a:lnTo>
                  <a:lnTo>
                    <a:pt x="3022599" y="1169920"/>
                  </a:lnTo>
                  <a:lnTo>
                    <a:pt x="3022599" y="1166198"/>
                  </a:lnTo>
                  <a:lnTo>
                    <a:pt x="3035299" y="1162331"/>
                  </a:lnTo>
                  <a:lnTo>
                    <a:pt x="3047999" y="1158321"/>
                  </a:lnTo>
                  <a:lnTo>
                    <a:pt x="3047999" y="1122472"/>
                  </a:lnTo>
                  <a:lnTo>
                    <a:pt x="3035299" y="1127671"/>
                  </a:lnTo>
                  <a:lnTo>
                    <a:pt x="3022599" y="1132653"/>
                  </a:lnTo>
                  <a:lnTo>
                    <a:pt x="3009899" y="1137411"/>
                  </a:lnTo>
                  <a:lnTo>
                    <a:pt x="3009899" y="1141939"/>
                  </a:lnTo>
                  <a:lnTo>
                    <a:pt x="2997199" y="1146239"/>
                  </a:lnTo>
                  <a:lnTo>
                    <a:pt x="2984499" y="1150309"/>
                  </a:lnTo>
                  <a:lnTo>
                    <a:pt x="2971799" y="1154145"/>
                  </a:lnTo>
                  <a:lnTo>
                    <a:pt x="2971799" y="1157742"/>
                  </a:lnTo>
                  <a:lnTo>
                    <a:pt x="2959099" y="1161100"/>
                  </a:lnTo>
                  <a:lnTo>
                    <a:pt x="2946399" y="1164220"/>
                  </a:lnTo>
                  <a:lnTo>
                    <a:pt x="2933699" y="1167097"/>
                  </a:lnTo>
                  <a:close/>
                </a:path>
                <a:path w="4699000" h="3816350">
                  <a:moveTo>
                    <a:pt x="2971799" y="2071409"/>
                  </a:moveTo>
                  <a:lnTo>
                    <a:pt x="2971799" y="2104508"/>
                  </a:lnTo>
                  <a:lnTo>
                    <a:pt x="2984499" y="2108950"/>
                  </a:lnTo>
                  <a:lnTo>
                    <a:pt x="2997199" y="2113705"/>
                  </a:lnTo>
                  <a:lnTo>
                    <a:pt x="3009899" y="2118773"/>
                  </a:lnTo>
                  <a:lnTo>
                    <a:pt x="3022599" y="2124144"/>
                  </a:lnTo>
                  <a:lnTo>
                    <a:pt x="3035299" y="2129812"/>
                  </a:lnTo>
                  <a:lnTo>
                    <a:pt x="3035299" y="2096956"/>
                  </a:lnTo>
                  <a:lnTo>
                    <a:pt x="3022599" y="2093711"/>
                  </a:lnTo>
                  <a:lnTo>
                    <a:pt x="3022599" y="2090566"/>
                  </a:lnTo>
                  <a:lnTo>
                    <a:pt x="3009899" y="2087521"/>
                  </a:lnTo>
                  <a:lnTo>
                    <a:pt x="3009899" y="2084577"/>
                  </a:lnTo>
                  <a:lnTo>
                    <a:pt x="2997199" y="2081736"/>
                  </a:lnTo>
                  <a:lnTo>
                    <a:pt x="2997199" y="2078999"/>
                  </a:lnTo>
                  <a:lnTo>
                    <a:pt x="2984499" y="2076364"/>
                  </a:lnTo>
                  <a:lnTo>
                    <a:pt x="2984499" y="2073834"/>
                  </a:lnTo>
                  <a:lnTo>
                    <a:pt x="2971799" y="2071409"/>
                  </a:lnTo>
                  <a:close/>
                </a:path>
                <a:path w="4699000" h="3816350">
                  <a:moveTo>
                    <a:pt x="2514599" y="2165646"/>
                  </a:moveTo>
                  <a:lnTo>
                    <a:pt x="2514599" y="2210218"/>
                  </a:lnTo>
                  <a:lnTo>
                    <a:pt x="2527299" y="2199458"/>
                  </a:lnTo>
                  <a:lnTo>
                    <a:pt x="2539999" y="2189077"/>
                  </a:lnTo>
                  <a:lnTo>
                    <a:pt x="2578099" y="2160297"/>
                  </a:lnTo>
                  <a:lnTo>
                    <a:pt x="2616199" y="2135355"/>
                  </a:lnTo>
                  <a:lnTo>
                    <a:pt x="2654299" y="2114541"/>
                  </a:lnTo>
                  <a:lnTo>
                    <a:pt x="2692399" y="2098080"/>
                  </a:lnTo>
                  <a:lnTo>
                    <a:pt x="2730499" y="2086154"/>
                  </a:lnTo>
                  <a:lnTo>
                    <a:pt x="2755899" y="2083216"/>
                  </a:lnTo>
                  <a:lnTo>
                    <a:pt x="2768599" y="2080799"/>
                  </a:lnTo>
                  <a:lnTo>
                    <a:pt x="2781299" y="2078908"/>
                  </a:lnTo>
                  <a:lnTo>
                    <a:pt x="2793999" y="2077549"/>
                  </a:lnTo>
                  <a:lnTo>
                    <a:pt x="2806699" y="2076720"/>
                  </a:lnTo>
                  <a:lnTo>
                    <a:pt x="2819399" y="2076424"/>
                  </a:lnTo>
                  <a:lnTo>
                    <a:pt x="2832099" y="2076577"/>
                  </a:lnTo>
                  <a:lnTo>
                    <a:pt x="2870199" y="2079066"/>
                  </a:lnTo>
                  <a:lnTo>
                    <a:pt x="2908299" y="2084579"/>
                  </a:lnTo>
                  <a:lnTo>
                    <a:pt x="2946399" y="2093081"/>
                  </a:lnTo>
                  <a:lnTo>
                    <a:pt x="2971799" y="2100378"/>
                  </a:lnTo>
                  <a:lnTo>
                    <a:pt x="2971799" y="2069090"/>
                  </a:lnTo>
                  <a:lnTo>
                    <a:pt x="2959099" y="2066877"/>
                  </a:lnTo>
                  <a:lnTo>
                    <a:pt x="2959099" y="2064770"/>
                  </a:lnTo>
                  <a:lnTo>
                    <a:pt x="2946399" y="2062771"/>
                  </a:lnTo>
                  <a:lnTo>
                    <a:pt x="2946399" y="2060880"/>
                  </a:lnTo>
                  <a:lnTo>
                    <a:pt x="2933699" y="2059096"/>
                  </a:lnTo>
                  <a:lnTo>
                    <a:pt x="2933699" y="2057422"/>
                  </a:lnTo>
                  <a:lnTo>
                    <a:pt x="2920999" y="2055856"/>
                  </a:lnTo>
                  <a:lnTo>
                    <a:pt x="2908299" y="2054400"/>
                  </a:lnTo>
                  <a:lnTo>
                    <a:pt x="2908299" y="2053053"/>
                  </a:lnTo>
                  <a:lnTo>
                    <a:pt x="2895599" y="2051817"/>
                  </a:lnTo>
                  <a:lnTo>
                    <a:pt x="2895599" y="2050691"/>
                  </a:lnTo>
                  <a:lnTo>
                    <a:pt x="2882899" y="2049676"/>
                  </a:lnTo>
                  <a:lnTo>
                    <a:pt x="2882899" y="2048772"/>
                  </a:lnTo>
                  <a:lnTo>
                    <a:pt x="2870199" y="2047979"/>
                  </a:lnTo>
                  <a:lnTo>
                    <a:pt x="2870199" y="2047297"/>
                  </a:lnTo>
                  <a:lnTo>
                    <a:pt x="2857499" y="2046728"/>
                  </a:lnTo>
                  <a:lnTo>
                    <a:pt x="2857499" y="2046269"/>
                  </a:lnTo>
                  <a:lnTo>
                    <a:pt x="2844799" y="2045923"/>
                  </a:lnTo>
                  <a:lnTo>
                    <a:pt x="2832099" y="2045688"/>
                  </a:lnTo>
                  <a:lnTo>
                    <a:pt x="2819399" y="2045656"/>
                  </a:lnTo>
                  <a:lnTo>
                    <a:pt x="2806699" y="2045869"/>
                  </a:lnTo>
                  <a:lnTo>
                    <a:pt x="2806699" y="2046194"/>
                  </a:lnTo>
                  <a:lnTo>
                    <a:pt x="2793999" y="2046631"/>
                  </a:lnTo>
                  <a:lnTo>
                    <a:pt x="2781299" y="2047180"/>
                  </a:lnTo>
                  <a:lnTo>
                    <a:pt x="2781299" y="2047840"/>
                  </a:lnTo>
                  <a:lnTo>
                    <a:pt x="2768599" y="2048611"/>
                  </a:lnTo>
                  <a:lnTo>
                    <a:pt x="2768599" y="2049494"/>
                  </a:lnTo>
                  <a:lnTo>
                    <a:pt x="2755899" y="2050488"/>
                  </a:lnTo>
                  <a:lnTo>
                    <a:pt x="2755899" y="2051593"/>
                  </a:lnTo>
                  <a:lnTo>
                    <a:pt x="2743199" y="2052808"/>
                  </a:lnTo>
                  <a:lnTo>
                    <a:pt x="2743199" y="2054134"/>
                  </a:lnTo>
                  <a:lnTo>
                    <a:pt x="2730499" y="2055569"/>
                  </a:lnTo>
                  <a:lnTo>
                    <a:pt x="2717799" y="2057114"/>
                  </a:lnTo>
                  <a:lnTo>
                    <a:pt x="2717799" y="2058767"/>
                  </a:lnTo>
                  <a:lnTo>
                    <a:pt x="2705099" y="2060530"/>
                  </a:lnTo>
                  <a:lnTo>
                    <a:pt x="2705099" y="2062401"/>
                  </a:lnTo>
                  <a:lnTo>
                    <a:pt x="2692399" y="2064380"/>
                  </a:lnTo>
                  <a:lnTo>
                    <a:pt x="2692399" y="2066465"/>
                  </a:lnTo>
                  <a:lnTo>
                    <a:pt x="2679699" y="2068659"/>
                  </a:lnTo>
                  <a:lnTo>
                    <a:pt x="2679699" y="2070958"/>
                  </a:lnTo>
                  <a:lnTo>
                    <a:pt x="2666999" y="2073362"/>
                  </a:lnTo>
                  <a:lnTo>
                    <a:pt x="2666999" y="2075872"/>
                  </a:lnTo>
                  <a:lnTo>
                    <a:pt x="2654299" y="2078486"/>
                  </a:lnTo>
                  <a:lnTo>
                    <a:pt x="2654299" y="2081205"/>
                  </a:lnTo>
                  <a:lnTo>
                    <a:pt x="2641599" y="2084026"/>
                  </a:lnTo>
                  <a:lnTo>
                    <a:pt x="2641599" y="2086949"/>
                  </a:lnTo>
                  <a:lnTo>
                    <a:pt x="2628899" y="2089975"/>
                  </a:lnTo>
                  <a:lnTo>
                    <a:pt x="2628899" y="2093102"/>
                  </a:lnTo>
                  <a:lnTo>
                    <a:pt x="2616199" y="2096328"/>
                  </a:lnTo>
                  <a:lnTo>
                    <a:pt x="2616199" y="2099654"/>
                  </a:lnTo>
                  <a:lnTo>
                    <a:pt x="2603499" y="2103079"/>
                  </a:lnTo>
                  <a:lnTo>
                    <a:pt x="2603499" y="2106602"/>
                  </a:lnTo>
                  <a:lnTo>
                    <a:pt x="2590799" y="2110220"/>
                  </a:lnTo>
                  <a:lnTo>
                    <a:pt x="2590799" y="2113935"/>
                  </a:lnTo>
                  <a:lnTo>
                    <a:pt x="2578099" y="2117746"/>
                  </a:lnTo>
                  <a:lnTo>
                    <a:pt x="2578099" y="2121651"/>
                  </a:lnTo>
                  <a:lnTo>
                    <a:pt x="2565399" y="2125648"/>
                  </a:lnTo>
                  <a:lnTo>
                    <a:pt x="2565399" y="2129737"/>
                  </a:lnTo>
                  <a:lnTo>
                    <a:pt x="2552699" y="2133919"/>
                  </a:lnTo>
                  <a:lnTo>
                    <a:pt x="2552699" y="2138190"/>
                  </a:lnTo>
                  <a:lnTo>
                    <a:pt x="2539999" y="2142550"/>
                  </a:lnTo>
                  <a:lnTo>
                    <a:pt x="2539999" y="2151532"/>
                  </a:lnTo>
                  <a:lnTo>
                    <a:pt x="2527299" y="2156153"/>
                  </a:lnTo>
                  <a:lnTo>
                    <a:pt x="2527299" y="2160858"/>
                  </a:lnTo>
                  <a:lnTo>
                    <a:pt x="2514599" y="2165646"/>
                  </a:lnTo>
                  <a:close/>
                </a:path>
                <a:path w="4699000" h="3816350">
                  <a:moveTo>
                    <a:pt x="2882899" y="1177782"/>
                  </a:moveTo>
                  <a:lnTo>
                    <a:pt x="2882899" y="1209021"/>
                  </a:lnTo>
                  <a:lnTo>
                    <a:pt x="2895599" y="1207743"/>
                  </a:lnTo>
                  <a:lnTo>
                    <a:pt x="2908299" y="1206305"/>
                  </a:lnTo>
                  <a:lnTo>
                    <a:pt x="2908299" y="1204710"/>
                  </a:lnTo>
                  <a:lnTo>
                    <a:pt x="2920999" y="1202957"/>
                  </a:lnTo>
                  <a:lnTo>
                    <a:pt x="2933699" y="1201047"/>
                  </a:lnTo>
                  <a:lnTo>
                    <a:pt x="2933699" y="1169728"/>
                  </a:lnTo>
                  <a:lnTo>
                    <a:pt x="2920999" y="1172113"/>
                  </a:lnTo>
                  <a:lnTo>
                    <a:pt x="2908299" y="1174252"/>
                  </a:lnTo>
                  <a:lnTo>
                    <a:pt x="2895599" y="1176142"/>
                  </a:lnTo>
                  <a:lnTo>
                    <a:pt x="2882899" y="1177782"/>
                  </a:lnTo>
                  <a:close/>
                </a:path>
                <a:path w="4699000" h="3816350">
                  <a:moveTo>
                    <a:pt x="2717799" y="1169708"/>
                  </a:moveTo>
                  <a:lnTo>
                    <a:pt x="2717799" y="1201020"/>
                  </a:lnTo>
                  <a:lnTo>
                    <a:pt x="2730499" y="1202931"/>
                  </a:lnTo>
                  <a:lnTo>
                    <a:pt x="2730499" y="1204686"/>
                  </a:lnTo>
                  <a:lnTo>
                    <a:pt x="2743199" y="1206284"/>
                  </a:lnTo>
                  <a:lnTo>
                    <a:pt x="2755899" y="1207724"/>
                  </a:lnTo>
                  <a:lnTo>
                    <a:pt x="2755899" y="1209005"/>
                  </a:lnTo>
                  <a:lnTo>
                    <a:pt x="2768599" y="1210127"/>
                  </a:lnTo>
                  <a:lnTo>
                    <a:pt x="2781299" y="1211090"/>
                  </a:lnTo>
                  <a:lnTo>
                    <a:pt x="2781299" y="1211893"/>
                  </a:lnTo>
                  <a:lnTo>
                    <a:pt x="2793999" y="1212536"/>
                  </a:lnTo>
                  <a:lnTo>
                    <a:pt x="2806699" y="1213018"/>
                  </a:lnTo>
                  <a:lnTo>
                    <a:pt x="2806699" y="1213341"/>
                  </a:lnTo>
                  <a:lnTo>
                    <a:pt x="2819399" y="1213502"/>
                  </a:lnTo>
                  <a:lnTo>
                    <a:pt x="2832099" y="1213503"/>
                  </a:lnTo>
                  <a:lnTo>
                    <a:pt x="2832099" y="1213344"/>
                  </a:lnTo>
                  <a:lnTo>
                    <a:pt x="2844799" y="1213024"/>
                  </a:lnTo>
                  <a:lnTo>
                    <a:pt x="2857499" y="1212543"/>
                  </a:lnTo>
                  <a:lnTo>
                    <a:pt x="2857499" y="1211903"/>
                  </a:lnTo>
                  <a:lnTo>
                    <a:pt x="2870199" y="1211102"/>
                  </a:lnTo>
                  <a:lnTo>
                    <a:pt x="2882899" y="1210141"/>
                  </a:lnTo>
                  <a:lnTo>
                    <a:pt x="2882899" y="1179170"/>
                  </a:lnTo>
                  <a:lnTo>
                    <a:pt x="2870199" y="1180308"/>
                  </a:lnTo>
                  <a:lnTo>
                    <a:pt x="2857499" y="1181194"/>
                  </a:lnTo>
                  <a:lnTo>
                    <a:pt x="2844799" y="1181826"/>
                  </a:lnTo>
                  <a:lnTo>
                    <a:pt x="2832099" y="1182205"/>
                  </a:lnTo>
                  <a:lnTo>
                    <a:pt x="2819399" y="1182331"/>
                  </a:lnTo>
                  <a:lnTo>
                    <a:pt x="2819399" y="1182203"/>
                  </a:lnTo>
                  <a:lnTo>
                    <a:pt x="2806699" y="1181822"/>
                  </a:lnTo>
                  <a:lnTo>
                    <a:pt x="2793999" y="1181188"/>
                  </a:lnTo>
                  <a:lnTo>
                    <a:pt x="2781299" y="1180300"/>
                  </a:lnTo>
                  <a:lnTo>
                    <a:pt x="2768599" y="1179160"/>
                  </a:lnTo>
                  <a:lnTo>
                    <a:pt x="2768599" y="1177770"/>
                  </a:lnTo>
                  <a:lnTo>
                    <a:pt x="2755899" y="1176128"/>
                  </a:lnTo>
                  <a:lnTo>
                    <a:pt x="2743199" y="1174236"/>
                  </a:lnTo>
                  <a:lnTo>
                    <a:pt x="2730499" y="1172095"/>
                  </a:lnTo>
                  <a:lnTo>
                    <a:pt x="2717799" y="1169708"/>
                  </a:lnTo>
                  <a:close/>
                </a:path>
                <a:path w="4699000" h="3816350">
                  <a:moveTo>
                    <a:pt x="2679699" y="2893604"/>
                  </a:moveTo>
                  <a:lnTo>
                    <a:pt x="2679699" y="2926675"/>
                  </a:lnTo>
                  <a:lnTo>
                    <a:pt x="2692399" y="2929863"/>
                  </a:lnTo>
                  <a:lnTo>
                    <a:pt x="2705099" y="2932812"/>
                  </a:lnTo>
                  <a:lnTo>
                    <a:pt x="2717799" y="2935521"/>
                  </a:lnTo>
                  <a:lnTo>
                    <a:pt x="2730499" y="2937991"/>
                  </a:lnTo>
                  <a:lnTo>
                    <a:pt x="2730499" y="2940219"/>
                  </a:lnTo>
                  <a:lnTo>
                    <a:pt x="2768599" y="2945435"/>
                  </a:lnTo>
                  <a:lnTo>
                    <a:pt x="2793999" y="2947684"/>
                  </a:lnTo>
                  <a:lnTo>
                    <a:pt x="2793999" y="2948438"/>
                  </a:lnTo>
                  <a:lnTo>
                    <a:pt x="2806699" y="2948943"/>
                  </a:lnTo>
                  <a:lnTo>
                    <a:pt x="2806699" y="3253166"/>
                  </a:lnTo>
                  <a:lnTo>
                    <a:pt x="2819399" y="3254851"/>
                  </a:lnTo>
                  <a:lnTo>
                    <a:pt x="2819399" y="3260878"/>
                  </a:lnTo>
                  <a:lnTo>
                    <a:pt x="2832099" y="3260878"/>
                  </a:lnTo>
                  <a:lnTo>
                    <a:pt x="2832099" y="2918205"/>
                  </a:lnTo>
                  <a:lnTo>
                    <a:pt x="2819399" y="2918079"/>
                  </a:lnTo>
                  <a:lnTo>
                    <a:pt x="2806699" y="2917699"/>
                  </a:lnTo>
                  <a:lnTo>
                    <a:pt x="2793999" y="2917065"/>
                  </a:lnTo>
                  <a:lnTo>
                    <a:pt x="2781299" y="2916179"/>
                  </a:lnTo>
                  <a:lnTo>
                    <a:pt x="2768599" y="2915040"/>
                  </a:lnTo>
                  <a:lnTo>
                    <a:pt x="2768599" y="2913650"/>
                  </a:lnTo>
                  <a:lnTo>
                    <a:pt x="2755899" y="2912010"/>
                  </a:lnTo>
                  <a:lnTo>
                    <a:pt x="2743199" y="2910119"/>
                  </a:lnTo>
                  <a:lnTo>
                    <a:pt x="2730499" y="2907979"/>
                  </a:lnTo>
                  <a:lnTo>
                    <a:pt x="2717799" y="2905593"/>
                  </a:lnTo>
                  <a:lnTo>
                    <a:pt x="2717799" y="2902961"/>
                  </a:lnTo>
                  <a:lnTo>
                    <a:pt x="2705099" y="2900083"/>
                  </a:lnTo>
                  <a:lnTo>
                    <a:pt x="2692399" y="2896963"/>
                  </a:lnTo>
                  <a:lnTo>
                    <a:pt x="2679699" y="2893604"/>
                  </a:lnTo>
                  <a:close/>
                </a:path>
                <a:path w="4699000" h="3816350">
                  <a:moveTo>
                    <a:pt x="2679699" y="332148"/>
                  </a:moveTo>
                  <a:lnTo>
                    <a:pt x="2679699" y="365326"/>
                  </a:lnTo>
                  <a:lnTo>
                    <a:pt x="2692399" y="361961"/>
                  </a:lnTo>
                  <a:lnTo>
                    <a:pt x="2705099" y="358835"/>
                  </a:lnTo>
                  <a:lnTo>
                    <a:pt x="2717799" y="355951"/>
                  </a:lnTo>
                  <a:lnTo>
                    <a:pt x="2717799" y="353312"/>
                  </a:lnTo>
                  <a:lnTo>
                    <a:pt x="2730499" y="350919"/>
                  </a:lnTo>
                  <a:lnTo>
                    <a:pt x="2743199" y="348772"/>
                  </a:lnTo>
                  <a:lnTo>
                    <a:pt x="2755899" y="346873"/>
                  </a:lnTo>
                  <a:lnTo>
                    <a:pt x="2768599" y="345224"/>
                  </a:lnTo>
                  <a:lnTo>
                    <a:pt x="2768599" y="343826"/>
                  </a:lnTo>
                  <a:lnTo>
                    <a:pt x="2781299" y="342678"/>
                  </a:lnTo>
                  <a:lnTo>
                    <a:pt x="2793999" y="341782"/>
                  </a:lnTo>
                  <a:lnTo>
                    <a:pt x="2806699" y="341139"/>
                  </a:lnTo>
                  <a:lnTo>
                    <a:pt x="2819399" y="340749"/>
                  </a:lnTo>
                  <a:lnTo>
                    <a:pt x="2819399" y="4091"/>
                  </a:lnTo>
                  <a:lnTo>
                    <a:pt x="2806699" y="5776"/>
                  </a:lnTo>
                  <a:lnTo>
                    <a:pt x="2806699" y="309936"/>
                  </a:lnTo>
                  <a:lnTo>
                    <a:pt x="2793999" y="310436"/>
                  </a:lnTo>
                  <a:lnTo>
                    <a:pt x="2793999" y="311184"/>
                  </a:lnTo>
                  <a:lnTo>
                    <a:pt x="2781299" y="312179"/>
                  </a:lnTo>
                  <a:lnTo>
                    <a:pt x="2768599" y="313423"/>
                  </a:lnTo>
                  <a:lnTo>
                    <a:pt x="2755899" y="314912"/>
                  </a:lnTo>
                  <a:lnTo>
                    <a:pt x="2743199" y="316646"/>
                  </a:lnTo>
                  <a:lnTo>
                    <a:pt x="2730499" y="318625"/>
                  </a:lnTo>
                  <a:lnTo>
                    <a:pt x="2730499" y="320849"/>
                  </a:lnTo>
                  <a:lnTo>
                    <a:pt x="2717799" y="323314"/>
                  </a:lnTo>
                  <a:lnTo>
                    <a:pt x="2705099" y="326019"/>
                  </a:lnTo>
                  <a:lnTo>
                    <a:pt x="2692399" y="328964"/>
                  </a:lnTo>
                  <a:lnTo>
                    <a:pt x="2679699" y="332148"/>
                  </a:lnTo>
                  <a:close/>
                </a:path>
                <a:path w="4699000" h="3816350">
                  <a:moveTo>
                    <a:pt x="2641599" y="1141904"/>
                  </a:moveTo>
                  <a:lnTo>
                    <a:pt x="2641599" y="1176884"/>
                  </a:lnTo>
                  <a:lnTo>
                    <a:pt x="2654299" y="1180171"/>
                  </a:lnTo>
                  <a:lnTo>
                    <a:pt x="2666999" y="1183308"/>
                  </a:lnTo>
                  <a:lnTo>
                    <a:pt x="2666999" y="1186295"/>
                  </a:lnTo>
                  <a:lnTo>
                    <a:pt x="2679699" y="1189133"/>
                  </a:lnTo>
                  <a:lnTo>
                    <a:pt x="2692399" y="1191818"/>
                  </a:lnTo>
                  <a:lnTo>
                    <a:pt x="2692399" y="1194350"/>
                  </a:lnTo>
                  <a:lnTo>
                    <a:pt x="2705099" y="1196727"/>
                  </a:lnTo>
                  <a:lnTo>
                    <a:pt x="2717799" y="1198951"/>
                  </a:lnTo>
                  <a:lnTo>
                    <a:pt x="2717799" y="1167075"/>
                  </a:lnTo>
                  <a:lnTo>
                    <a:pt x="2705099" y="1164195"/>
                  </a:lnTo>
                  <a:lnTo>
                    <a:pt x="2692399" y="1161074"/>
                  </a:lnTo>
                  <a:lnTo>
                    <a:pt x="2679699" y="1157714"/>
                  </a:lnTo>
                  <a:lnTo>
                    <a:pt x="2679699" y="1154115"/>
                  </a:lnTo>
                  <a:lnTo>
                    <a:pt x="2666999" y="1150277"/>
                  </a:lnTo>
                  <a:lnTo>
                    <a:pt x="2654299" y="1146205"/>
                  </a:lnTo>
                  <a:lnTo>
                    <a:pt x="2641599" y="1141904"/>
                  </a:lnTo>
                  <a:close/>
                </a:path>
                <a:path w="4699000" h="3816350">
                  <a:moveTo>
                    <a:pt x="2641599" y="2877799"/>
                  </a:moveTo>
                  <a:lnTo>
                    <a:pt x="2641599" y="2911588"/>
                  </a:lnTo>
                  <a:lnTo>
                    <a:pt x="2654299" y="2915708"/>
                  </a:lnTo>
                  <a:lnTo>
                    <a:pt x="2666999" y="2919596"/>
                  </a:lnTo>
                  <a:lnTo>
                    <a:pt x="2679699" y="2923252"/>
                  </a:lnTo>
                  <a:lnTo>
                    <a:pt x="2679699" y="2890006"/>
                  </a:lnTo>
                  <a:lnTo>
                    <a:pt x="2666999" y="2886169"/>
                  </a:lnTo>
                  <a:lnTo>
                    <a:pt x="2654299" y="2882099"/>
                  </a:lnTo>
                  <a:lnTo>
                    <a:pt x="2641599" y="2877799"/>
                  </a:lnTo>
                  <a:close/>
                </a:path>
                <a:path w="4699000" h="3816350">
                  <a:moveTo>
                    <a:pt x="2641599" y="347221"/>
                  </a:moveTo>
                  <a:lnTo>
                    <a:pt x="2641599" y="381149"/>
                  </a:lnTo>
                  <a:lnTo>
                    <a:pt x="2654299" y="376845"/>
                  </a:lnTo>
                  <a:lnTo>
                    <a:pt x="2666999" y="372770"/>
                  </a:lnTo>
                  <a:lnTo>
                    <a:pt x="2679699" y="368929"/>
                  </a:lnTo>
                  <a:lnTo>
                    <a:pt x="2679699" y="335568"/>
                  </a:lnTo>
                  <a:lnTo>
                    <a:pt x="2666999" y="339220"/>
                  </a:lnTo>
                  <a:lnTo>
                    <a:pt x="2654299" y="343104"/>
                  </a:lnTo>
                  <a:lnTo>
                    <a:pt x="2641599" y="347221"/>
                  </a:lnTo>
                  <a:close/>
                </a:path>
                <a:path w="4699000" h="3816350">
                  <a:moveTo>
                    <a:pt x="2603499" y="2858329"/>
                  </a:moveTo>
                  <a:lnTo>
                    <a:pt x="2603499" y="2892862"/>
                  </a:lnTo>
                  <a:lnTo>
                    <a:pt x="2616199" y="2897878"/>
                  </a:lnTo>
                  <a:lnTo>
                    <a:pt x="2628899" y="2902671"/>
                  </a:lnTo>
                  <a:lnTo>
                    <a:pt x="2641599" y="2907241"/>
                  </a:lnTo>
                  <a:lnTo>
                    <a:pt x="2641599" y="2873269"/>
                  </a:lnTo>
                  <a:lnTo>
                    <a:pt x="2628899" y="2868511"/>
                  </a:lnTo>
                  <a:lnTo>
                    <a:pt x="2616199" y="2863529"/>
                  </a:lnTo>
                  <a:lnTo>
                    <a:pt x="2603499" y="2858329"/>
                  </a:lnTo>
                  <a:close/>
                </a:path>
                <a:path w="4699000" h="3816350">
                  <a:moveTo>
                    <a:pt x="2603499" y="1122430"/>
                  </a:moveTo>
                  <a:lnTo>
                    <a:pt x="2603499" y="1158263"/>
                  </a:lnTo>
                  <a:lnTo>
                    <a:pt x="2616199" y="1162275"/>
                  </a:lnTo>
                  <a:lnTo>
                    <a:pt x="2628899" y="1166145"/>
                  </a:lnTo>
                  <a:lnTo>
                    <a:pt x="2628899" y="1169870"/>
                  </a:lnTo>
                  <a:lnTo>
                    <a:pt x="2641599" y="1173450"/>
                  </a:lnTo>
                  <a:lnTo>
                    <a:pt x="2641599" y="1137374"/>
                  </a:lnTo>
                  <a:lnTo>
                    <a:pt x="2628899" y="1132614"/>
                  </a:lnTo>
                  <a:lnTo>
                    <a:pt x="2616199" y="1127631"/>
                  </a:lnTo>
                  <a:lnTo>
                    <a:pt x="2603499" y="1122430"/>
                  </a:lnTo>
                  <a:close/>
                </a:path>
                <a:path w="4699000" h="3816350">
                  <a:moveTo>
                    <a:pt x="2603499" y="365937"/>
                  </a:moveTo>
                  <a:lnTo>
                    <a:pt x="2603499" y="400631"/>
                  </a:lnTo>
                  <a:lnTo>
                    <a:pt x="2616199" y="395429"/>
                  </a:lnTo>
                  <a:lnTo>
                    <a:pt x="2628899" y="390444"/>
                  </a:lnTo>
                  <a:lnTo>
                    <a:pt x="2641599" y="385682"/>
                  </a:lnTo>
                  <a:lnTo>
                    <a:pt x="2641599" y="351566"/>
                  </a:lnTo>
                  <a:lnTo>
                    <a:pt x="2628899" y="356133"/>
                  </a:lnTo>
                  <a:lnTo>
                    <a:pt x="2616199" y="360924"/>
                  </a:lnTo>
                  <a:lnTo>
                    <a:pt x="2603499" y="365937"/>
                  </a:lnTo>
                  <a:close/>
                </a:path>
                <a:path w="4699000" h="3816350">
                  <a:moveTo>
                    <a:pt x="2539999" y="2809182"/>
                  </a:moveTo>
                  <a:lnTo>
                    <a:pt x="2539999" y="2851848"/>
                  </a:lnTo>
                  <a:lnTo>
                    <a:pt x="2552699" y="2858318"/>
                  </a:lnTo>
                  <a:lnTo>
                    <a:pt x="2565399" y="2864589"/>
                  </a:lnTo>
                  <a:lnTo>
                    <a:pt x="2565399" y="2870661"/>
                  </a:lnTo>
                  <a:lnTo>
                    <a:pt x="2578099" y="2876529"/>
                  </a:lnTo>
                  <a:lnTo>
                    <a:pt x="2590799" y="2882185"/>
                  </a:lnTo>
                  <a:lnTo>
                    <a:pt x="2603499" y="2887630"/>
                  </a:lnTo>
                  <a:lnTo>
                    <a:pt x="2603499" y="2852912"/>
                  </a:lnTo>
                  <a:lnTo>
                    <a:pt x="2590799" y="2847278"/>
                  </a:lnTo>
                  <a:lnTo>
                    <a:pt x="2578099" y="2841432"/>
                  </a:lnTo>
                  <a:lnTo>
                    <a:pt x="2578099" y="2835383"/>
                  </a:lnTo>
                  <a:lnTo>
                    <a:pt x="2565399" y="2829131"/>
                  </a:lnTo>
                  <a:lnTo>
                    <a:pt x="2552699" y="2822674"/>
                  </a:lnTo>
                  <a:lnTo>
                    <a:pt x="2552699" y="2816022"/>
                  </a:lnTo>
                  <a:lnTo>
                    <a:pt x="2539999" y="2809182"/>
                  </a:lnTo>
                  <a:close/>
                </a:path>
                <a:path w="4699000" h="3816350">
                  <a:moveTo>
                    <a:pt x="2578099" y="1105530"/>
                  </a:moveTo>
                  <a:lnTo>
                    <a:pt x="2578099" y="1140823"/>
                  </a:lnTo>
                  <a:lnTo>
                    <a:pt x="2590799" y="1145390"/>
                  </a:lnTo>
                  <a:lnTo>
                    <a:pt x="2590799" y="1149820"/>
                  </a:lnTo>
                  <a:lnTo>
                    <a:pt x="2603499" y="1154112"/>
                  </a:lnTo>
                  <a:lnTo>
                    <a:pt x="2603499" y="1117012"/>
                  </a:lnTo>
                  <a:lnTo>
                    <a:pt x="2590799" y="1111376"/>
                  </a:lnTo>
                  <a:lnTo>
                    <a:pt x="2578099" y="1105530"/>
                  </a:lnTo>
                  <a:close/>
                </a:path>
                <a:path w="4699000" h="3816350">
                  <a:moveTo>
                    <a:pt x="2539999" y="406939"/>
                  </a:moveTo>
                  <a:lnTo>
                    <a:pt x="2539999" y="449786"/>
                  </a:lnTo>
                  <a:lnTo>
                    <a:pt x="2552699" y="442946"/>
                  </a:lnTo>
                  <a:lnTo>
                    <a:pt x="2552699" y="436294"/>
                  </a:lnTo>
                  <a:lnTo>
                    <a:pt x="2565399" y="429837"/>
                  </a:lnTo>
                  <a:lnTo>
                    <a:pt x="2578099" y="423583"/>
                  </a:lnTo>
                  <a:lnTo>
                    <a:pt x="2578099" y="417533"/>
                  </a:lnTo>
                  <a:lnTo>
                    <a:pt x="2590799" y="411686"/>
                  </a:lnTo>
                  <a:lnTo>
                    <a:pt x="2603499" y="406050"/>
                  </a:lnTo>
                  <a:lnTo>
                    <a:pt x="2603499" y="371168"/>
                  </a:lnTo>
                  <a:lnTo>
                    <a:pt x="2590799" y="376610"/>
                  </a:lnTo>
                  <a:lnTo>
                    <a:pt x="2578099" y="382264"/>
                  </a:lnTo>
                  <a:lnTo>
                    <a:pt x="2565399" y="388130"/>
                  </a:lnTo>
                  <a:lnTo>
                    <a:pt x="2565399" y="394201"/>
                  </a:lnTo>
                  <a:lnTo>
                    <a:pt x="2552699" y="400471"/>
                  </a:lnTo>
                  <a:lnTo>
                    <a:pt x="2539999" y="406939"/>
                  </a:lnTo>
                  <a:close/>
                </a:path>
                <a:path w="4699000" h="3816350">
                  <a:moveTo>
                    <a:pt x="2552699" y="1086768"/>
                  </a:moveTo>
                  <a:lnTo>
                    <a:pt x="2552699" y="1126323"/>
                  </a:lnTo>
                  <a:lnTo>
                    <a:pt x="2565399" y="1131289"/>
                  </a:lnTo>
                  <a:lnTo>
                    <a:pt x="2578099" y="1136123"/>
                  </a:lnTo>
                  <a:lnTo>
                    <a:pt x="2578099" y="1099480"/>
                  </a:lnTo>
                  <a:lnTo>
                    <a:pt x="2565399" y="1093226"/>
                  </a:lnTo>
                  <a:lnTo>
                    <a:pt x="2552699" y="1086768"/>
                  </a:lnTo>
                  <a:close/>
                </a:path>
                <a:path w="4699000" h="3816350">
                  <a:moveTo>
                    <a:pt x="2539999" y="1073274"/>
                  </a:moveTo>
                  <a:lnTo>
                    <a:pt x="2539999" y="1116005"/>
                  </a:lnTo>
                  <a:lnTo>
                    <a:pt x="2552699" y="1121227"/>
                  </a:lnTo>
                  <a:lnTo>
                    <a:pt x="2552699" y="1080115"/>
                  </a:lnTo>
                  <a:lnTo>
                    <a:pt x="2539999" y="1073274"/>
                  </a:lnTo>
                  <a:close/>
                </a:path>
                <a:path w="4699000" h="3816350">
                  <a:moveTo>
                    <a:pt x="2527299" y="2794938"/>
                  </a:moveTo>
                  <a:lnTo>
                    <a:pt x="2527299" y="2838322"/>
                  </a:lnTo>
                  <a:lnTo>
                    <a:pt x="2539999" y="2845180"/>
                  </a:lnTo>
                  <a:lnTo>
                    <a:pt x="2539999" y="2802154"/>
                  </a:lnTo>
                  <a:lnTo>
                    <a:pt x="2527299" y="2794938"/>
                  </a:lnTo>
                  <a:close/>
                </a:path>
                <a:path w="4699000" h="3816350">
                  <a:moveTo>
                    <a:pt x="2527299" y="1059027"/>
                  </a:moveTo>
                  <a:lnTo>
                    <a:pt x="2527299" y="1105183"/>
                  </a:lnTo>
                  <a:lnTo>
                    <a:pt x="2539999" y="1110657"/>
                  </a:lnTo>
                  <a:lnTo>
                    <a:pt x="2539999" y="1066244"/>
                  </a:lnTo>
                  <a:lnTo>
                    <a:pt x="2527299" y="1059027"/>
                  </a:lnTo>
                  <a:close/>
                </a:path>
                <a:path w="4699000" h="3816350">
                  <a:moveTo>
                    <a:pt x="2527299" y="420464"/>
                  </a:moveTo>
                  <a:lnTo>
                    <a:pt x="2527299" y="464029"/>
                  </a:lnTo>
                  <a:lnTo>
                    <a:pt x="2539999" y="456813"/>
                  </a:lnTo>
                  <a:lnTo>
                    <a:pt x="2539999" y="413605"/>
                  </a:lnTo>
                  <a:lnTo>
                    <a:pt x="2527299" y="420464"/>
                  </a:lnTo>
                  <a:close/>
                </a:path>
                <a:path w="4699000" h="3816350">
                  <a:moveTo>
                    <a:pt x="2501899" y="2772242"/>
                  </a:moveTo>
                  <a:lnTo>
                    <a:pt x="2501899" y="2816643"/>
                  </a:lnTo>
                  <a:lnTo>
                    <a:pt x="2514599" y="2824053"/>
                  </a:lnTo>
                  <a:lnTo>
                    <a:pt x="2527299" y="2831279"/>
                  </a:lnTo>
                  <a:lnTo>
                    <a:pt x="2527299" y="2787543"/>
                  </a:lnTo>
                  <a:lnTo>
                    <a:pt x="2514599" y="2779978"/>
                  </a:lnTo>
                  <a:lnTo>
                    <a:pt x="2501899" y="2772242"/>
                  </a:lnTo>
                  <a:close/>
                </a:path>
                <a:path w="4699000" h="3816350">
                  <a:moveTo>
                    <a:pt x="2501899" y="1036328"/>
                  </a:moveTo>
                  <a:lnTo>
                    <a:pt x="2501899" y="1082091"/>
                  </a:lnTo>
                  <a:lnTo>
                    <a:pt x="2514599" y="1088042"/>
                  </a:lnTo>
                  <a:lnTo>
                    <a:pt x="2514599" y="1093874"/>
                  </a:lnTo>
                  <a:lnTo>
                    <a:pt x="2527299" y="1099587"/>
                  </a:lnTo>
                  <a:lnTo>
                    <a:pt x="2527299" y="1051631"/>
                  </a:lnTo>
                  <a:lnTo>
                    <a:pt x="2514599" y="1044065"/>
                  </a:lnTo>
                  <a:lnTo>
                    <a:pt x="2501899" y="1036328"/>
                  </a:lnTo>
                  <a:close/>
                </a:path>
                <a:path w="4699000" h="3816350">
                  <a:moveTo>
                    <a:pt x="2501899" y="442140"/>
                  </a:moveTo>
                  <a:lnTo>
                    <a:pt x="2501899" y="486721"/>
                  </a:lnTo>
                  <a:lnTo>
                    <a:pt x="2514599" y="478987"/>
                  </a:lnTo>
                  <a:lnTo>
                    <a:pt x="2527299" y="471423"/>
                  </a:lnTo>
                  <a:lnTo>
                    <a:pt x="2527299" y="427505"/>
                  </a:lnTo>
                  <a:lnTo>
                    <a:pt x="2514599" y="434731"/>
                  </a:lnTo>
                  <a:lnTo>
                    <a:pt x="2501899" y="442140"/>
                  </a:lnTo>
                  <a:close/>
                </a:path>
                <a:path w="4699000" h="3816350">
                  <a:moveTo>
                    <a:pt x="2476499" y="2206812"/>
                  </a:moveTo>
                  <a:lnTo>
                    <a:pt x="2476499" y="2256773"/>
                  </a:lnTo>
                  <a:lnTo>
                    <a:pt x="2489199" y="2244646"/>
                  </a:lnTo>
                  <a:lnTo>
                    <a:pt x="2501899" y="2232840"/>
                  </a:lnTo>
                  <a:lnTo>
                    <a:pt x="2514599" y="2221354"/>
                  </a:lnTo>
                  <a:lnTo>
                    <a:pt x="2514599" y="2175470"/>
                  </a:lnTo>
                  <a:lnTo>
                    <a:pt x="2501899" y="2180501"/>
                  </a:lnTo>
                  <a:lnTo>
                    <a:pt x="2501899" y="2185611"/>
                  </a:lnTo>
                  <a:lnTo>
                    <a:pt x="2489199" y="2190799"/>
                  </a:lnTo>
                  <a:lnTo>
                    <a:pt x="2489199" y="2201401"/>
                  </a:lnTo>
                  <a:lnTo>
                    <a:pt x="2476499" y="2206812"/>
                  </a:lnTo>
                  <a:close/>
                </a:path>
                <a:path w="4699000" h="3816350">
                  <a:moveTo>
                    <a:pt x="2489199" y="2756269"/>
                  </a:moveTo>
                  <a:lnTo>
                    <a:pt x="2489199" y="2801305"/>
                  </a:lnTo>
                  <a:lnTo>
                    <a:pt x="2501899" y="2809058"/>
                  </a:lnTo>
                  <a:lnTo>
                    <a:pt x="2501899" y="2764336"/>
                  </a:lnTo>
                  <a:lnTo>
                    <a:pt x="2489199" y="2756269"/>
                  </a:lnTo>
                  <a:close/>
                </a:path>
                <a:path w="4699000" h="3816350">
                  <a:moveTo>
                    <a:pt x="2489199" y="1020353"/>
                  </a:moveTo>
                  <a:lnTo>
                    <a:pt x="2489199" y="1069854"/>
                  </a:lnTo>
                  <a:lnTo>
                    <a:pt x="2501899" y="1076027"/>
                  </a:lnTo>
                  <a:lnTo>
                    <a:pt x="2501899" y="1028420"/>
                  </a:lnTo>
                  <a:lnTo>
                    <a:pt x="2489199" y="1020353"/>
                  </a:lnTo>
                  <a:close/>
                </a:path>
                <a:path w="4699000" h="3816350">
                  <a:moveTo>
                    <a:pt x="2489199" y="457477"/>
                  </a:moveTo>
                  <a:lnTo>
                    <a:pt x="2489199" y="502690"/>
                  </a:lnTo>
                  <a:lnTo>
                    <a:pt x="2501899" y="494625"/>
                  </a:lnTo>
                  <a:lnTo>
                    <a:pt x="2501899" y="449725"/>
                  </a:lnTo>
                  <a:lnTo>
                    <a:pt x="2489199" y="457477"/>
                  </a:lnTo>
                  <a:close/>
                </a:path>
                <a:path w="4699000" h="3816350">
                  <a:moveTo>
                    <a:pt x="2476499" y="2739683"/>
                  </a:moveTo>
                  <a:lnTo>
                    <a:pt x="2476499" y="2785299"/>
                  </a:lnTo>
                  <a:lnTo>
                    <a:pt x="2489199" y="2793386"/>
                  </a:lnTo>
                  <a:lnTo>
                    <a:pt x="2489199" y="2748052"/>
                  </a:lnTo>
                  <a:lnTo>
                    <a:pt x="2476499" y="2739683"/>
                  </a:lnTo>
                  <a:close/>
                </a:path>
                <a:path w="4699000" h="3816350">
                  <a:moveTo>
                    <a:pt x="2476499" y="1003764"/>
                  </a:moveTo>
                  <a:lnTo>
                    <a:pt x="2476499" y="1050681"/>
                  </a:lnTo>
                  <a:lnTo>
                    <a:pt x="2489199" y="1057178"/>
                  </a:lnTo>
                  <a:lnTo>
                    <a:pt x="2489199" y="1012134"/>
                  </a:lnTo>
                  <a:lnTo>
                    <a:pt x="2476499" y="1003764"/>
                  </a:lnTo>
                  <a:close/>
                </a:path>
                <a:path w="4699000" h="3816350">
                  <a:moveTo>
                    <a:pt x="2476499" y="473483"/>
                  </a:moveTo>
                  <a:lnTo>
                    <a:pt x="2476499" y="519272"/>
                  </a:lnTo>
                  <a:lnTo>
                    <a:pt x="2489199" y="510906"/>
                  </a:lnTo>
                  <a:lnTo>
                    <a:pt x="2489199" y="465396"/>
                  </a:lnTo>
                  <a:lnTo>
                    <a:pt x="2476499" y="473483"/>
                  </a:lnTo>
                  <a:close/>
                </a:path>
                <a:path w="4699000" h="3816350">
                  <a:moveTo>
                    <a:pt x="2463799" y="2713711"/>
                  </a:moveTo>
                  <a:lnTo>
                    <a:pt x="2463799" y="2768660"/>
                  </a:lnTo>
                  <a:lnTo>
                    <a:pt x="2476499" y="2777054"/>
                  </a:lnTo>
                  <a:lnTo>
                    <a:pt x="2476499" y="2722502"/>
                  </a:lnTo>
                  <a:lnTo>
                    <a:pt x="2463799" y="2713711"/>
                  </a:lnTo>
                  <a:close/>
                </a:path>
                <a:path w="4699000" h="3816350">
                  <a:moveTo>
                    <a:pt x="2451099" y="2240748"/>
                  </a:moveTo>
                  <a:lnTo>
                    <a:pt x="2451099" y="2294949"/>
                  </a:lnTo>
                  <a:lnTo>
                    <a:pt x="2463799" y="2281956"/>
                  </a:lnTo>
                  <a:lnTo>
                    <a:pt x="2476499" y="2269220"/>
                  </a:lnTo>
                  <a:lnTo>
                    <a:pt x="2476499" y="2217851"/>
                  </a:lnTo>
                  <a:lnTo>
                    <a:pt x="2463799" y="2223474"/>
                  </a:lnTo>
                  <a:lnTo>
                    <a:pt x="2463799" y="2234924"/>
                  </a:lnTo>
                  <a:lnTo>
                    <a:pt x="2451099" y="2240748"/>
                  </a:lnTo>
                  <a:close/>
                </a:path>
                <a:path w="4699000" h="3816350">
                  <a:moveTo>
                    <a:pt x="2463799" y="977790"/>
                  </a:moveTo>
                  <a:lnTo>
                    <a:pt x="2463799" y="1037385"/>
                  </a:lnTo>
                  <a:lnTo>
                    <a:pt x="2476499" y="1044083"/>
                  </a:lnTo>
                  <a:lnTo>
                    <a:pt x="2476499" y="986582"/>
                  </a:lnTo>
                  <a:lnTo>
                    <a:pt x="2463799" y="977790"/>
                  </a:lnTo>
                  <a:close/>
                </a:path>
                <a:path w="4699000" h="3816350">
                  <a:moveTo>
                    <a:pt x="2463799" y="490123"/>
                  </a:moveTo>
                  <a:lnTo>
                    <a:pt x="2463799" y="545236"/>
                  </a:lnTo>
                  <a:lnTo>
                    <a:pt x="2476499" y="536448"/>
                  </a:lnTo>
                  <a:lnTo>
                    <a:pt x="2476499" y="481728"/>
                  </a:lnTo>
                  <a:lnTo>
                    <a:pt x="2463799" y="490123"/>
                  </a:lnTo>
                  <a:close/>
                </a:path>
                <a:path w="4699000" h="3816350">
                  <a:moveTo>
                    <a:pt x="2451099" y="2695737"/>
                  </a:moveTo>
                  <a:lnTo>
                    <a:pt x="2451099" y="2751424"/>
                  </a:lnTo>
                  <a:lnTo>
                    <a:pt x="2463799" y="2760116"/>
                  </a:lnTo>
                  <a:lnTo>
                    <a:pt x="2463799" y="2704789"/>
                  </a:lnTo>
                  <a:lnTo>
                    <a:pt x="2451099" y="2695737"/>
                  </a:lnTo>
                  <a:close/>
                </a:path>
                <a:path w="4699000" h="3816350">
                  <a:moveTo>
                    <a:pt x="2451099" y="959814"/>
                  </a:moveTo>
                  <a:lnTo>
                    <a:pt x="2451099" y="1016707"/>
                  </a:lnTo>
                  <a:lnTo>
                    <a:pt x="2463799" y="1023692"/>
                  </a:lnTo>
                  <a:lnTo>
                    <a:pt x="2463799" y="968867"/>
                  </a:lnTo>
                  <a:lnTo>
                    <a:pt x="2451099" y="959814"/>
                  </a:lnTo>
                  <a:close/>
                </a:path>
                <a:path w="4699000" h="3816350">
                  <a:moveTo>
                    <a:pt x="2451099" y="507360"/>
                  </a:moveTo>
                  <a:lnTo>
                    <a:pt x="2451099" y="563204"/>
                  </a:lnTo>
                  <a:lnTo>
                    <a:pt x="2463799" y="554155"/>
                  </a:lnTo>
                  <a:lnTo>
                    <a:pt x="2463799" y="498667"/>
                  </a:lnTo>
                  <a:lnTo>
                    <a:pt x="2451099" y="507360"/>
                  </a:lnTo>
                  <a:close/>
                </a:path>
                <a:path w="4699000" h="3816350">
                  <a:moveTo>
                    <a:pt x="2438399" y="2667898"/>
                  </a:moveTo>
                  <a:lnTo>
                    <a:pt x="2438399" y="2733629"/>
                  </a:lnTo>
                  <a:lnTo>
                    <a:pt x="2451099" y="2742591"/>
                  </a:lnTo>
                  <a:lnTo>
                    <a:pt x="2451099" y="2677286"/>
                  </a:lnTo>
                  <a:lnTo>
                    <a:pt x="2438399" y="2667898"/>
                  </a:lnTo>
                  <a:close/>
                </a:path>
                <a:path w="4699000" h="3816350">
                  <a:moveTo>
                    <a:pt x="2412999" y="2302234"/>
                  </a:moveTo>
                  <a:lnTo>
                    <a:pt x="2412999" y="2407413"/>
                  </a:lnTo>
                  <a:lnTo>
                    <a:pt x="2438399" y="2321707"/>
                  </a:lnTo>
                  <a:lnTo>
                    <a:pt x="2451099" y="2308200"/>
                  </a:lnTo>
                  <a:lnTo>
                    <a:pt x="2451099" y="2252583"/>
                  </a:lnTo>
                  <a:lnTo>
                    <a:pt x="2438399" y="2258593"/>
                  </a:lnTo>
                  <a:lnTo>
                    <a:pt x="2438399" y="2270789"/>
                  </a:lnTo>
                  <a:lnTo>
                    <a:pt x="2425699" y="2276971"/>
                  </a:lnTo>
                  <a:lnTo>
                    <a:pt x="2425699" y="2295843"/>
                  </a:lnTo>
                  <a:lnTo>
                    <a:pt x="2412999" y="2302234"/>
                  </a:lnTo>
                  <a:close/>
                </a:path>
                <a:path w="4699000" h="3816350">
                  <a:moveTo>
                    <a:pt x="2438399" y="931972"/>
                  </a:moveTo>
                  <a:lnTo>
                    <a:pt x="2438399" y="1002465"/>
                  </a:lnTo>
                  <a:lnTo>
                    <a:pt x="2451099" y="1009631"/>
                  </a:lnTo>
                  <a:lnTo>
                    <a:pt x="2451099" y="941361"/>
                  </a:lnTo>
                  <a:lnTo>
                    <a:pt x="2438399" y="931972"/>
                  </a:lnTo>
                  <a:close/>
                </a:path>
                <a:path w="4699000" h="3816350">
                  <a:moveTo>
                    <a:pt x="2438399" y="525156"/>
                  </a:moveTo>
                  <a:lnTo>
                    <a:pt x="2438399" y="591033"/>
                  </a:lnTo>
                  <a:lnTo>
                    <a:pt x="2451099" y="581648"/>
                  </a:lnTo>
                  <a:lnTo>
                    <a:pt x="2451099" y="516193"/>
                  </a:lnTo>
                  <a:lnTo>
                    <a:pt x="2438399" y="525156"/>
                  </a:lnTo>
                  <a:close/>
                </a:path>
                <a:path w="4699000" h="3816350">
                  <a:moveTo>
                    <a:pt x="2425699" y="2639129"/>
                  </a:moveTo>
                  <a:lnTo>
                    <a:pt x="2425699" y="2715314"/>
                  </a:lnTo>
                  <a:lnTo>
                    <a:pt x="2438399" y="2724537"/>
                  </a:lnTo>
                  <a:lnTo>
                    <a:pt x="2438399" y="2648808"/>
                  </a:lnTo>
                  <a:lnTo>
                    <a:pt x="2425699" y="2639129"/>
                  </a:lnTo>
                  <a:close/>
                </a:path>
                <a:path w="4699000" h="3816350">
                  <a:moveTo>
                    <a:pt x="2425699" y="903201"/>
                  </a:moveTo>
                  <a:lnTo>
                    <a:pt x="2425699" y="980469"/>
                  </a:lnTo>
                  <a:lnTo>
                    <a:pt x="2438399" y="987881"/>
                  </a:lnTo>
                  <a:lnTo>
                    <a:pt x="2438399" y="912881"/>
                  </a:lnTo>
                  <a:lnTo>
                    <a:pt x="2425699" y="903201"/>
                  </a:lnTo>
                  <a:close/>
                </a:path>
                <a:path w="4699000" h="3816350">
                  <a:moveTo>
                    <a:pt x="2425699" y="543472"/>
                  </a:moveTo>
                  <a:lnTo>
                    <a:pt x="2425699" y="619792"/>
                  </a:lnTo>
                  <a:lnTo>
                    <a:pt x="2438399" y="610116"/>
                  </a:lnTo>
                  <a:lnTo>
                    <a:pt x="2438399" y="534249"/>
                  </a:lnTo>
                  <a:lnTo>
                    <a:pt x="2425699" y="543472"/>
                  </a:lnTo>
                  <a:close/>
                </a:path>
                <a:path w="4699000" h="3816350">
                  <a:moveTo>
                    <a:pt x="2412999" y="2599606"/>
                  </a:moveTo>
                  <a:lnTo>
                    <a:pt x="2412999" y="2686959"/>
                  </a:lnTo>
                  <a:lnTo>
                    <a:pt x="2425699" y="2696520"/>
                  </a:lnTo>
                  <a:lnTo>
                    <a:pt x="2425699" y="2609591"/>
                  </a:lnTo>
                  <a:lnTo>
                    <a:pt x="2412999" y="2599606"/>
                  </a:lnTo>
                  <a:close/>
                </a:path>
                <a:path w="4699000" h="3816350">
                  <a:moveTo>
                    <a:pt x="2412999" y="863675"/>
                  </a:moveTo>
                  <a:lnTo>
                    <a:pt x="2412999" y="957771"/>
                  </a:lnTo>
                  <a:lnTo>
                    <a:pt x="2425699" y="965408"/>
                  </a:lnTo>
                  <a:lnTo>
                    <a:pt x="2425699" y="873661"/>
                  </a:lnTo>
                  <a:lnTo>
                    <a:pt x="2412999" y="863675"/>
                  </a:lnTo>
                  <a:close/>
                </a:path>
                <a:path w="4699000" h="3816350">
                  <a:moveTo>
                    <a:pt x="2412999" y="571831"/>
                  </a:moveTo>
                  <a:lnTo>
                    <a:pt x="2412999" y="659301"/>
                  </a:lnTo>
                  <a:lnTo>
                    <a:pt x="2425699" y="649319"/>
                  </a:lnTo>
                  <a:lnTo>
                    <a:pt x="2425699" y="562268"/>
                  </a:lnTo>
                  <a:lnTo>
                    <a:pt x="2412999" y="571831"/>
                  </a:lnTo>
                  <a:close/>
                </a:path>
                <a:path w="4699000" h="3816350">
                  <a:moveTo>
                    <a:pt x="2400299" y="2528303"/>
                  </a:moveTo>
                  <a:lnTo>
                    <a:pt x="2400299" y="2657659"/>
                  </a:lnTo>
                  <a:lnTo>
                    <a:pt x="2412999" y="2667518"/>
                  </a:lnTo>
                  <a:lnTo>
                    <a:pt x="2412999" y="2538597"/>
                  </a:lnTo>
                  <a:lnTo>
                    <a:pt x="2400299" y="2528303"/>
                  </a:lnTo>
                  <a:close/>
                </a:path>
                <a:path w="4699000" h="3816350">
                  <a:moveTo>
                    <a:pt x="2374899" y="2436943"/>
                  </a:moveTo>
                  <a:lnTo>
                    <a:pt x="2374899" y="2576056"/>
                  </a:lnTo>
                  <a:lnTo>
                    <a:pt x="2387599" y="2586465"/>
                  </a:lnTo>
                  <a:lnTo>
                    <a:pt x="2387599" y="2627565"/>
                  </a:lnTo>
                  <a:lnTo>
                    <a:pt x="2400299" y="2637678"/>
                  </a:lnTo>
                  <a:lnTo>
                    <a:pt x="2400299" y="2497346"/>
                  </a:lnTo>
                  <a:lnTo>
                    <a:pt x="2412999" y="2451851"/>
                  </a:lnTo>
                  <a:lnTo>
                    <a:pt x="2412999" y="2308676"/>
                  </a:lnTo>
                  <a:lnTo>
                    <a:pt x="2387599" y="2393158"/>
                  </a:lnTo>
                  <a:lnTo>
                    <a:pt x="2374899" y="2436943"/>
                  </a:lnTo>
                  <a:close/>
                </a:path>
                <a:path w="4699000" h="3816350">
                  <a:moveTo>
                    <a:pt x="2400299" y="792368"/>
                  </a:moveTo>
                  <a:lnTo>
                    <a:pt x="2400299" y="926546"/>
                  </a:lnTo>
                  <a:lnTo>
                    <a:pt x="2412999" y="934445"/>
                  </a:lnTo>
                  <a:lnTo>
                    <a:pt x="2412999" y="802662"/>
                  </a:lnTo>
                  <a:lnTo>
                    <a:pt x="2400299" y="792368"/>
                  </a:lnTo>
                  <a:close/>
                </a:path>
                <a:path w="4699000" h="3816350">
                  <a:moveTo>
                    <a:pt x="2400299" y="601134"/>
                  </a:moveTo>
                  <a:lnTo>
                    <a:pt x="2400299" y="730583"/>
                  </a:lnTo>
                  <a:lnTo>
                    <a:pt x="2412999" y="720292"/>
                  </a:lnTo>
                  <a:lnTo>
                    <a:pt x="2412999" y="591275"/>
                  </a:lnTo>
                  <a:lnTo>
                    <a:pt x="2400299" y="601134"/>
                  </a:lnTo>
                  <a:close/>
                </a:path>
                <a:path w="4699000" h="3816350">
                  <a:moveTo>
                    <a:pt x="2387599" y="631233"/>
                  </a:moveTo>
                  <a:lnTo>
                    <a:pt x="2387599" y="886220"/>
                  </a:lnTo>
                  <a:lnTo>
                    <a:pt x="2400299" y="894384"/>
                  </a:lnTo>
                  <a:lnTo>
                    <a:pt x="2400299" y="621119"/>
                  </a:lnTo>
                  <a:lnTo>
                    <a:pt x="2387599" y="631233"/>
                  </a:lnTo>
                  <a:close/>
                </a:path>
                <a:path w="4699000" h="3816350">
                  <a:moveTo>
                    <a:pt x="2374899" y="682751"/>
                  </a:moveTo>
                  <a:lnTo>
                    <a:pt x="2374899" y="836399"/>
                  </a:lnTo>
                  <a:lnTo>
                    <a:pt x="2387599" y="844787"/>
                  </a:lnTo>
                  <a:lnTo>
                    <a:pt x="2387599" y="672340"/>
                  </a:lnTo>
                  <a:lnTo>
                    <a:pt x="2374899" y="682751"/>
                  </a:lnTo>
                  <a:close/>
                </a:path>
                <a:path w="4699000" h="3816350">
                  <a:moveTo>
                    <a:pt x="1955799" y="2480511"/>
                  </a:moveTo>
                  <a:lnTo>
                    <a:pt x="1955799" y="2511624"/>
                  </a:lnTo>
                  <a:lnTo>
                    <a:pt x="2070099" y="2511624"/>
                  </a:lnTo>
                  <a:lnTo>
                    <a:pt x="2070099" y="2512881"/>
                  </a:lnTo>
                  <a:lnTo>
                    <a:pt x="2374899" y="2512871"/>
                  </a:lnTo>
                  <a:lnTo>
                    <a:pt x="2374899" y="2481758"/>
                  </a:lnTo>
                  <a:lnTo>
                    <a:pt x="2260599" y="2481758"/>
                  </a:lnTo>
                  <a:lnTo>
                    <a:pt x="2247899" y="2480909"/>
                  </a:lnTo>
                  <a:lnTo>
                    <a:pt x="2247899" y="2480511"/>
                  </a:lnTo>
                  <a:lnTo>
                    <a:pt x="1955799" y="2480511"/>
                  </a:lnTo>
                  <a:close/>
                </a:path>
                <a:path w="4699000" h="3816350">
                  <a:moveTo>
                    <a:pt x="2070099" y="745947"/>
                  </a:moveTo>
                  <a:lnTo>
                    <a:pt x="2070099" y="777121"/>
                  </a:lnTo>
                  <a:lnTo>
                    <a:pt x="2374899" y="777121"/>
                  </a:lnTo>
                  <a:lnTo>
                    <a:pt x="2374899" y="745946"/>
                  </a:lnTo>
                  <a:lnTo>
                    <a:pt x="2070099" y="745947"/>
                  </a:lnTo>
                  <a:close/>
                </a:path>
                <a:path w="4699000" h="3816350">
                  <a:moveTo>
                    <a:pt x="2057399" y="757479"/>
                  </a:moveTo>
                  <a:lnTo>
                    <a:pt x="2057399" y="765589"/>
                  </a:lnTo>
                  <a:lnTo>
                    <a:pt x="2070099" y="769409"/>
                  </a:lnTo>
                  <a:lnTo>
                    <a:pt x="2070099" y="753660"/>
                  </a:lnTo>
                  <a:lnTo>
                    <a:pt x="2057399" y="757479"/>
                  </a:lnTo>
                  <a:close/>
                </a:path>
                <a:path w="4699000" h="3816350">
                  <a:moveTo>
                    <a:pt x="1904999" y="2599212"/>
                  </a:moveTo>
                  <a:lnTo>
                    <a:pt x="1904999" y="2691091"/>
                  </a:lnTo>
                  <a:lnTo>
                    <a:pt x="1917699" y="2684644"/>
                  </a:lnTo>
                  <a:lnTo>
                    <a:pt x="1930399" y="2642938"/>
                  </a:lnTo>
                  <a:lnTo>
                    <a:pt x="1955799" y="2556428"/>
                  </a:lnTo>
                  <a:lnTo>
                    <a:pt x="1955799" y="2438272"/>
                  </a:lnTo>
                  <a:lnTo>
                    <a:pt x="1943099" y="2427775"/>
                  </a:lnTo>
                  <a:lnTo>
                    <a:pt x="1943099" y="2375987"/>
                  </a:lnTo>
                  <a:lnTo>
                    <a:pt x="1930399" y="2365808"/>
                  </a:lnTo>
                  <a:lnTo>
                    <a:pt x="1930399" y="2335712"/>
                  </a:lnTo>
                  <a:lnTo>
                    <a:pt x="1917699" y="2325852"/>
                  </a:lnTo>
                  <a:lnTo>
                    <a:pt x="1917699" y="2592749"/>
                  </a:lnTo>
                  <a:lnTo>
                    <a:pt x="1904999" y="2599212"/>
                  </a:lnTo>
                  <a:close/>
                </a:path>
                <a:path w="4699000" h="3816350">
                  <a:moveTo>
                    <a:pt x="1904999" y="2296848"/>
                  </a:moveTo>
                  <a:lnTo>
                    <a:pt x="1904999" y="2394995"/>
                  </a:lnTo>
                  <a:lnTo>
                    <a:pt x="1917699" y="2401467"/>
                  </a:lnTo>
                  <a:lnTo>
                    <a:pt x="1917699" y="2306410"/>
                  </a:lnTo>
                  <a:lnTo>
                    <a:pt x="1904999" y="2296848"/>
                  </a:lnTo>
                  <a:close/>
                </a:path>
                <a:path w="4699000" h="3816350">
                  <a:moveTo>
                    <a:pt x="1892299" y="2637398"/>
                  </a:moveTo>
                  <a:lnTo>
                    <a:pt x="1892299" y="2716378"/>
                  </a:lnTo>
                  <a:lnTo>
                    <a:pt x="1904999" y="2710133"/>
                  </a:lnTo>
                  <a:lnTo>
                    <a:pt x="1904999" y="2631112"/>
                  </a:lnTo>
                  <a:lnTo>
                    <a:pt x="1892299" y="2637398"/>
                  </a:lnTo>
                  <a:close/>
                </a:path>
                <a:path w="4699000" h="3816350">
                  <a:moveTo>
                    <a:pt x="1892299" y="2278053"/>
                  </a:moveTo>
                  <a:lnTo>
                    <a:pt x="1892299" y="2350490"/>
                  </a:lnTo>
                  <a:lnTo>
                    <a:pt x="1904999" y="2356750"/>
                  </a:lnTo>
                  <a:lnTo>
                    <a:pt x="1904999" y="2287396"/>
                  </a:lnTo>
                  <a:lnTo>
                    <a:pt x="1892299" y="2278053"/>
                  </a:lnTo>
                  <a:close/>
                </a:path>
                <a:path w="4699000" h="3816350">
                  <a:moveTo>
                    <a:pt x="1879599" y="2668261"/>
                  </a:moveTo>
                  <a:lnTo>
                    <a:pt x="1879599" y="2734773"/>
                  </a:lnTo>
                  <a:lnTo>
                    <a:pt x="1892299" y="2728698"/>
                  </a:lnTo>
                  <a:lnTo>
                    <a:pt x="1892299" y="2662169"/>
                  </a:lnTo>
                  <a:lnTo>
                    <a:pt x="1879599" y="2668261"/>
                  </a:lnTo>
                  <a:close/>
                </a:path>
                <a:path w="4699000" h="3816350">
                  <a:moveTo>
                    <a:pt x="1879599" y="2250776"/>
                  </a:moveTo>
                  <a:lnTo>
                    <a:pt x="1879599" y="2319758"/>
                  </a:lnTo>
                  <a:lnTo>
                    <a:pt x="1892299" y="2325823"/>
                  </a:lnTo>
                  <a:lnTo>
                    <a:pt x="1892299" y="2259738"/>
                  </a:lnTo>
                  <a:lnTo>
                    <a:pt x="1879599" y="2250776"/>
                  </a:lnTo>
                  <a:close/>
                </a:path>
                <a:path w="4699000" h="3816350">
                  <a:moveTo>
                    <a:pt x="1866899" y="2698048"/>
                  </a:moveTo>
                  <a:lnTo>
                    <a:pt x="1866899" y="2758465"/>
                  </a:lnTo>
                  <a:lnTo>
                    <a:pt x="1879599" y="2752636"/>
                  </a:lnTo>
                  <a:lnTo>
                    <a:pt x="1879599" y="2692186"/>
                  </a:lnTo>
                  <a:lnTo>
                    <a:pt x="1866899" y="2698048"/>
                  </a:lnTo>
                  <a:close/>
                </a:path>
                <a:path w="4699000" h="3816350">
                  <a:moveTo>
                    <a:pt x="1866899" y="2233250"/>
                  </a:moveTo>
                  <a:lnTo>
                    <a:pt x="1866899" y="2295958"/>
                  </a:lnTo>
                  <a:lnTo>
                    <a:pt x="1879599" y="2301837"/>
                  </a:lnTo>
                  <a:lnTo>
                    <a:pt x="1879599" y="2241943"/>
                  </a:lnTo>
                  <a:lnTo>
                    <a:pt x="1866899" y="2233250"/>
                  </a:lnTo>
                  <a:close/>
                </a:path>
                <a:path w="4699000" h="3816350">
                  <a:moveTo>
                    <a:pt x="1854199" y="2720978"/>
                  </a:moveTo>
                  <a:lnTo>
                    <a:pt x="1854199" y="2775555"/>
                  </a:lnTo>
                  <a:lnTo>
                    <a:pt x="1866899" y="2769926"/>
                  </a:lnTo>
                  <a:lnTo>
                    <a:pt x="1866899" y="2715327"/>
                  </a:lnTo>
                  <a:lnTo>
                    <a:pt x="1854199" y="2720978"/>
                  </a:lnTo>
                  <a:close/>
                </a:path>
                <a:path w="4699000" h="3816350">
                  <a:moveTo>
                    <a:pt x="1854199" y="2216313"/>
                  </a:moveTo>
                  <a:lnTo>
                    <a:pt x="1854199" y="2272957"/>
                  </a:lnTo>
                  <a:lnTo>
                    <a:pt x="1866899" y="2278628"/>
                  </a:lnTo>
                  <a:lnTo>
                    <a:pt x="1866899" y="2224707"/>
                  </a:lnTo>
                  <a:lnTo>
                    <a:pt x="1854199" y="2216313"/>
                  </a:lnTo>
                  <a:close/>
                </a:path>
                <a:path w="4699000" h="3816350">
                  <a:moveTo>
                    <a:pt x="1841499" y="2737591"/>
                  </a:moveTo>
                  <a:lnTo>
                    <a:pt x="1841499" y="2792022"/>
                  </a:lnTo>
                  <a:lnTo>
                    <a:pt x="1854199" y="2786605"/>
                  </a:lnTo>
                  <a:lnTo>
                    <a:pt x="1854199" y="2732113"/>
                  </a:lnTo>
                  <a:lnTo>
                    <a:pt x="1841499" y="2737591"/>
                  </a:lnTo>
                  <a:close/>
                </a:path>
                <a:path w="4699000" h="3816350">
                  <a:moveTo>
                    <a:pt x="1841499" y="2199982"/>
                  </a:moveTo>
                  <a:lnTo>
                    <a:pt x="1841499" y="2256288"/>
                  </a:lnTo>
                  <a:lnTo>
                    <a:pt x="1854199" y="2261786"/>
                  </a:lnTo>
                  <a:lnTo>
                    <a:pt x="1854199" y="2208068"/>
                  </a:lnTo>
                  <a:lnTo>
                    <a:pt x="1841499" y="2199982"/>
                  </a:lnTo>
                  <a:close/>
                </a:path>
                <a:path w="4699000" h="3816350">
                  <a:moveTo>
                    <a:pt x="1828799" y="2753661"/>
                  </a:moveTo>
                  <a:lnTo>
                    <a:pt x="1828799" y="2802634"/>
                  </a:lnTo>
                  <a:lnTo>
                    <a:pt x="1841499" y="2797365"/>
                  </a:lnTo>
                  <a:lnTo>
                    <a:pt x="1841499" y="2748366"/>
                  </a:lnTo>
                  <a:lnTo>
                    <a:pt x="1828799" y="2753661"/>
                  </a:lnTo>
                  <a:close/>
                </a:path>
                <a:path w="4699000" h="3816350">
                  <a:moveTo>
                    <a:pt x="1816099" y="2176726"/>
                  </a:moveTo>
                  <a:lnTo>
                    <a:pt x="1816099" y="2219550"/>
                  </a:lnTo>
                  <a:lnTo>
                    <a:pt x="1828799" y="2224600"/>
                  </a:lnTo>
                  <a:lnTo>
                    <a:pt x="1828799" y="2234906"/>
                  </a:lnTo>
                  <a:lnTo>
                    <a:pt x="1841499" y="2240156"/>
                  </a:lnTo>
                  <a:lnTo>
                    <a:pt x="1841499" y="2192062"/>
                  </a:lnTo>
                  <a:lnTo>
                    <a:pt x="1828799" y="2184310"/>
                  </a:lnTo>
                  <a:lnTo>
                    <a:pt x="1816099" y="2176726"/>
                  </a:lnTo>
                  <a:close/>
                </a:path>
                <a:path w="4699000" h="3816350">
                  <a:moveTo>
                    <a:pt x="1816099" y="2769150"/>
                  </a:moveTo>
                  <a:lnTo>
                    <a:pt x="1816099" y="2817979"/>
                  </a:lnTo>
                  <a:lnTo>
                    <a:pt x="1828799" y="2812943"/>
                  </a:lnTo>
                  <a:lnTo>
                    <a:pt x="1828799" y="2764052"/>
                  </a:lnTo>
                  <a:lnTo>
                    <a:pt x="1816099" y="2769150"/>
                  </a:lnTo>
                  <a:close/>
                </a:path>
                <a:path w="4699000" h="3816350">
                  <a:moveTo>
                    <a:pt x="1803399" y="2784024"/>
                  </a:moveTo>
                  <a:lnTo>
                    <a:pt x="1803399" y="2827813"/>
                  </a:lnTo>
                  <a:lnTo>
                    <a:pt x="1816099" y="2822936"/>
                  </a:lnTo>
                  <a:lnTo>
                    <a:pt x="1816099" y="2779137"/>
                  </a:lnTo>
                  <a:lnTo>
                    <a:pt x="1803399" y="2784024"/>
                  </a:lnTo>
                  <a:close/>
                </a:path>
                <a:path w="4699000" h="3816350">
                  <a:moveTo>
                    <a:pt x="1803399" y="2162091"/>
                  </a:moveTo>
                  <a:lnTo>
                    <a:pt x="1803399" y="2204816"/>
                  </a:lnTo>
                  <a:lnTo>
                    <a:pt x="1816099" y="2209657"/>
                  </a:lnTo>
                  <a:lnTo>
                    <a:pt x="1816099" y="2169317"/>
                  </a:lnTo>
                  <a:lnTo>
                    <a:pt x="1803399" y="2162091"/>
                  </a:lnTo>
                  <a:close/>
                </a:path>
                <a:path w="4699000" h="3816350">
                  <a:moveTo>
                    <a:pt x="1790699" y="2798252"/>
                  </a:moveTo>
                  <a:lnTo>
                    <a:pt x="1790699" y="2841941"/>
                  </a:lnTo>
                  <a:lnTo>
                    <a:pt x="1803399" y="2837315"/>
                  </a:lnTo>
                  <a:lnTo>
                    <a:pt x="1803399" y="2793584"/>
                  </a:lnTo>
                  <a:lnTo>
                    <a:pt x="1790699" y="2798252"/>
                  </a:lnTo>
                  <a:close/>
                </a:path>
                <a:path w="4699000" h="3816350">
                  <a:moveTo>
                    <a:pt x="1777999" y="2141524"/>
                  </a:moveTo>
                  <a:lnTo>
                    <a:pt x="1777999" y="2181732"/>
                  </a:lnTo>
                  <a:lnTo>
                    <a:pt x="1790699" y="2186196"/>
                  </a:lnTo>
                  <a:lnTo>
                    <a:pt x="1790699" y="2195357"/>
                  </a:lnTo>
                  <a:lnTo>
                    <a:pt x="1803399" y="2200049"/>
                  </a:lnTo>
                  <a:lnTo>
                    <a:pt x="1803399" y="2155049"/>
                  </a:lnTo>
                  <a:lnTo>
                    <a:pt x="1790699" y="2148191"/>
                  </a:lnTo>
                  <a:lnTo>
                    <a:pt x="1777999" y="2141524"/>
                  </a:lnTo>
                  <a:close/>
                </a:path>
                <a:path w="4699000" h="3816350">
                  <a:moveTo>
                    <a:pt x="1777999" y="2811800"/>
                  </a:moveTo>
                  <a:lnTo>
                    <a:pt x="1777999" y="2850933"/>
                  </a:lnTo>
                  <a:lnTo>
                    <a:pt x="1790699" y="2846481"/>
                  </a:lnTo>
                  <a:lnTo>
                    <a:pt x="1790699" y="2807361"/>
                  </a:lnTo>
                  <a:lnTo>
                    <a:pt x="1777999" y="2811800"/>
                  </a:lnTo>
                  <a:close/>
                </a:path>
                <a:path w="4699000" h="3816350">
                  <a:moveTo>
                    <a:pt x="1765299" y="2820438"/>
                  </a:moveTo>
                  <a:lnTo>
                    <a:pt x="1765299" y="2859573"/>
                  </a:lnTo>
                  <a:lnTo>
                    <a:pt x="1777999" y="2855297"/>
                  </a:lnTo>
                  <a:lnTo>
                    <a:pt x="1777999" y="2816159"/>
                  </a:lnTo>
                  <a:lnTo>
                    <a:pt x="1765299" y="2820438"/>
                  </a:lnTo>
                  <a:close/>
                </a:path>
                <a:path w="4699000" h="3816350">
                  <a:moveTo>
                    <a:pt x="1752599" y="2122715"/>
                  </a:moveTo>
                  <a:lnTo>
                    <a:pt x="1752599" y="2160611"/>
                  </a:lnTo>
                  <a:lnTo>
                    <a:pt x="1765299" y="2164671"/>
                  </a:lnTo>
                  <a:lnTo>
                    <a:pt x="1765299" y="2168814"/>
                  </a:lnTo>
                  <a:lnTo>
                    <a:pt x="1777999" y="2173040"/>
                  </a:lnTo>
                  <a:lnTo>
                    <a:pt x="1777999" y="2135056"/>
                  </a:lnTo>
                  <a:lnTo>
                    <a:pt x="1765299" y="2128786"/>
                  </a:lnTo>
                  <a:lnTo>
                    <a:pt x="1752599" y="2122715"/>
                  </a:lnTo>
                  <a:close/>
                </a:path>
                <a:path w="4699000" h="3816350">
                  <a:moveTo>
                    <a:pt x="1752599" y="2832787"/>
                  </a:moveTo>
                  <a:lnTo>
                    <a:pt x="1752599" y="2867852"/>
                  </a:lnTo>
                  <a:lnTo>
                    <a:pt x="1765299" y="2863758"/>
                  </a:lnTo>
                  <a:lnTo>
                    <a:pt x="1765299" y="2828754"/>
                  </a:lnTo>
                  <a:lnTo>
                    <a:pt x="1752599" y="2832787"/>
                  </a:lnTo>
                  <a:close/>
                </a:path>
                <a:path w="4699000" h="3816350">
                  <a:moveTo>
                    <a:pt x="1739899" y="2840599"/>
                  </a:moveTo>
                  <a:lnTo>
                    <a:pt x="1739899" y="2879577"/>
                  </a:lnTo>
                  <a:lnTo>
                    <a:pt x="1752599" y="2875762"/>
                  </a:lnTo>
                  <a:lnTo>
                    <a:pt x="1752599" y="2836735"/>
                  </a:lnTo>
                  <a:lnTo>
                    <a:pt x="1739899" y="2840599"/>
                  </a:lnTo>
                  <a:close/>
                </a:path>
                <a:path w="4699000" h="3816350">
                  <a:moveTo>
                    <a:pt x="1714499" y="2100520"/>
                  </a:moveTo>
                  <a:lnTo>
                    <a:pt x="1714499" y="2134588"/>
                  </a:lnTo>
                  <a:lnTo>
                    <a:pt x="1727199" y="2138041"/>
                  </a:lnTo>
                  <a:lnTo>
                    <a:pt x="1727199" y="2141584"/>
                  </a:lnTo>
                  <a:lnTo>
                    <a:pt x="1739899" y="2145217"/>
                  </a:lnTo>
                  <a:lnTo>
                    <a:pt x="1739899" y="2152741"/>
                  </a:lnTo>
                  <a:lnTo>
                    <a:pt x="1752599" y="2156634"/>
                  </a:lnTo>
                  <a:lnTo>
                    <a:pt x="1752599" y="2116849"/>
                  </a:lnTo>
                  <a:lnTo>
                    <a:pt x="1739899" y="2111194"/>
                  </a:lnTo>
                  <a:lnTo>
                    <a:pt x="1727199" y="2105752"/>
                  </a:lnTo>
                  <a:lnTo>
                    <a:pt x="1714499" y="2100520"/>
                  </a:lnTo>
                  <a:close/>
                </a:path>
                <a:path w="4699000" h="3816350">
                  <a:moveTo>
                    <a:pt x="1727199" y="2848067"/>
                  </a:moveTo>
                  <a:lnTo>
                    <a:pt x="1727199" y="2886918"/>
                  </a:lnTo>
                  <a:lnTo>
                    <a:pt x="1739899" y="2883295"/>
                  </a:lnTo>
                  <a:lnTo>
                    <a:pt x="1739899" y="2844377"/>
                  </a:lnTo>
                  <a:lnTo>
                    <a:pt x="1727199" y="2848067"/>
                  </a:lnTo>
                  <a:close/>
                </a:path>
                <a:path w="4699000" h="3816350">
                  <a:moveTo>
                    <a:pt x="1714499" y="2858608"/>
                  </a:moveTo>
                  <a:lnTo>
                    <a:pt x="1714499" y="2893872"/>
                  </a:lnTo>
                  <a:lnTo>
                    <a:pt x="1727199" y="2890444"/>
                  </a:lnTo>
                  <a:lnTo>
                    <a:pt x="1727199" y="2855183"/>
                  </a:lnTo>
                  <a:lnTo>
                    <a:pt x="1714499" y="2858608"/>
                  </a:lnTo>
                  <a:close/>
                </a:path>
                <a:path w="4699000" h="3816350">
                  <a:moveTo>
                    <a:pt x="1701799" y="2865182"/>
                  </a:moveTo>
                  <a:lnTo>
                    <a:pt x="1701799" y="2900431"/>
                  </a:lnTo>
                  <a:lnTo>
                    <a:pt x="1714499" y="2897201"/>
                  </a:lnTo>
                  <a:lnTo>
                    <a:pt x="1714499" y="2861940"/>
                  </a:lnTo>
                  <a:lnTo>
                    <a:pt x="1701799" y="2865182"/>
                  </a:lnTo>
                  <a:close/>
                </a:path>
                <a:path w="4699000" h="3816350">
                  <a:moveTo>
                    <a:pt x="1676399" y="2081803"/>
                  </a:moveTo>
                  <a:lnTo>
                    <a:pt x="1676399" y="2115792"/>
                  </a:lnTo>
                  <a:lnTo>
                    <a:pt x="1689099" y="2118692"/>
                  </a:lnTo>
                  <a:lnTo>
                    <a:pt x="1689099" y="2121685"/>
                  </a:lnTo>
                  <a:lnTo>
                    <a:pt x="1701799" y="2124772"/>
                  </a:lnTo>
                  <a:lnTo>
                    <a:pt x="1701799" y="2127952"/>
                  </a:lnTo>
                  <a:lnTo>
                    <a:pt x="1714499" y="2131225"/>
                  </a:lnTo>
                  <a:lnTo>
                    <a:pt x="1714499" y="2095507"/>
                  </a:lnTo>
                  <a:lnTo>
                    <a:pt x="1701799" y="2090716"/>
                  </a:lnTo>
                  <a:lnTo>
                    <a:pt x="1689099" y="2086148"/>
                  </a:lnTo>
                  <a:lnTo>
                    <a:pt x="1676399" y="2081803"/>
                  </a:lnTo>
                  <a:close/>
                </a:path>
                <a:path w="4699000" h="3816350">
                  <a:moveTo>
                    <a:pt x="1689099" y="2871388"/>
                  </a:moveTo>
                  <a:lnTo>
                    <a:pt x="1689099" y="2906590"/>
                  </a:lnTo>
                  <a:lnTo>
                    <a:pt x="1701799" y="2903561"/>
                  </a:lnTo>
                  <a:lnTo>
                    <a:pt x="1701799" y="2868332"/>
                  </a:lnTo>
                  <a:lnTo>
                    <a:pt x="1689099" y="2871388"/>
                  </a:lnTo>
                  <a:close/>
                </a:path>
                <a:path w="4699000" h="3816350">
                  <a:moveTo>
                    <a:pt x="1676399" y="2877218"/>
                  </a:moveTo>
                  <a:lnTo>
                    <a:pt x="1676399" y="2912339"/>
                  </a:lnTo>
                  <a:lnTo>
                    <a:pt x="1689099" y="2909516"/>
                  </a:lnTo>
                  <a:lnTo>
                    <a:pt x="1689099" y="2874351"/>
                  </a:lnTo>
                  <a:lnTo>
                    <a:pt x="1676399" y="2877218"/>
                  </a:lnTo>
                  <a:close/>
                </a:path>
                <a:path w="4699000" h="3816350">
                  <a:moveTo>
                    <a:pt x="1663699" y="2882668"/>
                  </a:moveTo>
                  <a:lnTo>
                    <a:pt x="1663699" y="2917678"/>
                  </a:lnTo>
                  <a:lnTo>
                    <a:pt x="1676399" y="2915060"/>
                  </a:lnTo>
                  <a:lnTo>
                    <a:pt x="1676399" y="2879991"/>
                  </a:lnTo>
                  <a:lnTo>
                    <a:pt x="1663699" y="2882668"/>
                  </a:lnTo>
                  <a:close/>
                </a:path>
                <a:path w="4699000" h="3816350">
                  <a:moveTo>
                    <a:pt x="1638299" y="2066726"/>
                  </a:moveTo>
                  <a:lnTo>
                    <a:pt x="1638299" y="2098196"/>
                  </a:lnTo>
                  <a:lnTo>
                    <a:pt x="1650999" y="2100416"/>
                  </a:lnTo>
                  <a:lnTo>
                    <a:pt x="1650999" y="2102734"/>
                  </a:lnTo>
                  <a:lnTo>
                    <a:pt x="1663699" y="2105152"/>
                  </a:lnTo>
                  <a:lnTo>
                    <a:pt x="1663699" y="2107667"/>
                  </a:lnTo>
                  <a:lnTo>
                    <a:pt x="1676399" y="2110279"/>
                  </a:lnTo>
                  <a:lnTo>
                    <a:pt x="1676399" y="2077685"/>
                  </a:lnTo>
                  <a:lnTo>
                    <a:pt x="1663699" y="2073800"/>
                  </a:lnTo>
                  <a:lnTo>
                    <a:pt x="1650999" y="2070147"/>
                  </a:lnTo>
                  <a:lnTo>
                    <a:pt x="1638299" y="2066726"/>
                  </a:lnTo>
                  <a:close/>
                </a:path>
                <a:path w="4699000" h="3816350">
                  <a:moveTo>
                    <a:pt x="1638299" y="2892402"/>
                  </a:moveTo>
                  <a:lnTo>
                    <a:pt x="1638299" y="2924897"/>
                  </a:lnTo>
                  <a:lnTo>
                    <a:pt x="1650999" y="2922596"/>
                  </a:lnTo>
                  <a:lnTo>
                    <a:pt x="1663699" y="2920189"/>
                  </a:lnTo>
                  <a:lnTo>
                    <a:pt x="1663699" y="2885248"/>
                  </a:lnTo>
                  <a:lnTo>
                    <a:pt x="1650999" y="2887731"/>
                  </a:lnTo>
                  <a:lnTo>
                    <a:pt x="1650999" y="2890116"/>
                  </a:lnTo>
                  <a:lnTo>
                    <a:pt x="1638299" y="2892402"/>
                  </a:lnTo>
                  <a:close/>
                </a:path>
                <a:path w="4699000" h="3816350">
                  <a:moveTo>
                    <a:pt x="1625599" y="2896677"/>
                  </a:moveTo>
                  <a:lnTo>
                    <a:pt x="1625599" y="2929180"/>
                  </a:lnTo>
                  <a:lnTo>
                    <a:pt x="1638299" y="2927092"/>
                  </a:lnTo>
                  <a:lnTo>
                    <a:pt x="1638299" y="2894589"/>
                  </a:lnTo>
                  <a:lnTo>
                    <a:pt x="1625599" y="2896677"/>
                  </a:lnTo>
                  <a:close/>
                </a:path>
                <a:path w="4699000" h="3816350">
                  <a:moveTo>
                    <a:pt x="1511299" y="2044501"/>
                  </a:moveTo>
                  <a:lnTo>
                    <a:pt x="1511299" y="2075390"/>
                  </a:lnTo>
                  <a:lnTo>
                    <a:pt x="1523999" y="2075655"/>
                  </a:lnTo>
                  <a:lnTo>
                    <a:pt x="1523999" y="2076025"/>
                  </a:lnTo>
                  <a:lnTo>
                    <a:pt x="1536699" y="2076499"/>
                  </a:lnTo>
                  <a:lnTo>
                    <a:pt x="1536699" y="2077079"/>
                  </a:lnTo>
                  <a:lnTo>
                    <a:pt x="1549399" y="2077763"/>
                  </a:lnTo>
                  <a:lnTo>
                    <a:pt x="1549399" y="2078552"/>
                  </a:lnTo>
                  <a:lnTo>
                    <a:pt x="1562099" y="2079445"/>
                  </a:lnTo>
                  <a:lnTo>
                    <a:pt x="1562099" y="2080442"/>
                  </a:lnTo>
                  <a:lnTo>
                    <a:pt x="1574799" y="2081543"/>
                  </a:lnTo>
                  <a:lnTo>
                    <a:pt x="1587499" y="2082748"/>
                  </a:lnTo>
                  <a:lnTo>
                    <a:pt x="1587499" y="2084056"/>
                  </a:lnTo>
                  <a:lnTo>
                    <a:pt x="1600199" y="2085467"/>
                  </a:lnTo>
                  <a:lnTo>
                    <a:pt x="1600199" y="2086981"/>
                  </a:lnTo>
                  <a:lnTo>
                    <a:pt x="1612899" y="2088597"/>
                  </a:lnTo>
                  <a:lnTo>
                    <a:pt x="1612899" y="2090315"/>
                  </a:lnTo>
                  <a:lnTo>
                    <a:pt x="1625599" y="2092134"/>
                  </a:lnTo>
                  <a:lnTo>
                    <a:pt x="1625599" y="2094054"/>
                  </a:lnTo>
                  <a:lnTo>
                    <a:pt x="1638299" y="2096075"/>
                  </a:lnTo>
                  <a:lnTo>
                    <a:pt x="1638299" y="2063542"/>
                  </a:lnTo>
                  <a:lnTo>
                    <a:pt x="1625599" y="2060596"/>
                  </a:lnTo>
                  <a:lnTo>
                    <a:pt x="1612899" y="2057890"/>
                  </a:lnTo>
                  <a:lnTo>
                    <a:pt x="1600199" y="2055424"/>
                  </a:lnTo>
                  <a:lnTo>
                    <a:pt x="1587499" y="2053199"/>
                  </a:lnTo>
                  <a:lnTo>
                    <a:pt x="1574799" y="2051219"/>
                  </a:lnTo>
                  <a:lnTo>
                    <a:pt x="1574799" y="2049484"/>
                  </a:lnTo>
                  <a:lnTo>
                    <a:pt x="1562099" y="2047994"/>
                  </a:lnTo>
                  <a:lnTo>
                    <a:pt x="1549399" y="2046749"/>
                  </a:lnTo>
                  <a:lnTo>
                    <a:pt x="1536699" y="2045752"/>
                  </a:lnTo>
                  <a:lnTo>
                    <a:pt x="1523999" y="2045002"/>
                  </a:lnTo>
                  <a:lnTo>
                    <a:pt x="1511299" y="2044501"/>
                  </a:lnTo>
                  <a:close/>
                </a:path>
                <a:path w="4699000" h="3816350">
                  <a:moveTo>
                    <a:pt x="1612899" y="2900552"/>
                  </a:moveTo>
                  <a:lnTo>
                    <a:pt x="1612899" y="2933032"/>
                  </a:lnTo>
                  <a:lnTo>
                    <a:pt x="1625599" y="2931160"/>
                  </a:lnTo>
                  <a:lnTo>
                    <a:pt x="1625599" y="2898665"/>
                  </a:lnTo>
                  <a:lnTo>
                    <a:pt x="1612899" y="2900552"/>
                  </a:lnTo>
                  <a:close/>
                </a:path>
                <a:path w="4699000" h="3816350">
                  <a:moveTo>
                    <a:pt x="1600199" y="2904021"/>
                  </a:moveTo>
                  <a:lnTo>
                    <a:pt x="1600199" y="2936451"/>
                  </a:lnTo>
                  <a:lnTo>
                    <a:pt x="1612899" y="2934796"/>
                  </a:lnTo>
                  <a:lnTo>
                    <a:pt x="1612899" y="2902337"/>
                  </a:lnTo>
                  <a:lnTo>
                    <a:pt x="1600199" y="2904021"/>
                  </a:lnTo>
                  <a:close/>
                </a:path>
                <a:path w="4699000" h="3816350">
                  <a:moveTo>
                    <a:pt x="1587499" y="2907084"/>
                  </a:moveTo>
                  <a:lnTo>
                    <a:pt x="1587499" y="2939433"/>
                  </a:lnTo>
                  <a:lnTo>
                    <a:pt x="1600199" y="2937997"/>
                  </a:lnTo>
                  <a:lnTo>
                    <a:pt x="1600199" y="2905603"/>
                  </a:lnTo>
                  <a:lnTo>
                    <a:pt x="1587499" y="2907084"/>
                  </a:lnTo>
                  <a:close/>
                </a:path>
                <a:path w="4699000" h="3816350">
                  <a:moveTo>
                    <a:pt x="1574799" y="2909734"/>
                  </a:moveTo>
                  <a:lnTo>
                    <a:pt x="1574799" y="2941975"/>
                  </a:lnTo>
                  <a:lnTo>
                    <a:pt x="1587499" y="2940759"/>
                  </a:lnTo>
                  <a:lnTo>
                    <a:pt x="1587499" y="2908460"/>
                  </a:lnTo>
                  <a:lnTo>
                    <a:pt x="1574799" y="2909734"/>
                  </a:lnTo>
                  <a:close/>
                </a:path>
                <a:path w="4699000" h="3816350">
                  <a:moveTo>
                    <a:pt x="1549399" y="2913793"/>
                  </a:moveTo>
                  <a:lnTo>
                    <a:pt x="1549399" y="2944957"/>
                  </a:lnTo>
                  <a:lnTo>
                    <a:pt x="1562099" y="2944074"/>
                  </a:lnTo>
                  <a:lnTo>
                    <a:pt x="1574799" y="2943080"/>
                  </a:lnTo>
                  <a:lnTo>
                    <a:pt x="1574799" y="2910905"/>
                  </a:lnTo>
                  <a:lnTo>
                    <a:pt x="1562099" y="2911972"/>
                  </a:lnTo>
                  <a:lnTo>
                    <a:pt x="1562099" y="2912935"/>
                  </a:lnTo>
                  <a:lnTo>
                    <a:pt x="1549399" y="2913793"/>
                  </a:lnTo>
                  <a:close/>
                </a:path>
                <a:path w="4699000" h="3816350">
                  <a:moveTo>
                    <a:pt x="1536699" y="2915197"/>
                  </a:moveTo>
                  <a:lnTo>
                    <a:pt x="1536699" y="2946389"/>
                  </a:lnTo>
                  <a:lnTo>
                    <a:pt x="1549399" y="2945729"/>
                  </a:lnTo>
                  <a:lnTo>
                    <a:pt x="1549399" y="2914547"/>
                  </a:lnTo>
                  <a:lnTo>
                    <a:pt x="1536699" y="2915197"/>
                  </a:lnTo>
                  <a:close/>
                </a:path>
                <a:path w="4699000" h="3816350">
                  <a:moveTo>
                    <a:pt x="1523999" y="2916182"/>
                  </a:moveTo>
                  <a:lnTo>
                    <a:pt x="1523999" y="2947374"/>
                  </a:lnTo>
                  <a:lnTo>
                    <a:pt x="1536699" y="2946938"/>
                  </a:lnTo>
                  <a:lnTo>
                    <a:pt x="1536699" y="2915742"/>
                  </a:lnTo>
                  <a:lnTo>
                    <a:pt x="1523999" y="2916182"/>
                  </a:lnTo>
                  <a:close/>
                </a:path>
                <a:path w="4699000" h="3816350">
                  <a:moveTo>
                    <a:pt x="1485899" y="2916614"/>
                  </a:moveTo>
                  <a:lnTo>
                    <a:pt x="1485899" y="2947876"/>
                  </a:lnTo>
                  <a:lnTo>
                    <a:pt x="1511299" y="2947911"/>
                  </a:lnTo>
                  <a:lnTo>
                    <a:pt x="1523999" y="2947699"/>
                  </a:lnTo>
                  <a:lnTo>
                    <a:pt x="1523999" y="2916517"/>
                  </a:lnTo>
                  <a:lnTo>
                    <a:pt x="1511299" y="2916747"/>
                  </a:lnTo>
                  <a:lnTo>
                    <a:pt x="1498599" y="2916805"/>
                  </a:lnTo>
                  <a:lnTo>
                    <a:pt x="1485899" y="2916614"/>
                  </a:lnTo>
                  <a:close/>
                </a:path>
                <a:path w="4699000" h="3816350">
                  <a:moveTo>
                    <a:pt x="1485899" y="1738468"/>
                  </a:moveTo>
                  <a:lnTo>
                    <a:pt x="1485899" y="2075315"/>
                  </a:lnTo>
                  <a:lnTo>
                    <a:pt x="1511299" y="2075231"/>
                  </a:lnTo>
                  <a:lnTo>
                    <a:pt x="1511299" y="1732837"/>
                  </a:lnTo>
                  <a:lnTo>
                    <a:pt x="1498599" y="1732441"/>
                  </a:lnTo>
                  <a:lnTo>
                    <a:pt x="1498599" y="1735545"/>
                  </a:lnTo>
                  <a:lnTo>
                    <a:pt x="1485899" y="1738468"/>
                  </a:lnTo>
                  <a:close/>
                </a:path>
                <a:path w="4699000" h="3816350">
                  <a:moveTo>
                    <a:pt x="1460499" y="2915410"/>
                  </a:moveTo>
                  <a:lnTo>
                    <a:pt x="1460499" y="2946260"/>
                  </a:lnTo>
                  <a:lnTo>
                    <a:pt x="1473199" y="2946832"/>
                  </a:lnTo>
                  <a:lnTo>
                    <a:pt x="1473199" y="2947292"/>
                  </a:lnTo>
                  <a:lnTo>
                    <a:pt x="1485899" y="2947640"/>
                  </a:lnTo>
                  <a:lnTo>
                    <a:pt x="1485899" y="2916318"/>
                  </a:lnTo>
                  <a:lnTo>
                    <a:pt x="1473199" y="2915917"/>
                  </a:lnTo>
                  <a:lnTo>
                    <a:pt x="1460499" y="2915410"/>
                  </a:lnTo>
                  <a:close/>
                </a:path>
                <a:path w="4699000" h="3816350">
                  <a:moveTo>
                    <a:pt x="1384299" y="2058288"/>
                  </a:moveTo>
                  <a:lnTo>
                    <a:pt x="1384299" y="2090524"/>
                  </a:lnTo>
                  <a:lnTo>
                    <a:pt x="1396999" y="2087885"/>
                  </a:lnTo>
                  <a:lnTo>
                    <a:pt x="1409699" y="2085492"/>
                  </a:lnTo>
                  <a:lnTo>
                    <a:pt x="1422399" y="2083344"/>
                  </a:lnTo>
                  <a:lnTo>
                    <a:pt x="1435099" y="2081445"/>
                  </a:lnTo>
                  <a:lnTo>
                    <a:pt x="1435099" y="2079796"/>
                  </a:lnTo>
                  <a:lnTo>
                    <a:pt x="1447799" y="2078397"/>
                  </a:lnTo>
                  <a:lnTo>
                    <a:pt x="1460499" y="2077248"/>
                  </a:lnTo>
                  <a:lnTo>
                    <a:pt x="1473199" y="2076351"/>
                  </a:lnTo>
                  <a:lnTo>
                    <a:pt x="1485899" y="2075707"/>
                  </a:lnTo>
                  <a:lnTo>
                    <a:pt x="1485899" y="2044376"/>
                  </a:lnTo>
                  <a:lnTo>
                    <a:pt x="1473199" y="2044890"/>
                  </a:lnTo>
                  <a:lnTo>
                    <a:pt x="1460499" y="2045663"/>
                  </a:lnTo>
                  <a:lnTo>
                    <a:pt x="1447799" y="2046695"/>
                  </a:lnTo>
                  <a:lnTo>
                    <a:pt x="1447799" y="2047987"/>
                  </a:lnTo>
                  <a:lnTo>
                    <a:pt x="1435099" y="2049536"/>
                  </a:lnTo>
                  <a:lnTo>
                    <a:pt x="1422399" y="2051341"/>
                  </a:lnTo>
                  <a:lnTo>
                    <a:pt x="1409699" y="2053402"/>
                  </a:lnTo>
                  <a:lnTo>
                    <a:pt x="1396999" y="2055718"/>
                  </a:lnTo>
                  <a:lnTo>
                    <a:pt x="1384299" y="2058288"/>
                  </a:lnTo>
                  <a:close/>
                </a:path>
                <a:path w="4699000" h="3816350">
                  <a:moveTo>
                    <a:pt x="1435099" y="2912339"/>
                  </a:moveTo>
                  <a:lnTo>
                    <a:pt x="1435099" y="2943875"/>
                  </a:lnTo>
                  <a:lnTo>
                    <a:pt x="1447799" y="2944782"/>
                  </a:lnTo>
                  <a:lnTo>
                    <a:pt x="1460499" y="2945577"/>
                  </a:lnTo>
                  <a:lnTo>
                    <a:pt x="1460499" y="2914799"/>
                  </a:lnTo>
                  <a:lnTo>
                    <a:pt x="1447799" y="2914084"/>
                  </a:lnTo>
                  <a:lnTo>
                    <a:pt x="1447799" y="2913264"/>
                  </a:lnTo>
                  <a:lnTo>
                    <a:pt x="1435099" y="2912339"/>
                  </a:lnTo>
                  <a:close/>
                </a:path>
                <a:path w="4699000" h="3816350">
                  <a:moveTo>
                    <a:pt x="1422399" y="2910178"/>
                  </a:moveTo>
                  <a:lnTo>
                    <a:pt x="1422399" y="2941730"/>
                  </a:lnTo>
                  <a:lnTo>
                    <a:pt x="1435099" y="2942858"/>
                  </a:lnTo>
                  <a:lnTo>
                    <a:pt x="1435099" y="2911310"/>
                  </a:lnTo>
                  <a:lnTo>
                    <a:pt x="1422399" y="2910178"/>
                  </a:lnTo>
                  <a:close/>
                </a:path>
                <a:path w="4699000" h="3816350">
                  <a:moveTo>
                    <a:pt x="1409699" y="2907603"/>
                  </a:moveTo>
                  <a:lnTo>
                    <a:pt x="1409699" y="2939142"/>
                  </a:lnTo>
                  <a:lnTo>
                    <a:pt x="1422399" y="2940491"/>
                  </a:lnTo>
                  <a:lnTo>
                    <a:pt x="1422399" y="2908943"/>
                  </a:lnTo>
                  <a:lnTo>
                    <a:pt x="1409699" y="2907603"/>
                  </a:lnTo>
                  <a:close/>
                </a:path>
                <a:path w="4699000" h="3816350">
                  <a:moveTo>
                    <a:pt x="1396999" y="2904617"/>
                  </a:moveTo>
                  <a:lnTo>
                    <a:pt x="1396999" y="2936114"/>
                  </a:lnTo>
                  <a:lnTo>
                    <a:pt x="1409699" y="2937683"/>
                  </a:lnTo>
                  <a:lnTo>
                    <a:pt x="1409699" y="2906161"/>
                  </a:lnTo>
                  <a:lnTo>
                    <a:pt x="1396999" y="2904617"/>
                  </a:lnTo>
                  <a:close/>
                </a:path>
                <a:path w="4699000" h="3816350">
                  <a:moveTo>
                    <a:pt x="1384299" y="2901222"/>
                  </a:moveTo>
                  <a:lnTo>
                    <a:pt x="1384299" y="2932649"/>
                  </a:lnTo>
                  <a:lnTo>
                    <a:pt x="1396999" y="2934436"/>
                  </a:lnTo>
                  <a:lnTo>
                    <a:pt x="1396999" y="2902971"/>
                  </a:lnTo>
                  <a:lnTo>
                    <a:pt x="1384299" y="2901222"/>
                  </a:lnTo>
                  <a:close/>
                </a:path>
                <a:path w="4699000" h="3816350">
                  <a:moveTo>
                    <a:pt x="1358899" y="2893221"/>
                  </a:moveTo>
                  <a:lnTo>
                    <a:pt x="1358899" y="2926642"/>
                  </a:lnTo>
                  <a:lnTo>
                    <a:pt x="1371599" y="2928752"/>
                  </a:lnTo>
                  <a:lnTo>
                    <a:pt x="1384299" y="2930755"/>
                  </a:lnTo>
                  <a:lnTo>
                    <a:pt x="1384299" y="2899372"/>
                  </a:lnTo>
                  <a:lnTo>
                    <a:pt x="1371599" y="2897422"/>
                  </a:lnTo>
                  <a:lnTo>
                    <a:pt x="1371599" y="2895372"/>
                  </a:lnTo>
                  <a:lnTo>
                    <a:pt x="1358899" y="2893221"/>
                  </a:lnTo>
                  <a:close/>
                </a:path>
                <a:path w="4699000" h="3816350">
                  <a:moveTo>
                    <a:pt x="1257299" y="2113869"/>
                  </a:moveTo>
                  <a:lnTo>
                    <a:pt x="1257299" y="2152092"/>
                  </a:lnTo>
                  <a:lnTo>
                    <a:pt x="1269999" y="2146247"/>
                  </a:lnTo>
                  <a:lnTo>
                    <a:pt x="1282699" y="2140612"/>
                  </a:lnTo>
                  <a:lnTo>
                    <a:pt x="1282699" y="2135195"/>
                  </a:lnTo>
                  <a:lnTo>
                    <a:pt x="1295399" y="2129994"/>
                  </a:lnTo>
                  <a:lnTo>
                    <a:pt x="1308099" y="2125011"/>
                  </a:lnTo>
                  <a:lnTo>
                    <a:pt x="1308099" y="2120250"/>
                  </a:lnTo>
                  <a:lnTo>
                    <a:pt x="1320799" y="2115718"/>
                  </a:lnTo>
                  <a:lnTo>
                    <a:pt x="1333499" y="2111415"/>
                  </a:lnTo>
                  <a:lnTo>
                    <a:pt x="1346199" y="2107341"/>
                  </a:lnTo>
                  <a:lnTo>
                    <a:pt x="1346199" y="2103500"/>
                  </a:lnTo>
                  <a:lnTo>
                    <a:pt x="1358899" y="2099898"/>
                  </a:lnTo>
                  <a:lnTo>
                    <a:pt x="1371599" y="2096534"/>
                  </a:lnTo>
                  <a:lnTo>
                    <a:pt x="1384299" y="2093408"/>
                  </a:lnTo>
                  <a:lnTo>
                    <a:pt x="1384299" y="2061108"/>
                  </a:lnTo>
                  <a:lnTo>
                    <a:pt x="1371599" y="2064179"/>
                  </a:lnTo>
                  <a:lnTo>
                    <a:pt x="1358899" y="2067499"/>
                  </a:lnTo>
                  <a:lnTo>
                    <a:pt x="1346199" y="2071066"/>
                  </a:lnTo>
                  <a:lnTo>
                    <a:pt x="1333499" y="2074876"/>
                  </a:lnTo>
                  <a:lnTo>
                    <a:pt x="1333499" y="2078927"/>
                  </a:lnTo>
                  <a:lnTo>
                    <a:pt x="1320799" y="2083222"/>
                  </a:lnTo>
                  <a:lnTo>
                    <a:pt x="1308099" y="2087753"/>
                  </a:lnTo>
                  <a:lnTo>
                    <a:pt x="1295399" y="2092517"/>
                  </a:lnTo>
                  <a:lnTo>
                    <a:pt x="1295399" y="2097512"/>
                  </a:lnTo>
                  <a:lnTo>
                    <a:pt x="1282699" y="2102741"/>
                  </a:lnTo>
                  <a:lnTo>
                    <a:pt x="1269999" y="2108195"/>
                  </a:lnTo>
                  <a:lnTo>
                    <a:pt x="1257299" y="2113869"/>
                  </a:lnTo>
                  <a:close/>
                </a:path>
                <a:path w="4699000" h="3816350">
                  <a:moveTo>
                    <a:pt x="1346199" y="2888622"/>
                  </a:moveTo>
                  <a:lnTo>
                    <a:pt x="1346199" y="2922102"/>
                  </a:lnTo>
                  <a:lnTo>
                    <a:pt x="1358899" y="2924425"/>
                  </a:lnTo>
                  <a:lnTo>
                    <a:pt x="1358899" y="2890971"/>
                  </a:lnTo>
                  <a:lnTo>
                    <a:pt x="1346199" y="2888622"/>
                  </a:lnTo>
                  <a:close/>
                </a:path>
                <a:path w="4699000" h="3816350">
                  <a:moveTo>
                    <a:pt x="1333499" y="2883631"/>
                  </a:moveTo>
                  <a:lnTo>
                    <a:pt x="1333499" y="2917139"/>
                  </a:lnTo>
                  <a:lnTo>
                    <a:pt x="1346199" y="2919673"/>
                  </a:lnTo>
                  <a:lnTo>
                    <a:pt x="1346199" y="2886176"/>
                  </a:lnTo>
                  <a:lnTo>
                    <a:pt x="1333499" y="2883631"/>
                  </a:lnTo>
                  <a:close/>
                </a:path>
                <a:path w="4699000" h="3816350">
                  <a:moveTo>
                    <a:pt x="1320799" y="2878253"/>
                  </a:moveTo>
                  <a:lnTo>
                    <a:pt x="1320799" y="2911758"/>
                  </a:lnTo>
                  <a:lnTo>
                    <a:pt x="1333499" y="2914500"/>
                  </a:lnTo>
                  <a:lnTo>
                    <a:pt x="1333499" y="2880990"/>
                  </a:lnTo>
                  <a:lnTo>
                    <a:pt x="1320799" y="2878253"/>
                  </a:lnTo>
                  <a:close/>
                </a:path>
                <a:path w="4699000" h="3816350">
                  <a:moveTo>
                    <a:pt x="1308099" y="2872492"/>
                  </a:moveTo>
                  <a:lnTo>
                    <a:pt x="1308099" y="2905964"/>
                  </a:lnTo>
                  <a:lnTo>
                    <a:pt x="1320799" y="2908913"/>
                  </a:lnTo>
                  <a:lnTo>
                    <a:pt x="1320799" y="2875420"/>
                  </a:lnTo>
                  <a:lnTo>
                    <a:pt x="1308099" y="2872492"/>
                  </a:lnTo>
                  <a:close/>
                </a:path>
                <a:path w="4699000" h="3816350">
                  <a:moveTo>
                    <a:pt x="1295399" y="2863148"/>
                  </a:moveTo>
                  <a:lnTo>
                    <a:pt x="1295399" y="2899764"/>
                  </a:lnTo>
                  <a:lnTo>
                    <a:pt x="1308099" y="2902914"/>
                  </a:lnTo>
                  <a:lnTo>
                    <a:pt x="1308099" y="2866355"/>
                  </a:lnTo>
                  <a:lnTo>
                    <a:pt x="1295399" y="2863148"/>
                  </a:lnTo>
                  <a:close/>
                </a:path>
                <a:path w="4699000" h="3816350">
                  <a:moveTo>
                    <a:pt x="1282699" y="2856457"/>
                  </a:moveTo>
                  <a:lnTo>
                    <a:pt x="1282699" y="2893163"/>
                  </a:lnTo>
                  <a:lnTo>
                    <a:pt x="1295399" y="2896514"/>
                  </a:lnTo>
                  <a:lnTo>
                    <a:pt x="1295399" y="2859848"/>
                  </a:lnTo>
                  <a:lnTo>
                    <a:pt x="1282699" y="2856457"/>
                  </a:lnTo>
                  <a:close/>
                </a:path>
                <a:path w="4699000" h="3816350">
                  <a:moveTo>
                    <a:pt x="1269999" y="2849407"/>
                  </a:moveTo>
                  <a:lnTo>
                    <a:pt x="1269999" y="2886169"/>
                  </a:lnTo>
                  <a:lnTo>
                    <a:pt x="1282699" y="2889714"/>
                  </a:lnTo>
                  <a:lnTo>
                    <a:pt x="1282699" y="2852977"/>
                  </a:lnTo>
                  <a:lnTo>
                    <a:pt x="1269999" y="2849407"/>
                  </a:lnTo>
                  <a:close/>
                </a:path>
                <a:path w="4699000" h="3816350">
                  <a:moveTo>
                    <a:pt x="1257299" y="2842003"/>
                  </a:moveTo>
                  <a:lnTo>
                    <a:pt x="1257299" y="2878786"/>
                  </a:lnTo>
                  <a:lnTo>
                    <a:pt x="1269999" y="2882526"/>
                  </a:lnTo>
                  <a:lnTo>
                    <a:pt x="1269999" y="2845749"/>
                  </a:lnTo>
                  <a:lnTo>
                    <a:pt x="1257299" y="2842003"/>
                  </a:lnTo>
                  <a:close/>
                </a:path>
                <a:path w="4699000" h="3816350">
                  <a:moveTo>
                    <a:pt x="1244599" y="2830251"/>
                  </a:moveTo>
                  <a:lnTo>
                    <a:pt x="1244599" y="2871024"/>
                  </a:lnTo>
                  <a:lnTo>
                    <a:pt x="1257299" y="2874952"/>
                  </a:lnTo>
                  <a:lnTo>
                    <a:pt x="1257299" y="2834254"/>
                  </a:lnTo>
                  <a:lnTo>
                    <a:pt x="1244599" y="2830251"/>
                  </a:lnTo>
                  <a:close/>
                </a:path>
                <a:path w="4699000" h="3816350">
                  <a:moveTo>
                    <a:pt x="1231899" y="2132204"/>
                  </a:moveTo>
                  <a:lnTo>
                    <a:pt x="1231899" y="2170846"/>
                  </a:lnTo>
                  <a:lnTo>
                    <a:pt x="1244599" y="2164391"/>
                  </a:lnTo>
                  <a:lnTo>
                    <a:pt x="1257299" y="2158140"/>
                  </a:lnTo>
                  <a:lnTo>
                    <a:pt x="1257299" y="2119763"/>
                  </a:lnTo>
                  <a:lnTo>
                    <a:pt x="1244599" y="2125877"/>
                  </a:lnTo>
                  <a:lnTo>
                    <a:pt x="1231899" y="2132204"/>
                  </a:lnTo>
                  <a:close/>
                </a:path>
                <a:path w="4699000" h="3816350">
                  <a:moveTo>
                    <a:pt x="1231899" y="2821998"/>
                  </a:moveTo>
                  <a:lnTo>
                    <a:pt x="1231899" y="2862890"/>
                  </a:lnTo>
                  <a:lnTo>
                    <a:pt x="1244599" y="2867004"/>
                  </a:lnTo>
                  <a:lnTo>
                    <a:pt x="1244599" y="2826165"/>
                  </a:lnTo>
                  <a:lnTo>
                    <a:pt x="1231899" y="2821998"/>
                  </a:lnTo>
                  <a:close/>
                </a:path>
                <a:path w="4699000" h="3816350">
                  <a:moveTo>
                    <a:pt x="1219199" y="2809008"/>
                  </a:moveTo>
                  <a:lnTo>
                    <a:pt x="1219199" y="2850010"/>
                  </a:lnTo>
                  <a:lnTo>
                    <a:pt x="1231899" y="2854392"/>
                  </a:lnTo>
                  <a:lnTo>
                    <a:pt x="1231899" y="2813418"/>
                  </a:lnTo>
                  <a:lnTo>
                    <a:pt x="1219199" y="2809008"/>
                  </a:lnTo>
                  <a:close/>
                </a:path>
                <a:path w="4699000" h="3816350">
                  <a:moveTo>
                    <a:pt x="1206499" y="2152419"/>
                  </a:moveTo>
                  <a:lnTo>
                    <a:pt x="1206499" y="2191359"/>
                  </a:lnTo>
                  <a:lnTo>
                    <a:pt x="1219199" y="2184333"/>
                  </a:lnTo>
                  <a:lnTo>
                    <a:pt x="1231899" y="2177496"/>
                  </a:lnTo>
                  <a:lnTo>
                    <a:pt x="1231899" y="2138737"/>
                  </a:lnTo>
                  <a:lnTo>
                    <a:pt x="1219199" y="2145475"/>
                  </a:lnTo>
                  <a:lnTo>
                    <a:pt x="1206499" y="2152419"/>
                  </a:lnTo>
                  <a:close/>
                </a:path>
                <a:path w="4699000" h="3816350">
                  <a:moveTo>
                    <a:pt x="1206499" y="2799957"/>
                  </a:moveTo>
                  <a:lnTo>
                    <a:pt x="1206499" y="2840980"/>
                  </a:lnTo>
                  <a:lnTo>
                    <a:pt x="1219199" y="2845539"/>
                  </a:lnTo>
                  <a:lnTo>
                    <a:pt x="1219199" y="2804521"/>
                  </a:lnTo>
                  <a:lnTo>
                    <a:pt x="1206499" y="2799957"/>
                  </a:lnTo>
                  <a:close/>
                </a:path>
                <a:path w="4699000" h="3816350">
                  <a:moveTo>
                    <a:pt x="1193799" y="2785811"/>
                  </a:moveTo>
                  <a:lnTo>
                    <a:pt x="1193799" y="2831611"/>
                  </a:lnTo>
                  <a:lnTo>
                    <a:pt x="1206499" y="2836338"/>
                  </a:lnTo>
                  <a:lnTo>
                    <a:pt x="1206499" y="2790599"/>
                  </a:lnTo>
                  <a:lnTo>
                    <a:pt x="1193799" y="2785811"/>
                  </a:lnTo>
                  <a:close/>
                </a:path>
                <a:path w="4699000" h="3816350">
                  <a:moveTo>
                    <a:pt x="1181099" y="2174412"/>
                  </a:moveTo>
                  <a:lnTo>
                    <a:pt x="1181099" y="2221256"/>
                  </a:lnTo>
                  <a:lnTo>
                    <a:pt x="1193799" y="2213524"/>
                  </a:lnTo>
                  <a:lnTo>
                    <a:pt x="1193799" y="2205963"/>
                  </a:lnTo>
                  <a:lnTo>
                    <a:pt x="1206499" y="2198571"/>
                  </a:lnTo>
                  <a:lnTo>
                    <a:pt x="1206499" y="2159561"/>
                  </a:lnTo>
                  <a:lnTo>
                    <a:pt x="1193799" y="2166892"/>
                  </a:lnTo>
                  <a:lnTo>
                    <a:pt x="1181099" y="2174412"/>
                  </a:lnTo>
                  <a:close/>
                </a:path>
                <a:path w="4699000" h="3816350">
                  <a:moveTo>
                    <a:pt x="1181099" y="2771013"/>
                  </a:moveTo>
                  <a:lnTo>
                    <a:pt x="1181099" y="2816933"/>
                  </a:lnTo>
                  <a:lnTo>
                    <a:pt x="1193799" y="2821906"/>
                  </a:lnTo>
                  <a:lnTo>
                    <a:pt x="1193799" y="2776016"/>
                  </a:lnTo>
                  <a:lnTo>
                    <a:pt x="1181099" y="2771013"/>
                  </a:lnTo>
                  <a:close/>
                </a:path>
                <a:path w="4699000" h="3816350">
                  <a:moveTo>
                    <a:pt x="1168399" y="2755597"/>
                  </a:moveTo>
                  <a:lnTo>
                    <a:pt x="1168399" y="2806748"/>
                  </a:lnTo>
                  <a:lnTo>
                    <a:pt x="1181099" y="2811880"/>
                  </a:lnTo>
                  <a:lnTo>
                    <a:pt x="1181099" y="2760803"/>
                  </a:lnTo>
                  <a:lnTo>
                    <a:pt x="1168399" y="2755597"/>
                  </a:lnTo>
                  <a:close/>
                </a:path>
                <a:path w="4699000" h="3816350">
                  <a:moveTo>
                    <a:pt x="1168399" y="2190013"/>
                  </a:moveTo>
                  <a:lnTo>
                    <a:pt x="1168399" y="2237219"/>
                  </a:lnTo>
                  <a:lnTo>
                    <a:pt x="1181099" y="2229157"/>
                  </a:lnTo>
                  <a:lnTo>
                    <a:pt x="1181099" y="2182122"/>
                  </a:lnTo>
                  <a:lnTo>
                    <a:pt x="1168399" y="2190013"/>
                  </a:lnTo>
                  <a:close/>
                </a:path>
                <a:path w="4699000" h="3816350">
                  <a:moveTo>
                    <a:pt x="723899" y="3068206"/>
                  </a:moveTo>
                  <a:lnTo>
                    <a:pt x="723899" y="3121686"/>
                  </a:lnTo>
                  <a:lnTo>
                    <a:pt x="736599" y="3130201"/>
                  </a:lnTo>
                  <a:lnTo>
                    <a:pt x="736599" y="3138856"/>
                  </a:lnTo>
                  <a:lnTo>
                    <a:pt x="749299" y="3147642"/>
                  </a:lnTo>
                  <a:lnTo>
                    <a:pt x="749299" y="3099331"/>
                  </a:lnTo>
                  <a:lnTo>
                    <a:pt x="1155699" y="2785463"/>
                  </a:lnTo>
                  <a:lnTo>
                    <a:pt x="1155699" y="2790896"/>
                  </a:lnTo>
                  <a:lnTo>
                    <a:pt x="1168399" y="2796254"/>
                  </a:lnTo>
                  <a:lnTo>
                    <a:pt x="1168399" y="2753290"/>
                  </a:lnTo>
                  <a:lnTo>
                    <a:pt x="1155699" y="2727274"/>
                  </a:lnTo>
                  <a:lnTo>
                    <a:pt x="1130299" y="2700070"/>
                  </a:lnTo>
                  <a:lnTo>
                    <a:pt x="1130299" y="2760960"/>
                  </a:lnTo>
                  <a:lnTo>
                    <a:pt x="736599" y="3074703"/>
                  </a:lnTo>
                  <a:lnTo>
                    <a:pt x="723899" y="3068206"/>
                  </a:lnTo>
                  <a:close/>
                </a:path>
                <a:path w="4699000" h="3816350">
                  <a:moveTo>
                    <a:pt x="1142999" y="2214714"/>
                  </a:moveTo>
                  <a:lnTo>
                    <a:pt x="1142999" y="2270964"/>
                  </a:lnTo>
                  <a:lnTo>
                    <a:pt x="1155699" y="2262309"/>
                  </a:lnTo>
                  <a:lnTo>
                    <a:pt x="1155699" y="2253795"/>
                  </a:lnTo>
                  <a:lnTo>
                    <a:pt x="1168399" y="2245431"/>
                  </a:lnTo>
                  <a:lnTo>
                    <a:pt x="1168399" y="2198075"/>
                  </a:lnTo>
                  <a:lnTo>
                    <a:pt x="1155699" y="2206309"/>
                  </a:lnTo>
                  <a:lnTo>
                    <a:pt x="1142999" y="2214714"/>
                  </a:lnTo>
                  <a:close/>
                </a:path>
                <a:path w="4699000" h="3816350">
                  <a:moveTo>
                    <a:pt x="1130299" y="2232000"/>
                  </a:moveTo>
                  <a:lnTo>
                    <a:pt x="1130299" y="2288665"/>
                  </a:lnTo>
                  <a:lnTo>
                    <a:pt x="1142999" y="2279749"/>
                  </a:lnTo>
                  <a:lnTo>
                    <a:pt x="1142999" y="2223281"/>
                  </a:lnTo>
                  <a:lnTo>
                    <a:pt x="1130299" y="2232000"/>
                  </a:lnTo>
                  <a:close/>
                </a:path>
                <a:path w="4699000" h="3816350">
                  <a:moveTo>
                    <a:pt x="1054099" y="2409750"/>
                  </a:moveTo>
                  <a:lnTo>
                    <a:pt x="1054099" y="2583561"/>
                  </a:lnTo>
                  <a:lnTo>
                    <a:pt x="1079499" y="2646207"/>
                  </a:lnTo>
                  <a:lnTo>
                    <a:pt x="1092199" y="2676533"/>
                  </a:lnTo>
                  <a:lnTo>
                    <a:pt x="1104899" y="2705766"/>
                  </a:lnTo>
                  <a:lnTo>
                    <a:pt x="1117599" y="2733909"/>
                  </a:lnTo>
                  <a:lnTo>
                    <a:pt x="1130299" y="2760960"/>
                  </a:lnTo>
                  <a:lnTo>
                    <a:pt x="1130299" y="2700070"/>
                  </a:lnTo>
                  <a:lnTo>
                    <a:pt x="1117599" y="2671678"/>
                  </a:lnTo>
                  <a:lnTo>
                    <a:pt x="1104899" y="2642099"/>
                  </a:lnTo>
                  <a:lnTo>
                    <a:pt x="1092199" y="2611681"/>
                  </a:lnTo>
                  <a:lnTo>
                    <a:pt x="1092199" y="2580773"/>
                  </a:lnTo>
                  <a:lnTo>
                    <a:pt x="1079499" y="2549374"/>
                  </a:lnTo>
                  <a:lnTo>
                    <a:pt x="1079499" y="2347001"/>
                  </a:lnTo>
                  <a:lnTo>
                    <a:pt x="1066799" y="2357276"/>
                  </a:lnTo>
                  <a:lnTo>
                    <a:pt x="1066799" y="2399129"/>
                  </a:lnTo>
                  <a:lnTo>
                    <a:pt x="1054099" y="2409750"/>
                  </a:lnTo>
                  <a:close/>
                </a:path>
                <a:path w="4699000" h="3816350">
                  <a:moveTo>
                    <a:pt x="1117599" y="2249894"/>
                  </a:moveTo>
                  <a:lnTo>
                    <a:pt x="1117599" y="2316148"/>
                  </a:lnTo>
                  <a:lnTo>
                    <a:pt x="1130299" y="2306875"/>
                  </a:lnTo>
                  <a:lnTo>
                    <a:pt x="1130299" y="2240871"/>
                  </a:lnTo>
                  <a:lnTo>
                    <a:pt x="1117599" y="2249894"/>
                  </a:lnTo>
                  <a:close/>
                </a:path>
                <a:path w="4699000" h="3816350">
                  <a:moveTo>
                    <a:pt x="1104899" y="2277782"/>
                  </a:moveTo>
                  <a:lnTo>
                    <a:pt x="1104899" y="2344606"/>
                  </a:lnTo>
                  <a:lnTo>
                    <a:pt x="1117599" y="2335019"/>
                  </a:lnTo>
                  <a:lnTo>
                    <a:pt x="1117599" y="2268355"/>
                  </a:lnTo>
                  <a:lnTo>
                    <a:pt x="1104899" y="2277782"/>
                  </a:lnTo>
                  <a:close/>
                </a:path>
                <a:path w="4699000" h="3816350">
                  <a:moveTo>
                    <a:pt x="1092199" y="2297019"/>
                  </a:moveTo>
                  <a:lnTo>
                    <a:pt x="1092199" y="2383795"/>
                  </a:lnTo>
                  <a:lnTo>
                    <a:pt x="1104899" y="2373879"/>
                  </a:lnTo>
                  <a:lnTo>
                    <a:pt x="1104899" y="2287341"/>
                  </a:lnTo>
                  <a:lnTo>
                    <a:pt x="1092199" y="2297019"/>
                  </a:lnTo>
                  <a:close/>
                </a:path>
                <a:path w="4699000" h="3816350">
                  <a:moveTo>
                    <a:pt x="1079499" y="2326709"/>
                  </a:moveTo>
                  <a:lnTo>
                    <a:pt x="1079499" y="2444481"/>
                  </a:lnTo>
                  <a:lnTo>
                    <a:pt x="1092199" y="2434255"/>
                  </a:lnTo>
                  <a:lnTo>
                    <a:pt x="1092199" y="2316703"/>
                  </a:lnTo>
                  <a:lnTo>
                    <a:pt x="1079499" y="2326709"/>
                  </a:lnTo>
                  <a:close/>
                </a:path>
                <a:path w="4699000" h="3816350">
                  <a:moveTo>
                    <a:pt x="825499" y="3292356"/>
                  </a:moveTo>
                  <a:lnTo>
                    <a:pt x="825499" y="3436694"/>
                  </a:lnTo>
                  <a:lnTo>
                    <a:pt x="838199" y="3430183"/>
                  </a:lnTo>
                  <a:lnTo>
                    <a:pt x="838199" y="3298870"/>
                  </a:lnTo>
                  <a:lnTo>
                    <a:pt x="825499" y="3292356"/>
                  </a:lnTo>
                  <a:close/>
                </a:path>
                <a:path w="4699000" h="3816350">
                  <a:moveTo>
                    <a:pt x="812799" y="3234592"/>
                  </a:moveTo>
                  <a:lnTo>
                    <a:pt x="812799" y="3494431"/>
                  </a:lnTo>
                  <a:lnTo>
                    <a:pt x="825499" y="3488110"/>
                  </a:lnTo>
                  <a:lnTo>
                    <a:pt x="825499" y="3240919"/>
                  </a:lnTo>
                  <a:lnTo>
                    <a:pt x="812799" y="3234592"/>
                  </a:lnTo>
                  <a:close/>
                </a:path>
                <a:path w="4699000" h="3816350">
                  <a:moveTo>
                    <a:pt x="800099" y="3197262"/>
                  </a:moveTo>
                  <a:lnTo>
                    <a:pt x="800099" y="3531739"/>
                  </a:lnTo>
                  <a:lnTo>
                    <a:pt x="812799" y="3525602"/>
                  </a:lnTo>
                  <a:lnTo>
                    <a:pt x="812799" y="3203402"/>
                  </a:lnTo>
                  <a:lnTo>
                    <a:pt x="800099" y="3197262"/>
                  </a:lnTo>
                  <a:close/>
                </a:path>
                <a:path w="4699000" h="3816350">
                  <a:moveTo>
                    <a:pt x="787399" y="3466125"/>
                  </a:moveTo>
                  <a:lnTo>
                    <a:pt x="787399" y="3561859"/>
                  </a:lnTo>
                  <a:lnTo>
                    <a:pt x="800099" y="3555915"/>
                  </a:lnTo>
                  <a:lnTo>
                    <a:pt x="800099" y="3456080"/>
                  </a:lnTo>
                  <a:lnTo>
                    <a:pt x="787399" y="3466125"/>
                  </a:lnTo>
                  <a:close/>
                </a:path>
                <a:path w="4699000" h="3816350">
                  <a:moveTo>
                    <a:pt x="787399" y="3167116"/>
                  </a:moveTo>
                  <a:lnTo>
                    <a:pt x="787399" y="3261674"/>
                  </a:lnTo>
                  <a:lnTo>
                    <a:pt x="800099" y="3271714"/>
                  </a:lnTo>
                  <a:lnTo>
                    <a:pt x="800099" y="3173067"/>
                  </a:lnTo>
                  <a:lnTo>
                    <a:pt x="787399" y="3167116"/>
                  </a:lnTo>
                  <a:close/>
                </a:path>
                <a:path w="4699000" h="3816350">
                  <a:moveTo>
                    <a:pt x="774699" y="3515320"/>
                  </a:moveTo>
                  <a:lnTo>
                    <a:pt x="774699" y="3585206"/>
                  </a:lnTo>
                  <a:lnTo>
                    <a:pt x="787399" y="3579438"/>
                  </a:lnTo>
                  <a:lnTo>
                    <a:pt x="787399" y="3505642"/>
                  </a:lnTo>
                  <a:lnTo>
                    <a:pt x="774699" y="3515320"/>
                  </a:lnTo>
                  <a:close/>
                </a:path>
                <a:path w="4699000" h="3816350">
                  <a:moveTo>
                    <a:pt x="774699" y="3143745"/>
                  </a:moveTo>
                  <a:lnTo>
                    <a:pt x="774699" y="3212503"/>
                  </a:lnTo>
                  <a:lnTo>
                    <a:pt x="787399" y="3222176"/>
                  </a:lnTo>
                  <a:lnTo>
                    <a:pt x="787399" y="3149521"/>
                  </a:lnTo>
                  <a:lnTo>
                    <a:pt x="774699" y="3143745"/>
                  </a:lnTo>
                  <a:close/>
                </a:path>
                <a:path w="4699000" h="3816350">
                  <a:moveTo>
                    <a:pt x="761999" y="3543794"/>
                  </a:moveTo>
                  <a:lnTo>
                    <a:pt x="761999" y="3607801"/>
                  </a:lnTo>
                  <a:lnTo>
                    <a:pt x="774699" y="3602228"/>
                  </a:lnTo>
                  <a:lnTo>
                    <a:pt x="774699" y="3534407"/>
                  </a:lnTo>
                  <a:lnTo>
                    <a:pt x="761999" y="3543794"/>
                  </a:lnTo>
                  <a:close/>
                </a:path>
                <a:path w="4699000" h="3816350">
                  <a:moveTo>
                    <a:pt x="761999" y="3121125"/>
                  </a:moveTo>
                  <a:lnTo>
                    <a:pt x="761999" y="3184043"/>
                  </a:lnTo>
                  <a:lnTo>
                    <a:pt x="774699" y="3193425"/>
                  </a:lnTo>
                  <a:lnTo>
                    <a:pt x="774699" y="3126706"/>
                  </a:lnTo>
                  <a:lnTo>
                    <a:pt x="761999" y="3121125"/>
                  </a:lnTo>
                  <a:close/>
                </a:path>
                <a:path w="4699000" h="3816350">
                  <a:moveTo>
                    <a:pt x="749299" y="3571293"/>
                  </a:moveTo>
                  <a:lnTo>
                    <a:pt x="749299" y="3624208"/>
                  </a:lnTo>
                  <a:lnTo>
                    <a:pt x="761999" y="3618792"/>
                  </a:lnTo>
                  <a:lnTo>
                    <a:pt x="761999" y="3562242"/>
                  </a:lnTo>
                  <a:lnTo>
                    <a:pt x="749299" y="3571293"/>
                  </a:lnTo>
                  <a:close/>
                </a:path>
                <a:path w="4699000" h="3816350">
                  <a:moveTo>
                    <a:pt x="749299" y="3104698"/>
                  </a:moveTo>
                  <a:lnTo>
                    <a:pt x="749299" y="3156558"/>
                  </a:lnTo>
                  <a:lnTo>
                    <a:pt x="761999" y="3165604"/>
                  </a:lnTo>
                  <a:lnTo>
                    <a:pt x="761999" y="3110119"/>
                  </a:lnTo>
                  <a:lnTo>
                    <a:pt x="749299" y="3104698"/>
                  </a:lnTo>
                  <a:close/>
                </a:path>
                <a:path w="4699000" h="3816350">
                  <a:moveTo>
                    <a:pt x="736599" y="3589003"/>
                  </a:moveTo>
                  <a:lnTo>
                    <a:pt x="736599" y="3640116"/>
                  </a:lnTo>
                  <a:lnTo>
                    <a:pt x="749299" y="3634869"/>
                  </a:lnTo>
                  <a:lnTo>
                    <a:pt x="749299" y="3580213"/>
                  </a:lnTo>
                  <a:lnTo>
                    <a:pt x="736599" y="3589003"/>
                  </a:lnTo>
                  <a:close/>
                </a:path>
                <a:path w="4699000" h="3816350">
                  <a:moveTo>
                    <a:pt x="723899" y="3606181"/>
                  </a:moveTo>
                  <a:lnTo>
                    <a:pt x="723899" y="3660500"/>
                  </a:lnTo>
                  <a:lnTo>
                    <a:pt x="736599" y="3655495"/>
                  </a:lnTo>
                  <a:lnTo>
                    <a:pt x="736599" y="3597662"/>
                  </a:lnTo>
                  <a:lnTo>
                    <a:pt x="723899" y="3606181"/>
                  </a:lnTo>
                  <a:close/>
                </a:path>
                <a:path w="4699000" h="3816350">
                  <a:moveTo>
                    <a:pt x="711199" y="3622765"/>
                  </a:moveTo>
                  <a:lnTo>
                    <a:pt x="711199" y="3670318"/>
                  </a:lnTo>
                  <a:lnTo>
                    <a:pt x="723899" y="3665441"/>
                  </a:lnTo>
                  <a:lnTo>
                    <a:pt x="723899" y="3614548"/>
                  </a:lnTo>
                  <a:lnTo>
                    <a:pt x="711199" y="3622765"/>
                  </a:lnTo>
                  <a:close/>
                </a:path>
                <a:path w="4699000" h="3816350">
                  <a:moveTo>
                    <a:pt x="711199" y="3055536"/>
                  </a:moveTo>
                  <a:lnTo>
                    <a:pt x="711199" y="3105108"/>
                  </a:lnTo>
                  <a:lnTo>
                    <a:pt x="723899" y="3113322"/>
                  </a:lnTo>
                  <a:lnTo>
                    <a:pt x="723899" y="3061817"/>
                  </a:lnTo>
                  <a:lnTo>
                    <a:pt x="711199" y="3055536"/>
                  </a:lnTo>
                  <a:close/>
                </a:path>
                <a:path w="4699000" h="3816350">
                  <a:moveTo>
                    <a:pt x="698499" y="3638735"/>
                  </a:moveTo>
                  <a:lnTo>
                    <a:pt x="698499" y="3684554"/>
                  </a:lnTo>
                  <a:lnTo>
                    <a:pt x="711199" y="3679875"/>
                  </a:lnTo>
                  <a:lnTo>
                    <a:pt x="711199" y="3630831"/>
                  </a:lnTo>
                  <a:lnTo>
                    <a:pt x="698499" y="3638735"/>
                  </a:lnTo>
                  <a:close/>
                </a:path>
                <a:path w="4699000" h="3816350">
                  <a:moveTo>
                    <a:pt x="698499" y="3043299"/>
                  </a:moveTo>
                  <a:lnTo>
                    <a:pt x="698499" y="3089144"/>
                  </a:lnTo>
                  <a:lnTo>
                    <a:pt x="711199" y="3097046"/>
                  </a:lnTo>
                  <a:lnTo>
                    <a:pt x="711199" y="3049362"/>
                  </a:lnTo>
                  <a:lnTo>
                    <a:pt x="698499" y="3043299"/>
                  </a:lnTo>
                  <a:close/>
                </a:path>
                <a:path w="4699000" h="3816350">
                  <a:moveTo>
                    <a:pt x="685799" y="3654034"/>
                  </a:moveTo>
                  <a:lnTo>
                    <a:pt x="685799" y="3698177"/>
                  </a:lnTo>
                  <a:lnTo>
                    <a:pt x="698499" y="3693705"/>
                  </a:lnTo>
                  <a:lnTo>
                    <a:pt x="698499" y="3646470"/>
                  </a:lnTo>
                  <a:lnTo>
                    <a:pt x="685799" y="3654034"/>
                  </a:lnTo>
                  <a:close/>
                </a:path>
                <a:path w="4699000" h="3816350">
                  <a:moveTo>
                    <a:pt x="685799" y="3031523"/>
                  </a:moveTo>
                  <a:lnTo>
                    <a:pt x="685799" y="3073851"/>
                  </a:lnTo>
                  <a:lnTo>
                    <a:pt x="698499" y="3081413"/>
                  </a:lnTo>
                  <a:lnTo>
                    <a:pt x="698499" y="3037353"/>
                  </a:lnTo>
                  <a:lnTo>
                    <a:pt x="685799" y="3031523"/>
                  </a:lnTo>
                  <a:close/>
                </a:path>
                <a:path w="4699000" h="3816350">
                  <a:moveTo>
                    <a:pt x="673099" y="3668643"/>
                  </a:moveTo>
                  <a:lnTo>
                    <a:pt x="673099" y="3706905"/>
                  </a:lnTo>
                  <a:lnTo>
                    <a:pt x="685799" y="3702577"/>
                  </a:lnTo>
                  <a:lnTo>
                    <a:pt x="685799" y="3661428"/>
                  </a:lnTo>
                  <a:lnTo>
                    <a:pt x="673099" y="3668643"/>
                  </a:lnTo>
                  <a:close/>
                </a:path>
                <a:path w="4699000" h="3816350">
                  <a:moveTo>
                    <a:pt x="673099" y="3020214"/>
                  </a:moveTo>
                  <a:lnTo>
                    <a:pt x="673099" y="3059246"/>
                  </a:lnTo>
                  <a:lnTo>
                    <a:pt x="685799" y="3066459"/>
                  </a:lnTo>
                  <a:lnTo>
                    <a:pt x="685799" y="3025808"/>
                  </a:lnTo>
                  <a:lnTo>
                    <a:pt x="673099" y="3020214"/>
                  </a:lnTo>
                  <a:close/>
                </a:path>
                <a:path w="4699000" h="3816350">
                  <a:moveTo>
                    <a:pt x="647699" y="3689160"/>
                  </a:moveTo>
                  <a:lnTo>
                    <a:pt x="647699" y="3727433"/>
                  </a:lnTo>
                  <a:lnTo>
                    <a:pt x="660399" y="3723479"/>
                  </a:lnTo>
                  <a:lnTo>
                    <a:pt x="660399" y="3719448"/>
                  </a:lnTo>
                  <a:lnTo>
                    <a:pt x="673099" y="3715341"/>
                  </a:lnTo>
                  <a:lnTo>
                    <a:pt x="673099" y="3675670"/>
                  </a:lnTo>
                  <a:lnTo>
                    <a:pt x="660399" y="3682509"/>
                  </a:lnTo>
                  <a:lnTo>
                    <a:pt x="647699" y="3689160"/>
                  </a:lnTo>
                  <a:close/>
                </a:path>
                <a:path w="4699000" h="3816350">
                  <a:moveTo>
                    <a:pt x="647699" y="2999082"/>
                  </a:moveTo>
                  <a:lnTo>
                    <a:pt x="647699" y="3038733"/>
                  </a:lnTo>
                  <a:lnTo>
                    <a:pt x="660399" y="3045383"/>
                  </a:lnTo>
                  <a:lnTo>
                    <a:pt x="673099" y="3052221"/>
                  </a:lnTo>
                  <a:lnTo>
                    <a:pt x="673099" y="3014744"/>
                  </a:lnTo>
                  <a:lnTo>
                    <a:pt x="660399" y="3009398"/>
                  </a:lnTo>
                  <a:lnTo>
                    <a:pt x="660399" y="3004176"/>
                  </a:lnTo>
                  <a:lnTo>
                    <a:pt x="647699" y="2999082"/>
                  </a:lnTo>
                  <a:close/>
                </a:path>
                <a:path w="4699000" h="3816350">
                  <a:moveTo>
                    <a:pt x="622299" y="3707915"/>
                  </a:moveTo>
                  <a:lnTo>
                    <a:pt x="622299" y="3746031"/>
                  </a:lnTo>
                  <a:lnTo>
                    <a:pt x="634999" y="3742471"/>
                  </a:lnTo>
                  <a:lnTo>
                    <a:pt x="634999" y="3738830"/>
                  </a:lnTo>
                  <a:lnTo>
                    <a:pt x="647699" y="3735111"/>
                  </a:lnTo>
                  <a:lnTo>
                    <a:pt x="647699" y="3695616"/>
                  </a:lnTo>
                  <a:lnTo>
                    <a:pt x="634999" y="3701867"/>
                  </a:lnTo>
                  <a:lnTo>
                    <a:pt x="622299" y="3707915"/>
                  </a:lnTo>
                  <a:close/>
                </a:path>
                <a:path w="4699000" h="3816350">
                  <a:moveTo>
                    <a:pt x="622299" y="2980022"/>
                  </a:moveTo>
                  <a:lnTo>
                    <a:pt x="622299" y="3019979"/>
                  </a:lnTo>
                  <a:lnTo>
                    <a:pt x="634999" y="3026027"/>
                  </a:lnTo>
                  <a:lnTo>
                    <a:pt x="647699" y="3032278"/>
                  </a:lnTo>
                  <a:lnTo>
                    <a:pt x="647699" y="2994119"/>
                  </a:lnTo>
                  <a:lnTo>
                    <a:pt x="634999" y="2989288"/>
                  </a:lnTo>
                  <a:lnTo>
                    <a:pt x="634999" y="2984588"/>
                  </a:lnTo>
                  <a:lnTo>
                    <a:pt x="622299" y="2980022"/>
                  </a:lnTo>
                  <a:close/>
                </a:path>
                <a:path w="4699000" h="3816350">
                  <a:moveTo>
                    <a:pt x="596899" y="3724810"/>
                  </a:moveTo>
                  <a:lnTo>
                    <a:pt x="596899" y="3762599"/>
                  </a:lnTo>
                  <a:lnTo>
                    <a:pt x="609599" y="3759452"/>
                  </a:lnTo>
                  <a:lnTo>
                    <a:pt x="609599" y="3752907"/>
                  </a:lnTo>
                  <a:lnTo>
                    <a:pt x="622299" y="3749510"/>
                  </a:lnTo>
                  <a:lnTo>
                    <a:pt x="622299" y="3713760"/>
                  </a:lnTo>
                  <a:lnTo>
                    <a:pt x="609599" y="3719393"/>
                  </a:lnTo>
                  <a:lnTo>
                    <a:pt x="596899" y="3724810"/>
                  </a:lnTo>
                  <a:close/>
                </a:path>
                <a:path w="4699000" h="3816350">
                  <a:moveTo>
                    <a:pt x="596899" y="2967155"/>
                  </a:moveTo>
                  <a:lnTo>
                    <a:pt x="596899" y="3003082"/>
                  </a:lnTo>
                  <a:lnTo>
                    <a:pt x="609599" y="3008499"/>
                  </a:lnTo>
                  <a:lnTo>
                    <a:pt x="622299" y="3014134"/>
                  </a:lnTo>
                  <a:lnTo>
                    <a:pt x="622299" y="2975595"/>
                  </a:lnTo>
                  <a:lnTo>
                    <a:pt x="609599" y="2971306"/>
                  </a:lnTo>
                  <a:lnTo>
                    <a:pt x="596899" y="2967155"/>
                  </a:lnTo>
                  <a:close/>
                </a:path>
                <a:path w="4699000" h="3816350">
                  <a:moveTo>
                    <a:pt x="571499" y="3739747"/>
                  </a:moveTo>
                  <a:lnTo>
                    <a:pt x="571499" y="3774332"/>
                  </a:lnTo>
                  <a:lnTo>
                    <a:pt x="584199" y="3771528"/>
                  </a:lnTo>
                  <a:lnTo>
                    <a:pt x="584199" y="3768637"/>
                  </a:lnTo>
                  <a:lnTo>
                    <a:pt x="596899" y="3765661"/>
                  </a:lnTo>
                  <a:lnTo>
                    <a:pt x="596899" y="3730008"/>
                  </a:lnTo>
                  <a:lnTo>
                    <a:pt x="584199" y="3734990"/>
                  </a:lnTo>
                  <a:lnTo>
                    <a:pt x="571499" y="3739747"/>
                  </a:lnTo>
                  <a:close/>
                </a:path>
                <a:path w="4699000" h="3816350">
                  <a:moveTo>
                    <a:pt x="558799" y="2948544"/>
                  </a:moveTo>
                  <a:lnTo>
                    <a:pt x="558799" y="2983607"/>
                  </a:lnTo>
                  <a:lnTo>
                    <a:pt x="571499" y="2988138"/>
                  </a:lnTo>
                  <a:lnTo>
                    <a:pt x="584199" y="2992898"/>
                  </a:lnTo>
                  <a:lnTo>
                    <a:pt x="596899" y="2997882"/>
                  </a:lnTo>
                  <a:lnTo>
                    <a:pt x="596899" y="2963144"/>
                  </a:lnTo>
                  <a:lnTo>
                    <a:pt x="584199" y="2959278"/>
                  </a:lnTo>
                  <a:lnTo>
                    <a:pt x="584199" y="2955555"/>
                  </a:lnTo>
                  <a:lnTo>
                    <a:pt x="571499" y="2951976"/>
                  </a:lnTo>
                  <a:lnTo>
                    <a:pt x="558799" y="2948544"/>
                  </a:lnTo>
                  <a:close/>
                </a:path>
                <a:path w="4699000" h="3816350">
                  <a:moveTo>
                    <a:pt x="520699" y="3760079"/>
                  </a:moveTo>
                  <a:lnTo>
                    <a:pt x="520699" y="3793575"/>
                  </a:lnTo>
                  <a:lnTo>
                    <a:pt x="533399" y="3791484"/>
                  </a:lnTo>
                  <a:lnTo>
                    <a:pt x="533399" y="3789302"/>
                  </a:lnTo>
                  <a:lnTo>
                    <a:pt x="546099" y="3787030"/>
                  </a:lnTo>
                  <a:lnTo>
                    <a:pt x="546099" y="3784669"/>
                  </a:lnTo>
                  <a:lnTo>
                    <a:pt x="558799" y="3782217"/>
                  </a:lnTo>
                  <a:lnTo>
                    <a:pt x="558799" y="3779676"/>
                  </a:lnTo>
                  <a:lnTo>
                    <a:pt x="571499" y="3777048"/>
                  </a:lnTo>
                  <a:lnTo>
                    <a:pt x="571499" y="3744276"/>
                  </a:lnTo>
                  <a:lnTo>
                    <a:pt x="558799" y="3748575"/>
                  </a:lnTo>
                  <a:lnTo>
                    <a:pt x="546099" y="3752646"/>
                  </a:lnTo>
                  <a:lnTo>
                    <a:pt x="533399" y="3756482"/>
                  </a:lnTo>
                  <a:lnTo>
                    <a:pt x="520699" y="3760079"/>
                  </a:lnTo>
                  <a:close/>
                </a:path>
                <a:path w="4699000" h="3816350">
                  <a:moveTo>
                    <a:pt x="520699" y="2933622"/>
                  </a:moveTo>
                  <a:lnTo>
                    <a:pt x="520699" y="2967788"/>
                  </a:lnTo>
                  <a:lnTo>
                    <a:pt x="533399" y="2971390"/>
                  </a:lnTo>
                  <a:lnTo>
                    <a:pt x="546099" y="2975230"/>
                  </a:lnTo>
                  <a:lnTo>
                    <a:pt x="558799" y="2979304"/>
                  </a:lnTo>
                  <a:lnTo>
                    <a:pt x="558799" y="2945260"/>
                  </a:lnTo>
                  <a:lnTo>
                    <a:pt x="546099" y="2942125"/>
                  </a:lnTo>
                  <a:lnTo>
                    <a:pt x="533399" y="2939139"/>
                  </a:lnTo>
                  <a:lnTo>
                    <a:pt x="533399" y="2936304"/>
                  </a:lnTo>
                  <a:lnTo>
                    <a:pt x="520699" y="2933622"/>
                  </a:lnTo>
                  <a:close/>
                </a:path>
                <a:path w="4699000" h="3816350">
                  <a:moveTo>
                    <a:pt x="482599" y="3772066"/>
                  </a:moveTo>
                  <a:lnTo>
                    <a:pt x="482599" y="3804186"/>
                  </a:lnTo>
                  <a:lnTo>
                    <a:pt x="495299" y="3802649"/>
                  </a:lnTo>
                  <a:lnTo>
                    <a:pt x="495299" y="3801020"/>
                  </a:lnTo>
                  <a:lnTo>
                    <a:pt x="507999" y="3799297"/>
                  </a:lnTo>
                  <a:lnTo>
                    <a:pt x="507999" y="3797481"/>
                  </a:lnTo>
                  <a:lnTo>
                    <a:pt x="520699" y="3795574"/>
                  </a:lnTo>
                  <a:lnTo>
                    <a:pt x="520699" y="3763438"/>
                  </a:lnTo>
                  <a:lnTo>
                    <a:pt x="507999" y="3766557"/>
                  </a:lnTo>
                  <a:lnTo>
                    <a:pt x="495299" y="3769435"/>
                  </a:lnTo>
                  <a:lnTo>
                    <a:pt x="482599" y="3772066"/>
                  </a:lnTo>
                  <a:close/>
                </a:path>
                <a:path w="4699000" h="3816350">
                  <a:moveTo>
                    <a:pt x="317499" y="2916471"/>
                  </a:moveTo>
                  <a:lnTo>
                    <a:pt x="317499" y="2947637"/>
                  </a:lnTo>
                  <a:lnTo>
                    <a:pt x="330199" y="2946247"/>
                  </a:lnTo>
                  <a:lnTo>
                    <a:pt x="342899" y="2945109"/>
                  </a:lnTo>
                  <a:lnTo>
                    <a:pt x="355599" y="2944222"/>
                  </a:lnTo>
                  <a:lnTo>
                    <a:pt x="368299" y="2943589"/>
                  </a:lnTo>
                  <a:lnTo>
                    <a:pt x="380999" y="2943209"/>
                  </a:lnTo>
                  <a:lnTo>
                    <a:pt x="393699" y="2943220"/>
                  </a:lnTo>
                  <a:lnTo>
                    <a:pt x="406399" y="2943610"/>
                  </a:lnTo>
                  <a:lnTo>
                    <a:pt x="419099" y="2944253"/>
                  </a:lnTo>
                  <a:lnTo>
                    <a:pt x="431799" y="2945148"/>
                  </a:lnTo>
                  <a:lnTo>
                    <a:pt x="431799" y="2946296"/>
                  </a:lnTo>
                  <a:lnTo>
                    <a:pt x="444499" y="2947693"/>
                  </a:lnTo>
                  <a:lnTo>
                    <a:pt x="457199" y="2949342"/>
                  </a:lnTo>
                  <a:lnTo>
                    <a:pt x="469899" y="2951240"/>
                  </a:lnTo>
                  <a:lnTo>
                    <a:pt x="482599" y="2953387"/>
                  </a:lnTo>
                  <a:lnTo>
                    <a:pt x="482599" y="2955779"/>
                  </a:lnTo>
                  <a:lnTo>
                    <a:pt x="495299" y="2958417"/>
                  </a:lnTo>
                  <a:lnTo>
                    <a:pt x="507999" y="2961300"/>
                  </a:lnTo>
                  <a:lnTo>
                    <a:pt x="520699" y="2964425"/>
                  </a:lnTo>
                  <a:lnTo>
                    <a:pt x="520699" y="2931092"/>
                  </a:lnTo>
                  <a:lnTo>
                    <a:pt x="507999" y="2928716"/>
                  </a:lnTo>
                  <a:lnTo>
                    <a:pt x="495299" y="2926494"/>
                  </a:lnTo>
                  <a:lnTo>
                    <a:pt x="495299" y="2924428"/>
                  </a:lnTo>
                  <a:lnTo>
                    <a:pt x="482599" y="2922519"/>
                  </a:lnTo>
                  <a:lnTo>
                    <a:pt x="469899" y="2920766"/>
                  </a:lnTo>
                  <a:lnTo>
                    <a:pt x="469899" y="2919170"/>
                  </a:lnTo>
                  <a:lnTo>
                    <a:pt x="457199" y="2917733"/>
                  </a:lnTo>
                  <a:lnTo>
                    <a:pt x="444499" y="2916454"/>
                  </a:lnTo>
                  <a:lnTo>
                    <a:pt x="444499" y="2915334"/>
                  </a:lnTo>
                  <a:lnTo>
                    <a:pt x="431799" y="2914373"/>
                  </a:lnTo>
                  <a:lnTo>
                    <a:pt x="419099" y="2913573"/>
                  </a:lnTo>
                  <a:lnTo>
                    <a:pt x="419099" y="2912932"/>
                  </a:lnTo>
                  <a:lnTo>
                    <a:pt x="406399" y="2912452"/>
                  </a:lnTo>
                  <a:lnTo>
                    <a:pt x="393699" y="2912132"/>
                  </a:lnTo>
                  <a:lnTo>
                    <a:pt x="393699" y="2911972"/>
                  </a:lnTo>
                  <a:lnTo>
                    <a:pt x="380999" y="2911973"/>
                  </a:lnTo>
                  <a:lnTo>
                    <a:pt x="368299" y="2912135"/>
                  </a:lnTo>
                  <a:lnTo>
                    <a:pt x="368299" y="2912457"/>
                  </a:lnTo>
                  <a:lnTo>
                    <a:pt x="355599" y="2912940"/>
                  </a:lnTo>
                  <a:lnTo>
                    <a:pt x="342899" y="2913583"/>
                  </a:lnTo>
                  <a:lnTo>
                    <a:pt x="342899" y="2914386"/>
                  </a:lnTo>
                  <a:lnTo>
                    <a:pt x="330199" y="2915349"/>
                  </a:lnTo>
                  <a:lnTo>
                    <a:pt x="317499" y="2916471"/>
                  </a:lnTo>
                  <a:close/>
                </a:path>
                <a:path w="4699000" h="3816350">
                  <a:moveTo>
                    <a:pt x="431799" y="3781512"/>
                  </a:moveTo>
                  <a:lnTo>
                    <a:pt x="431799" y="3813085"/>
                  </a:lnTo>
                  <a:lnTo>
                    <a:pt x="444499" y="3812305"/>
                  </a:lnTo>
                  <a:lnTo>
                    <a:pt x="444499" y="3811430"/>
                  </a:lnTo>
                  <a:lnTo>
                    <a:pt x="457199" y="3810459"/>
                  </a:lnTo>
                  <a:lnTo>
                    <a:pt x="457199" y="3809393"/>
                  </a:lnTo>
                  <a:lnTo>
                    <a:pt x="469899" y="3808233"/>
                  </a:lnTo>
                  <a:lnTo>
                    <a:pt x="469899" y="3806978"/>
                  </a:lnTo>
                  <a:lnTo>
                    <a:pt x="482599" y="3805629"/>
                  </a:lnTo>
                  <a:lnTo>
                    <a:pt x="482599" y="3774452"/>
                  </a:lnTo>
                  <a:lnTo>
                    <a:pt x="469899" y="3776591"/>
                  </a:lnTo>
                  <a:lnTo>
                    <a:pt x="457199" y="3778482"/>
                  </a:lnTo>
                  <a:lnTo>
                    <a:pt x="444499" y="3780123"/>
                  </a:lnTo>
                  <a:lnTo>
                    <a:pt x="431799" y="3781512"/>
                  </a:lnTo>
                  <a:close/>
                </a:path>
                <a:path w="4699000" h="3816350">
                  <a:moveTo>
                    <a:pt x="380999" y="3784677"/>
                  </a:moveTo>
                  <a:lnTo>
                    <a:pt x="380999" y="3815880"/>
                  </a:lnTo>
                  <a:lnTo>
                    <a:pt x="393699" y="3815866"/>
                  </a:lnTo>
                  <a:lnTo>
                    <a:pt x="406399" y="3815551"/>
                  </a:lnTo>
                  <a:lnTo>
                    <a:pt x="406399" y="3815250"/>
                  </a:lnTo>
                  <a:lnTo>
                    <a:pt x="419099" y="3814853"/>
                  </a:lnTo>
                  <a:lnTo>
                    <a:pt x="419099" y="3814359"/>
                  </a:lnTo>
                  <a:lnTo>
                    <a:pt x="431799" y="3813770"/>
                  </a:lnTo>
                  <a:lnTo>
                    <a:pt x="431799" y="3782651"/>
                  </a:lnTo>
                  <a:lnTo>
                    <a:pt x="419099" y="3783537"/>
                  </a:lnTo>
                  <a:lnTo>
                    <a:pt x="406399" y="3784170"/>
                  </a:lnTo>
                  <a:lnTo>
                    <a:pt x="393699" y="3784550"/>
                  </a:lnTo>
                  <a:lnTo>
                    <a:pt x="380999" y="3784677"/>
                  </a:lnTo>
                  <a:close/>
                </a:path>
                <a:path w="4699000" h="3816350">
                  <a:moveTo>
                    <a:pt x="317499" y="3780123"/>
                  </a:moveTo>
                  <a:lnTo>
                    <a:pt x="317499" y="3811681"/>
                  </a:lnTo>
                  <a:lnTo>
                    <a:pt x="330199" y="3812531"/>
                  </a:lnTo>
                  <a:lnTo>
                    <a:pt x="342899" y="3813285"/>
                  </a:lnTo>
                  <a:lnTo>
                    <a:pt x="342899" y="3813943"/>
                  </a:lnTo>
                  <a:lnTo>
                    <a:pt x="355599" y="3814505"/>
                  </a:lnTo>
                  <a:lnTo>
                    <a:pt x="355599" y="3814972"/>
                  </a:lnTo>
                  <a:lnTo>
                    <a:pt x="368299" y="3815343"/>
                  </a:lnTo>
                  <a:lnTo>
                    <a:pt x="368299" y="3815618"/>
                  </a:lnTo>
                  <a:lnTo>
                    <a:pt x="380999" y="3815797"/>
                  </a:lnTo>
                  <a:lnTo>
                    <a:pt x="380999" y="3784550"/>
                  </a:lnTo>
                  <a:lnTo>
                    <a:pt x="368299" y="3784170"/>
                  </a:lnTo>
                  <a:lnTo>
                    <a:pt x="355599" y="3783537"/>
                  </a:lnTo>
                  <a:lnTo>
                    <a:pt x="342899" y="3782651"/>
                  </a:lnTo>
                  <a:lnTo>
                    <a:pt x="330199" y="3781512"/>
                  </a:lnTo>
                  <a:lnTo>
                    <a:pt x="317499" y="3780123"/>
                  </a:lnTo>
                  <a:close/>
                </a:path>
                <a:path w="4699000" h="3816350">
                  <a:moveTo>
                    <a:pt x="279399" y="3772066"/>
                  </a:moveTo>
                  <a:lnTo>
                    <a:pt x="279399" y="3804595"/>
                  </a:lnTo>
                  <a:lnTo>
                    <a:pt x="292099" y="3806012"/>
                  </a:lnTo>
                  <a:lnTo>
                    <a:pt x="292099" y="3807335"/>
                  </a:lnTo>
                  <a:lnTo>
                    <a:pt x="304799" y="3808564"/>
                  </a:lnTo>
                  <a:lnTo>
                    <a:pt x="304799" y="3809698"/>
                  </a:lnTo>
                  <a:lnTo>
                    <a:pt x="317499" y="3810737"/>
                  </a:lnTo>
                  <a:lnTo>
                    <a:pt x="317499" y="3778482"/>
                  </a:lnTo>
                  <a:lnTo>
                    <a:pt x="304799" y="3776591"/>
                  </a:lnTo>
                  <a:lnTo>
                    <a:pt x="292099" y="3774452"/>
                  </a:lnTo>
                  <a:lnTo>
                    <a:pt x="279399" y="3772066"/>
                  </a:lnTo>
                  <a:close/>
                </a:path>
                <a:path w="4699000" h="3816350">
                  <a:moveTo>
                    <a:pt x="228599" y="2939180"/>
                  </a:moveTo>
                  <a:lnTo>
                    <a:pt x="228599" y="2971278"/>
                  </a:lnTo>
                  <a:lnTo>
                    <a:pt x="241299" y="2967680"/>
                  </a:lnTo>
                  <a:lnTo>
                    <a:pt x="253999" y="2964322"/>
                  </a:lnTo>
                  <a:lnTo>
                    <a:pt x="266699" y="2961202"/>
                  </a:lnTo>
                  <a:lnTo>
                    <a:pt x="279399" y="2958324"/>
                  </a:lnTo>
                  <a:lnTo>
                    <a:pt x="279399" y="2955693"/>
                  </a:lnTo>
                  <a:lnTo>
                    <a:pt x="292099" y="2953308"/>
                  </a:lnTo>
                  <a:lnTo>
                    <a:pt x="304799" y="2951168"/>
                  </a:lnTo>
                  <a:lnTo>
                    <a:pt x="317499" y="2949277"/>
                  </a:lnTo>
                  <a:lnTo>
                    <a:pt x="317499" y="2917751"/>
                  </a:lnTo>
                  <a:lnTo>
                    <a:pt x="304799" y="2919191"/>
                  </a:lnTo>
                  <a:lnTo>
                    <a:pt x="292099" y="2920789"/>
                  </a:lnTo>
                  <a:lnTo>
                    <a:pt x="292099" y="2922544"/>
                  </a:lnTo>
                  <a:lnTo>
                    <a:pt x="279399" y="2924456"/>
                  </a:lnTo>
                  <a:lnTo>
                    <a:pt x="266699" y="2926524"/>
                  </a:lnTo>
                  <a:lnTo>
                    <a:pt x="266699" y="2928748"/>
                  </a:lnTo>
                  <a:lnTo>
                    <a:pt x="253999" y="2931126"/>
                  </a:lnTo>
                  <a:lnTo>
                    <a:pt x="241299" y="2933658"/>
                  </a:lnTo>
                  <a:lnTo>
                    <a:pt x="241299" y="2936343"/>
                  </a:lnTo>
                  <a:lnTo>
                    <a:pt x="228599" y="2939180"/>
                  </a:lnTo>
                  <a:close/>
                </a:path>
                <a:path w="4699000" h="3816350">
                  <a:moveTo>
                    <a:pt x="228599" y="3756482"/>
                  </a:moveTo>
                  <a:lnTo>
                    <a:pt x="228599" y="3789915"/>
                  </a:lnTo>
                  <a:lnTo>
                    <a:pt x="241299" y="3792072"/>
                  </a:lnTo>
                  <a:lnTo>
                    <a:pt x="241299" y="3794137"/>
                  </a:lnTo>
                  <a:lnTo>
                    <a:pt x="253999" y="3796111"/>
                  </a:lnTo>
                  <a:lnTo>
                    <a:pt x="253999" y="3797993"/>
                  </a:lnTo>
                  <a:lnTo>
                    <a:pt x="266699" y="3799783"/>
                  </a:lnTo>
                  <a:lnTo>
                    <a:pt x="266699" y="3801480"/>
                  </a:lnTo>
                  <a:lnTo>
                    <a:pt x="279399" y="3803084"/>
                  </a:lnTo>
                  <a:lnTo>
                    <a:pt x="279399" y="3769435"/>
                  </a:lnTo>
                  <a:lnTo>
                    <a:pt x="266699" y="3766557"/>
                  </a:lnTo>
                  <a:lnTo>
                    <a:pt x="253999" y="3763438"/>
                  </a:lnTo>
                  <a:lnTo>
                    <a:pt x="241299" y="3760079"/>
                  </a:lnTo>
                  <a:lnTo>
                    <a:pt x="228599" y="3756482"/>
                  </a:lnTo>
                  <a:close/>
                </a:path>
                <a:path w="4699000" h="3816350">
                  <a:moveTo>
                    <a:pt x="190499" y="3739747"/>
                  </a:moveTo>
                  <a:lnTo>
                    <a:pt x="190499" y="3772312"/>
                  </a:lnTo>
                  <a:lnTo>
                    <a:pt x="203199" y="3775092"/>
                  </a:lnTo>
                  <a:lnTo>
                    <a:pt x="203199" y="3777785"/>
                  </a:lnTo>
                  <a:lnTo>
                    <a:pt x="215899" y="3780389"/>
                  </a:lnTo>
                  <a:lnTo>
                    <a:pt x="215899" y="3785331"/>
                  </a:lnTo>
                  <a:lnTo>
                    <a:pt x="228599" y="3787669"/>
                  </a:lnTo>
                  <a:lnTo>
                    <a:pt x="228599" y="3752646"/>
                  </a:lnTo>
                  <a:lnTo>
                    <a:pt x="215899" y="3748575"/>
                  </a:lnTo>
                  <a:lnTo>
                    <a:pt x="203199" y="3744276"/>
                  </a:lnTo>
                  <a:lnTo>
                    <a:pt x="190499" y="3739747"/>
                  </a:lnTo>
                  <a:close/>
                </a:path>
                <a:path w="4699000" h="3816350">
                  <a:moveTo>
                    <a:pt x="165099" y="2967212"/>
                  </a:moveTo>
                  <a:lnTo>
                    <a:pt x="165099" y="3002950"/>
                  </a:lnTo>
                  <a:lnTo>
                    <a:pt x="177799" y="2997751"/>
                  </a:lnTo>
                  <a:lnTo>
                    <a:pt x="190499" y="2992770"/>
                  </a:lnTo>
                  <a:lnTo>
                    <a:pt x="190499" y="2988012"/>
                  </a:lnTo>
                  <a:lnTo>
                    <a:pt x="203199" y="2983483"/>
                  </a:lnTo>
                  <a:lnTo>
                    <a:pt x="215899" y="2979184"/>
                  </a:lnTo>
                  <a:lnTo>
                    <a:pt x="228599" y="2975114"/>
                  </a:lnTo>
                  <a:lnTo>
                    <a:pt x="228599" y="2942167"/>
                  </a:lnTo>
                  <a:lnTo>
                    <a:pt x="215899" y="2945305"/>
                  </a:lnTo>
                  <a:lnTo>
                    <a:pt x="203199" y="2948591"/>
                  </a:lnTo>
                  <a:lnTo>
                    <a:pt x="203199" y="2952026"/>
                  </a:lnTo>
                  <a:lnTo>
                    <a:pt x="190499" y="2955606"/>
                  </a:lnTo>
                  <a:lnTo>
                    <a:pt x="177799" y="2959330"/>
                  </a:lnTo>
                  <a:lnTo>
                    <a:pt x="177799" y="2963200"/>
                  </a:lnTo>
                  <a:lnTo>
                    <a:pt x="165099" y="2967212"/>
                  </a:lnTo>
                  <a:close/>
                </a:path>
                <a:path w="4699000" h="3816350">
                  <a:moveTo>
                    <a:pt x="165099" y="3724810"/>
                  </a:moveTo>
                  <a:lnTo>
                    <a:pt x="165099" y="3760331"/>
                  </a:lnTo>
                  <a:lnTo>
                    <a:pt x="177799" y="3763455"/>
                  </a:lnTo>
                  <a:lnTo>
                    <a:pt x="177799" y="3766493"/>
                  </a:lnTo>
                  <a:lnTo>
                    <a:pt x="190499" y="3769446"/>
                  </a:lnTo>
                  <a:lnTo>
                    <a:pt x="190499" y="3734990"/>
                  </a:lnTo>
                  <a:lnTo>
                    <a:pt x="177799" y="3730008"/>
                  </a:lnTo>
                  <a:lnTo>
                    <a:pt x="165099" y="3724810"/>
                  </a:lnTo>
                  <a:close/>
                </a:path>
                <a:path w="4699000" h="3816350">
                  <a:moveTo>
                    <a:pt x="139699" y="3707915"/>
                  </a:moveTo>
                  <a:lnTo>
                    <a:pt x="139699" y="3747002"/>
                  </a:lnTo>
                  <a:lnTo>
                    <a:pt x="152399" y="3750459"/>
                  </a:lnTo>
                  <a:lnTo>
                    <a:pt x="152399" y="3753833"/>
                  </a:lnTo>
                  <a:lnTo>
                    <a:pt x="165099" y="3757124"/>
                  </a:lnTo>
                  <a:lnTo>
                    <a:pt x="165099" y="3719393"/>
                  </a:lnTo>
                  <a:lnTo>
                    <a:pt x="152399" y="3713760"/>
                  </a:lnTo>
                  <a:lnTo>
                    <a:pt x="139699" y="3707915"/>
                  </a:lnTo>
                  <a:close/>
                </a:path>
                <a:path w="4699000" h="3816350">
                  <a:moveTo>
                    <a:pt x="114299" y="2999153"/>
                  </a:moveTo>
                  <a:lnTo>
                    <a:pt x="114299" y="3038599"/>
                  </a:lnTo>
                  <a:lnTo>
                    <a:pt x="126999" y="3032144"/>
                  </a:lnTo>
                  <a:lnTo>
                    <a:pt x="139699" y="3025892"/>
                  </a:lnTo>
                  <a:lnTo>
                    <a:pt x="139699" y="3019844"/>
                  </a:lnTo>
                  <a:lnTo>
                    <a:pt x="152399" y="3014000"/>
                  </a:lnTo>
                  <a:lnTo>
                    <a:pt x="165099" y="3008366"/>
                  </a:lnTo>
                  <a:lnTo>
                    <a:pt x="165099" y="2971364"/>
                  </a:lnTo>
                  <a:lnTo>
                    <a:pt x="152399" y="2975655"/>
                  </a:lnTo>
                  <a:lnTo>
                    <a:pt x="152399" y="2980086"/>
                  </a:lnTo>
                  <a:lnTo>
                    <a:pt x="139699" y="2984653"/>
                  </a:lnTo>
                  <a:lnTo>
                    <a:pt x="126999" y="2989353"/>
                  </a:lnTo>
                  <a:lnTo>
                    <a:pt x="126999" y="2994186"/>
                  </a:lnTo>
                  <a:lnTo>
                    <a:pt x="114299" y="2999153"/>
                  </a:lnTo>
                  <a:close/>
                </a:path>
                <a:path w="4699000" h="3816350">
                  <a:moveTo>
                    <a:pt x="114299" y="3689160"/>
                  </a:moveTo>
                  <a:lnTo>
                    <a:pt x="114299" y="3728515"/>
                  </a:lnTo>
                  <a:lnTo>
                    <a:pt x="126999" y="3732370"/>
                  </a:lnTo>
                  <a:lnTo>
                    <a:pt x="126999" y="3736148"/>
                  </a:lnTo>
                  <a:lnTo>
                    <a:pt x="139699" y="3739847"/>
                  </a:lnTo>
                  <a:lnTo>
                    <a:pt x="139699" y="3701867"/>
                  </a:lnTo>
                  <a:lnTo>
                    <a:pt x="126999" y="3695616"/>
                  </a:lnTo>
                  <a:lnTo>
                    <a:pt x="114299" y="3689160"/>
                  </a:lnTo>
                  <a:close/>
                </a:path>
                <a:path w="4699000" h="3816350">
                  <a:moveTo>
                    <a:pt x="101599" y="3675670"/>
                  </a:moveTo>
                  <a:lnTo>
                    <a:pt x="101599" y="3720571"/>
                  </a:lnTo>
                  <a:lnTo>
                    <a:pt x="114299" y="3724582"/>
                  </a:lnTo>
                  <a:lnTo>
                    <a:pt x="114299" y="3682509"/>
                  </a:lnTo>
                  <a:lnTo>
                    <a:pt x="101599" y="3675670"/>
                  </a:lnTo>
                  <a:close/>
                </a:path>
                <a:path w="4699000" h="3816350">
                  <a:moveTo>
                    <a:pt x="101599" y="3009471"/>
                  </a:moveTo>
                  <a:lnTo>
                    <a:pt x="101599" y="3052089"/>
                  </a:lnTo>
                  <a:lnTo>
                    <a:pt x="114299" y="3045250"/>
                  </a:lnTo>
                  <a:lnTo>
                    <a:pt x="114299" y="3004249"/>
                  </a:lnTo>
                  <a:lnTo>
                    <a:pt x="101599" y="3009471"/>
                  </a:lnTo>
                  <a:close/>
                </a:path>
                <a:path w="4699000" h="3816350">
                  <a:moveTo>
                    <a:pt x="76199" y="3654034"/>
                  </a:moveTo>
                  <a:lnTo>
                    <a:pt x="76199" y="3694950"/>
                  </a:lnTo>
                  <a:lnTo>
                    <a:pt x="88899" y="3699401"/>
                  </a:lnTo>
                  <a:lnTo>
                    <a:pt x="88899" y="3708090"/>
                  </a:lnTo>
                  <a:lnTo>
                    <a:pt x="101599" y="3712325"/>
                  </a:lnTo>
                  <a:lnTo>
                    <a:pt x="101599" y="3668643"/>
                  </a:lnTo>
                  <a:lnTo>
                    <a:pt x="88899" y="3661428"/>
                  </a:lnTo>
                  <a:lnTo>
                    <a:pt x="76199" y="3654034"/>
                  </a:lnTo>
                  <a:close/>
                </a:path>
                <a:path w="4699000" h="3816350">
                  <a:moveTo>
                    <a:pt x="76199" y="3031602"/>
                  </a:moveTo>
                  <a:lnTo>
                    <a:pt x="76199" y="3073725"/>
                  </a:lnTo>
                  <a:lnTo>
                    <a:pt x="88899" y="3066331"/>
                  </a:lnTo>
                  <a:lnTo>
                    <a:pt x="101599" y="3059116"/>
                  </a:lnTo>
                  <a:lnTo>
                    <a:pt x="101599" y="3014819"/>
                  </a:lnTo>
                  <a:lnTo>
                    <a:pt x="88899" y="3020292"/>
                  </a:lnTo>
                  <a:lnTo>
                    <a:pt x="88899" y="3025888"/>
                  </a:lnTo>
                  <a:lnTo>
                    <a:pt x="76199" y="3031602"/>
                  </a:lnTo>
                  <a:close/>
                </a:path>
                <a:path w="4699000" h="3816350">
                  <a:moveTo>
                    <a:pt x="63499" y="3638735"/>
                  </a:moveTo>
                  <a:lnTo>
                    <a:pt x="63499" y="3685837"/>
                  </a:lnTo>
                  <a:lnTo>
                    <a:pt x="76199" y="3690429"/>
                  </a:lnTo>
                  <a:lnTo>
                    <a:pt x="76199" y="3646470"/>
                  </a:lnTo>
                  <a:lnTo>
                    <a:pt x="63499" y="3638735"/>
                  </a:lnTo>
                  <a:close/>
                </a:path>
                <a:path w="4699000" h="3816350">
                  <a:moveTo>
                    <a:pt x="63499" y="3043384"/>
                  </a:moveTo>
                  <a:lnTo>
                    <a:pt x="63499" y="3089024"/>
                  </a:lnTo>
                  <a:lnTo>
                    <a:pt x="76199" y="3081289"/>
                  </a:lnTo>
                  <a:lnTo>
                    <a:pt x="76199" y="3037434"/>
                  </a:lnTo>
                  <a:lnTo>
                    <a:pt x="63499" y="3043384"/>
                  </a:lnTo>
                  <a:close/>
                </a:path>
                <a:path w="4699000" h="3816350">
                  <a:moveTo>
                    <a:pt x="50799" y="3622765"/>
                  </a:moveTo>
                  <a:lnTo>
                    <a:pt x="50799" y="3671657"/>
                  </a:lnTo>
                  <a:lnTo>
                    <a:pt x="63499" y="3676450"/>
                  </a:lnTo>
                  <a:lnTo>
                    <a:pt x="63499" y="3630831"/>
                  </a:lnTo>
                  <a:lnTo>
                    <a:pt x="50799" y="3622765"/>
                  </a:lnTo>
                  <a:close/>
                </a:path>
                <a:path w="4699000" h="3816350">
                  <a:moveTo>
                    <a:pt x="50799" y="3055622"/>
                  </a:moveTo>
                  <a:lnTo>
                    <a:pt x="50799" y="3104994"/>
                  </a:lnTo>
                  <a:lnTo>
                    <a:pt x="63499" y="3096929"/>
                  </a:lnTo>
                  <a:lnTo>
                    <a:pt x="63499" y="3049448"/>
                  </a:lnTo>
                  <a:lnTo>
                    <a:pt x="50799" y="3055622"/>
                  </a:lnTo>
                  <a:close/>
                </a:path>
                <a:path w="4699000" h="3816350">
                  <a:moveTo>
                    <a:pt x="38099" y="3606181"/>
                  </a:moveTo>
                  <a:lnTo>
                    <a:pt x="38099" y="3656887"/>
                  </a:lnTo>
                  <a:lnTo>
                    <a:pt x="50799" y="3661873"/>
                  </a:lnTo>
                  <a:lnTo>
                    <a:pt x="50799" y="3614548"/>
                  </a:lnTo>
                  <a:lnTo>
                    <a:pt x="38099" y="3606181"/>
                  </a:lnTo>
                  <a:close/>
                </a:path>
                <a:path w="4699000" h="3816350">
                  <a:moveTo>
                    <a:pt x="38099" y="3068297"/>
                  </a:moveTo>
                  <a:lnTo>
                    <a:pt x="38099" y="3121579"/>
                  </a:lnTo>
                  <a:lnTo>
                    <a:pt x="50799" y="3113211"/>
                  </a:lnTo>
                  <a:lnTo>
                    <a:pt x="50799" y="3061905"/>
                  </a:lnTo>
                  <a:lnTo>
                    <a:pt x="38099" y="3068297"/>
                  </a:lnTo>
                  <a:close/>
                </a:path>
                <a:path w="4699000" h="3816350">
                  <a:moveTo>
                    <a:pt x="25399" y="3589003"/>
                  </a:moveTo>
                  <a:lnTo>
                    <a:pt x="25399" y="3641557"/>
                  </a:lnTo>
                  <a:lnTo>
                    <a:pt x="38099" y="3646728"/>
                  </a:lnTo>
                  <a:lnTo>
                    <a:pt x="38099" y="3597662"/>
                  </a:lnTo>
                  <a:lnTo>
                    <a:pt x="25399" y="3589003"/>
                  </a:lnTo>
                  <a:close/>
                </a:path>
                <a:path w="4699000" h="3816350">
                  <a:moveTo>
                    <a:pt x="25399" y="3088091"/>
                  </a:moveTo>
                  <a:lnTo>
                    <a:pt x="25399" y="3138757"/>
                  </a:lnTo>
                  <a:lnTo>
                    <a:pt x="38099" y="3130097"/>
                  </a:lnTo>
                  <a:lnTo>
                    <a:pt x="38099" y="3081393"/>
                  </a:lnTo>
                  <a:lnTo>
                    <a:pt x="25399" y="3088091"/>
                  </a:lnTo>
                  <a:close/>
                </a:path>
                <a:path w="4699000" h="3816350">
                  <a:moveTo>
                    <a:pt x="12699" y="3562242"/>
                  </a:moveTo>
                  <a:lnTo>
                    <a:pt x="12699" y="3625696"/>
                  </a:lnTo>
                  <a:lnTo>
                    <a:pt x="25399" y="3631041"/>
                  </a:lnTo>
                  <a:lnTo>
                    <a:pt x="25399" y="3571293"/>
                  </a:lnTo>
                  <a:lnTo>
                    <a:pt x="12699" y="3562242"/>
                  </a:lnTo>
                  <a:close/>
                </a:path>
                <a:path w="4699000" h="3816350">
                  <a:moveTo>
                    <a:pt x="12699" y="3101784"/>
                  </a:moveTo>
                  <a:lnTo>
                    <a:pt x="12699" y="3165517"/>
                  </a:lnTo>
                  <a:lnTo>
                    <a:pt x="25399" y="3156467"/>
                  </a:lnTo>
                  <a:lnTo>
                    <a:pt x="25399" y="3094890"/>
                  </a:lnTo>
                  <a:lnTo>
                    <a:pt x="12699" y="3101784"/>
                  </a:lnTo>
                  <a:close/>
                </a:path>
                <a:path w="4699000" h="3816350">
                  <a:moveTo>
                    <a:pt x="0" y="3543794"/>
                  </a:moveTo>
                  <a:lnTo>
                    <a:pt x="0" y="3609336"/>
                  </a:lnTo>
                  <a:lnTo>
                    <a:pt x="12699" y="3614843"/>
                  </a:lnTo>
                  <a:lnTo>
                    <a:pt x="12699" y="3553072"/>
                  </a:lnTo>
                  <a:lnTo>
                    <a:pt x="0" y="3543794"/>
                  </a:lnTo>
                  <a:close/>
                </a:path>
                <a:path w="4699000" h="3816350">
                  <a:moveTo>
                    <a:pt x="0" y="3123011"/>
                  </a:moveTo>
                  <a:lnTo>
                    <a:pt x="0" y="3183966"/>
                  </a:lnTo>
                  <a:lnTo>
                    <a:pt x="12699" y="3174687"/>
                  </a:lnTo>
                  <a:lnTo>
                    <a:pt x="12699" y="3115844"/>
                  </a:lnTo>
                  <a:lnTo>
                    <a:pt x="0" y="3123011"/>
                  </a:lnTo>
                  <a:close/>
                </a:path>
              </a:pathLst>
            </a:custGeom>
            <a:solidFill>
              <a:srgbClr val="28A3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295069" y="624079"/>
              <a:ext cx="10015855" cy="5219700"/>
            </a:xfrm>
            <a:custGeom>
              <a:avLst/>
              <a:gdLst/>
              <a:ahLst/>
              <a:cxnLst/>
              <a:rect l="l" t="t" r="r" b="b"/>
              <a:pathLst>
                <a:path w="10015855" h="5219700">
                  <a:moveTo>
                    <a:pt x="9692985" y="5219364"/>
                  </a:moveTo>
                  <a:lnTo>
                    <a:pt x="323850" y="5219364"/>
                  </a:lnTo>
                  <a:lnTo>
                    <a:pt x="275993" y="5215853"/>
                  </a:lnTo>
                  <a:lnTo>
                    <a:pt x="230317" y="5205653"/>
                  </a:lnTo>
                  <a:lnTo>
                    <a:pt x="187323" y="5189265"/>
                  </a:lnTo>
                  <a:lnTo>
                    <a:pt x="147510" y="5167190"/>
                  </a:lnTo>
                  <a:lnTo>
                    <a:pt x="111380" y="5139929"/>
                  </a:lnTo>
                  <a:lnTo>
                    <a:pt x="79434" y="5107983"/>
                  </a:lnTo>
                  <a:lnTo>
                    <a:pt x="52174" y="5071854"/>
                  </a:lnTo>
                  <a:lnTo>
                    <a:pt x="30099" y="5032041"/>
                  </a:lnTo>
                  <a:lnTo>
                    <a:pt x="13711" y="4989046"/>
                  </a:lnTo>
                  <a:lnTo>
                    <a:pt x="3511" y="4943370"/>
                  </a:lnTo>
                  <a:lnTo>
                    <a:pt x="0" y="4895514"/>
                  </a:lnTo>
                  <a:lnTo>
                    <a:pt x="0" y="323850"/>
                  </a:lnTo>
                  <a:lnTo>
                    <a:pt x="3511" y="275993"/>
                  </a:lnTo>
                  <a:lnTo>
                    <a:pt x="13711" y="230317"/>
                  </a:lnTo>
                  <a:lnTo>
                    <a:pt x="30099" y="187323"/>
                  </a:lnTo>
                  <a:lnTo>
                    <a:pt x="52174" y="147510"/>
                  </a:lnTo>
                  <a:lnTo>
                    <a:pt x="79434" y="111380"/>
                  </a:lnTo>
                  <a:lnTo>
                    <a:pt x="111380" y="79434"/>
                  </a:lnTo>
                  <a:lnTo>
                    <a:pt x="147510" y="52174"/>
                  </a:lnTo>
                  <a:lnTo>
                    <a:pt x="187323" y="30099"/>
                  </a:lnTo>
                  <a:lnTo>
                    <a:pt x="230317" y="13711"/>
                  </a:lnTo>
                  <a:lnTo>
                    <a:pt x="275993" y="3511"/>
                  </a:lnTo>
                  <a:lnTo>
                    <a:pt x="323850" y="0"/>
                  </a:lnTo>
                  <a:lnTo>
                    <a:pt x="9692985" y="0"/>
                  </a:lnTo>
                  <a:lnTo>
                    <a:pt x="9740841" y="3511"/>
                  </a:lnTo>
                  <a:lnTo>
                    <a:pt x="9786517" y="13711"/>
                  </a:lnTo>
                  <a:lnTo>
                    <a:pt x="9829512" y="30099"/>
                  </a:lnTo>
                  <a:lnTo>
                    <a:pt x="9869325" y="52174"/>
                  </a:lnTo>
                  <a:lnTo>
                    <a:pt x="9905455" y="79434"/>
                  </a:lnTo>
                  <a:lnTo>
                    <a:pt x="9937400" y="111380"/>
                  </a:lnTo>
                  <a:lnTo>
                    <a:pt x="9964661" y="147510"/>
                  </a:lnTo>
                  <a:lnTo>
                    <a:pt x="9986736" y="187323"/>
                  </a:lnTo>
                  <a:lnTo>
                    <a:pt x="10003124" y="230317"/>
                  </a:lnTo>
                  <a:lnTo>
                    <a:pt x="10013324" y="275993"/>
                  </a:lnTo>
                  <a:lnTo>
                    <a:pt x="10015726" y="308735"/>
                  </a:lnTo>
                  <a:lnTo>
                    <a:pt x="10015726" y="4910629"/>
                  </a:lnTo>
                  <a:lnTo>
                    <a:pt x="10003124" y="4989046"/>
                  </a:lnTo>
                  <a:lnTo>
                    <a:pt x="9986736" y="5032041"/>
                  </a:lnTo>
                  <a:lnTo>
                    <a:pt x="9964661" y="5071854"/>
                  </a:lnTo>
                  <a:lnTo>
                    <a:pt x="9937400" y="5107983"/>
                  </a:lnTo>
                  <a:lnTo>
                    <a:pt x="9905455" y="5139929"/>
                  </a:lnTo>
                  <a:lnTo>
                    <a:pt x="9869325" y="5167190"/>
                  </a:lnTo>
                  <a:lnTo>
                    <a:pt x="9829512" y="5189265"/>
                  </a:lnTo>
                  <a:lnTo>
                    <a:pt x="9786517" y="5205653"/>
                  </a:lnTo>
                  <a:lnTo>
                    <a:pt x="9740841" y="5215853"/>
                  </a:lnTo>
                  <a:lnTo>
                    <a:pt x="9692985" y="5219364"/>
                  </a:lnTo>
                  <a:close/>
                </a:path>
              </a:pathLst>
            </a:custGeom>
            <a:solidFill>
              <a:srgbClr val="FFFFFF">
                <a:alpha val="8470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290498" y="1160899"/>
            <a:ext cx="4281170" cy="5937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700" spc="-30" b="1">
                <a:solidFill>
                  <a:srgbClr val="0A8F83"/>
                </a:solidFill>
                <a:latin typeface="Tahoma"/>
                <a:cs typeface="Tahoma"/>
              </a:rPr>
              <a:t>Cloud</a:t>
            </a:r>
            <a:r>
              <a:rPr dirty="0" sz="3700" spc="-245" b="1">
                <a:solidFill>
                  <a:srgbClr val="0A8F83"/>
                </a:solidFill>
                <a:latin typeface="Tahoma"/>
                <a:cs typeface="Tahoma"/>
              </a:rPr>
              <a:t> </a:t>
            </a:r>
            <a:r>
              <a:rPr dirty="0" sz="3700" spc="-45" b="1">
                <a:solidFill>
                  <a:srgbClr val="0A8F83"/>
                </a:solidFill>
                <a:latin typeface="Tahoma"/>
                <a:cs typeface="Tahoma"/>
              </a:rPr>
              <a:t>Applications</a:t>
            </a:r>
            <a:endParaRPr sz="37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631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dirty="0" spc="50"/>
              <a:t>Quinta</a:t>
            </a:r>
            <a:r>
              <a:rPr dirty="0" spc="-150"/>
              <a:t> </a:t>
            </a:r>
            <a:r>
              <a:rPr dirty="0" spc="-20"/>
              <a:t>capa:</a:t>
            </a:r>
          </a:p>
          <a:p>
            <a:pPr marL="514984" marR="5080" indent="-271145">
              <a:lnSpc>
                <a:spcPct val="143100"/>
              </a:lnSpc>
              <a:buAutoNum type="arabicPeriod"/>
              <a:tabLst>
                <a:tab pos="514984" algn="l"/>
                <a:tab pos="5344160" algn="l"/>
              </a:tabLst>
            </a:pPr>
            <a:r>
              <a:rPr dirty="0" spc="-20"/>
              <a:t>Las</a:t>
            </a:r>
            <a:r>
              <a:rPr dirty="0" spc="-50"/>
              <a:t> </a:t>
            </a:r>
            <a:r>
              <a:rPr dirty="0"/>
              <a:t>aplicaciones</a:t>
            </a:r>
            <a:r>
              <a:rPr dirty="0" spc="-50"/>
              <a:t> </a:t>
            </a:r>
            <a:r>
              <a:rPr dirty="0"/>
              <a:t>en</a:t>
            </a:r>
            <a:r>
              <a:rPr dirty="0" spc="-50"/>
              <a:t> </a:t>
            </a:r>
            <a:r>
              <a:rPr dirty="0"/>
              <a:t>la</a:t>
            </a:r>
            <a:r>
              <a:rPr dirty="0" spc="-50"/>
              <a:t> </a:t>
            </a:r>
            <a:r>
              <a:rPr dirty="0"/>
              <a:t>nube</a:t>
            </a:r>
            <a:r>
              <a:rPr dirty="0" spc="-50"/>
              <a:t> </a:t>
            </a:r>
            <a:r>
              <a:rPr dirty="0" spc="-10"/>
              <a:t>incluyen</a:t>
            </a:r>
            <a:r>
              <a:rPr dirty="0"/>
              <a:t>	las</a:t>
            </a:r>
            <a:r>
              <a:rPr dirty="0" spc="35"/>
              <a:t> </a:t>
            </a:r>
            <a:r>
              <a:rPr dirty="0"/>
              <a:t>interfaces</a:t>
            </a:r>
            <a:r>
              <a:rPr dirty="0" spc="35"/>
              <a:t> </a:t>
            </a:r>
            <a:r>
              <a:rPr dirty="0" spc="40"/>
              <a:t>de </a:t>
            </a:r>
            <a:r>
              <a:rPr dirty="0"/>
              <a:t>usuario</a:t>
            </a:r>
            <a:r>
              <a:rPr dirty="0" spc="-60"/>
              <a:t> </a:t>
            </a:r>
            <a:r>
              <a:rPr dirty="0" spc="65"/>
              <a:t>de</a:t>
            </a:r>
            <a:r>
              <a:rPr dirty="0" spc="-55"/>
              <a:t> </a:t>
            </a:r>
            <a:r>
              <a:rPr dirty="0"/>
              <a:t>los</a:t>
            </a:r>
            <a:r>
              <a:rPr dirty="0" spc="-55"/>
              <a:t> </a:t>
            </a:r>
            <a:r>
              <a:rPr dirty="0"/>
              <a:t>dashboards,</a:t>
            </a:r>
            <a:r>
              <a:rPr dirty="0" spc="-55"/>
              <a:t> </a:t>
            </a:r>
            <a:r>
              <a:rPr dirty="0"/>
              <a:t>conjuntos</a:t>
            </a:r>
            <a:r>
              <a:rPr dirty="0" spc="-55"/>
              <a:t> </a:t>
            </a:r>
            <a:r>
              <a:rPr dirty="0" spc="65"/>
              <a:t>de</a:t>
            </a:r>
            <a:r>
              <a:rPr dirty="0" spc="-60"/>
              <a:t> </a:t>
            </a:r>
            <a:r>
              <a:rPr dirty="0" spc="-10"/>
              <a:t>informes, </a:t>
            </a:r>
            <a:r>
              <a:rPr dirty="0" spc="50"/>
              <a:t>módulos</a:t>
            </a:r>
            <a:r>
              <a:rPr dirty="0" spc="-20"/>
              <a:t> </a:t>
            </a:r>
            <a:r>
              <a:rPr dirty="0"/>
              <a:t>analíticos</a:t>
            </a:r>
            <a:r>
              <a:rPr dirty="0" spc="-15"/>
              <a:t> </a:t>
            </a:r>
            <a:r>
              <a:rPr dirty="0" spc="-65"/>
              <a:t>y</a:t>
            </a:r>
            <a:r>
              <a:rPr dirty="0" spc="-15"/>
              <a:t> </a:t>
            </a:r>
            <a:r>
              <a:rPr dirty="0" spc="65"/>
              <a:t>de</a:t>
            </a:r>
            <a:r>
              <a:rPr dirty="0" spc="-15"/>
              <a:t> </a:t>
            </a:r>
            <a:r>
              <a:rPr dirty="0"/>
              <a:t>inteligencia</a:t>
            </a:r>
            <a:r>
              <a:rPr dirty="0" spc="-15"/>
              <a:t> </a:t>
            </a:r>
            <a:r>
              <a:rPr dirty="0" spc="-10"/>
              <a:t>artificial.</a:t>
            </a:r>
          </a:p>
          <a:p>
            <a:pPr marL="514984" indent="-270510">
              <a:lnSpc>
                <a:spcPct val="100000"/>
              </a:lnSpc>
              <a:spcBef>
                <a:spcPts val="1190"/>
              </a:spcBef>
              <a:buAutoNum type="arabicPeriod"/>
              <a:tabLst>
                <a:tab pos="514984" algn="l"/>
              </a:tabLst>
            </a:pPr>
            <a:r>
              <a:rPr dirty="0"/>
              <a:t>Interacción</a:t>
            </a:r>
            <a:r>
              <a:rPr dirty="0" spc="-80"/>
              <a:t> </a:t>
            </a:r>
            <a:r>
              <a:rPr dirty="0"/>
              <a:t>con</a:t>
            </a:r>
            <a:r>
              <a:rPr dirty="0" spc="-80"/>
              <a:t> </a:t>
            </a:r>
            <a:r>
              <a:rPr dirty="0" spc="60"/>
              <a:t>el</a:t>
            </a:r>
            <a:r>
              <a:rPr dirty="0" spc="-80"/>
              <a:t> </a:t>
            </a:r>
            <a:r>
              <a:rPr dirty="0"/>
              <a:t>usuario</a:t>
            </a:r>
            <a:r>
              <a:rPr dirty="0" spc="-75"/>
              <a:t> </a:t>
            </a:r>
            <a:r>
              <a:rPr dirty="0" spc="-10"/>
              <a:t>final</a:t>
            </a:r>
          </a:p>
        </p:txBody>
      </p:sp>
      <p:grpSp>
        <p:nvGrpSpPr>
          <p:cNvPr id="9" name="object 9" descr=""/>
          <p:cNvGrpSpPr/>
          <p:nvPr/>
        </p:nvGrpSpPr>
        <p:grpSpPr>
          <a:xfrm>
            <a:off x="2552479" y="4642875"/>
            <a:ext cx="7096125" cy="1797050"/>
            <a:chOff x="2552479" y="4642875"/>
            <a:chExt cx="7096125" cy="1797050"/>
          </a:xfrm>
        </p:grpSpPr>
        <p:sp>
          <p:nvSpPr>
            <p:cNvPr id="10" name="object 10" descr=""/>
            <p:cNvSpPr/>
            <p:nvPr/>
          </p:nvSpPr>
          <p:spPr>
            <a:xfrm>
              <a:off x="2552479" y="4794252"/>
              <a:ext cx="2837815" cy="1493520"/>
            </a:xfrm>
            <a:custGeom>
              <a:avLst/>
              <a:gdLst/>
              <a:ahLst/>
              <a:cxnLst/>
              <a:rect l="l" t="t" r="r" b="b"/>
              <a:pathLst>
                <a:path w="2837815" h="1493520">
                  <a:moveTo>
                    <a:pt x="2790457" y="1487578"/>
                  </a:moveTo>
                  <a:lnTo>
                    <a:pt x="46919" y="1492943"/>
                  </a:lnTo>
                  <a:lnTo>
                    <a:pt x="37767" y="1491449"/>
                  </a:lnTo>
                  <a:lnTo>
                    <a:pt x="29083" y="1488197"/>
                  </a:lnTo>
                  <a:lnTo>
                    <a:pt x="3042" y="1451977"/>
                  </a:lnTo>
                  <a:lnTo>
                    <a:pt x="0" y="49580"/>
                  </a:lnTo>
                  <a:lnTo>
                    <a:pt x="1493" y="40424"/>
                  </a:lnTo>
                  <a:lnTo>
                    <a:pt x="31917" y="7803"/>
                  </a:lnTo>
                  <a:lnTo>
                    <a:pt x="2790650" y="0"/>
                  </a:lnTo>
                  <a:lnTo>
                    <a:pt x="2799801" y="1494"/>
                  </a:lnTo>
                  <a:lnTo>
                    <a:pt x="2832405" y="31934"/>
                  </a:lnTo>
                  <a:lnTo>
                    <a:pt x="2837569" y="1443363"/>
                  </a:lnTo>
                  <a:lnTo>
                    <a:pt x="2836076" y="1452519"/>
                  </a:lnTo>
                  <a:lnTo>
                    <a:pt x="2805651" y="1485140"/>
                  </a:lnTo>
                  <a:lnTo>
                    <a:pt x="2790457" y="1487578"/>
                  </a:lnTo>
                  <a:close/>
                </a:path>
              </a:pathLst>
            </a:custGeom>
            <a:solidFill>
              <a:srgbClr val="3253C8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670569" y="4912942"/>
              <a:ext cx="2599055" cy="1279525"/>
            </a:xfrm>
            <a:custGeom>
              <a:avLst/>
              <a:gdLst/>
              <a:ahLst/>
              <a:cxnLst/>
              <a:rect l="l" t="t" r="r" b="b"/>
              <a:pathLst>
                <a:path w="2599054" h="1279525">
                  <a:moveTo>
                    <a:pt x="2551478" y="1274389"/>
                  </a:moveTo>
                  <a:lnTo>
                    <a:pt x="46502" y="1279288"/>
                  </a:lnTo>
                  <a:lnTo>
                    <a:pt x="37351" y="1277794"/>
                  </a:lnTo>
                  <a:lnTo>
                    <a:pt x="28667" y="1274542"/>
                  </a:lnTo>
                  <a:lnTo>
                    <a:pt x="2625" y="1238323"/>
                  </a:lnTo>
                  <a:lnTo>
                    <a:pt x="0" y="49113"/>
                  </a:lnTo>
                  <a:lnTo>
                    <a:pt x="1493" y="39957"/>
                  </a:lnTo>
                  <a:lnTo>
                    <a:pt x="31917" y="7337"/>
                  </a:lnTo>
                  <a:lnTo>
                    <a:pt x="2552087" y="0"/>
                  </a:lnTo>
                  <a:lnTo>
                    <a:pt x="2561238" y="1494"/>
                  </a:lnTo>
                  <a:lnTo>
                    <a:pt x="2593842" y="31934"/>
                  </a:lnTo>
                  <a:lnTo>
                    <a:pt x="2598590" y="1230175"/>
                  </a:lnTo>
                  <a:lnTo>
                    <a:pt x="2597096" y="1239331"/>
                  </a:lnTo>
                  <a:lnTo>
                    <a:pt x="2566672" y="1271951"/>
                  </a:lnTo>
                  <a:lnTo>
                    <a:pt x="2551478" y="12743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017017" y="5364107"/>
              <a:ext cx="647700" cy="587375"/>
            </a:xfrm>
            <a:custGeom>
              <a:avLst/>
              <a:gdLst/>
              <a:ahLst/>
              <a:cxnLst/>
              <a:rect l="l" t="t" r="r" b="b"/>
              <a:pathLst>
                <a:path w="647700" h="587375">
                  <a:moveTo>
                    <a:pt x="218450" y="587001"/>
                  </a:moveTo>
                  <a:lnTo>
                    <a:pt x="172535" y="584212"/>
                  </a:lnTo>
                  <a:lnTo>
                    <a:pt x="127337" y="576775"/>
                  </a:lnTo>
                  <a:lnTo>
                    <a:pt x="83250" y="564775"/>
                  </a:lnTo>
                  <a:lnTo>
                    <a:pt x="40673" y="548300"/>
                  </a:lnTo>
                  <a:lnTo>
                    <a:pt x="0" y="527434"/>
                  </a:lnTo>
                  <a:lnTo>
                    <a:pt x="100284" y="373515"/>
                  </a:lnTo>
                  <a:lnTo>
                    <a:pt x="134227" y="389817"/>
                  </a:lnTo>
                  <a:lnTo>
                    <a:pt x="170280" y="400636"/>
                  </a:lnTo>
                  <a:lnTo>
                    <a:pt x="207708" y="405813"/>
                  </a:lnTo>
                  <a:lnTo>
                    <a:pt x="245777" y="405188"/>
                  </a:lnTo>
                  <a:lnTo>
                    <a:pt x="283234" y="398724"/>
                  </a:lnTo>
                  <a:lnTo>
                    <a:pt x="351950" y="369382"/>
                  </a:lnTo>
                  <a:lnTo>
                    <a:pt x="407490" y="320504"/>
                  </a:lnTo>
                  <a:lnTo>
                    <a:pt x="443346" y="257818"/>
                  </a:lnTo>
                  <a:lnTo>
                    <a:pt x="456193" y="187135"/>
                  </a:lnTo>
                  <a:lnTo>
                    <a:pt x="453387" y="151489"/>
                  </a:lnTo>
                  <a:lnTo>
                    <a:pt x="444527" y="116738"/>
                  </a:lnTo>
                  <a:lnTo>
                    <a:pt x="429730" y="83587"/>
                  </a:lnTo>
                  <a:lnTo>
                    <a:pt x="599332" y="0"/>
                  </a:lnTo>
                  <a:lnTo>
                    <a:pt x="621724" y="47971"/>
                  </a:lnTo>
                  <a:lnTo>
                    <a:pt x="637231" y="97970"/>
                  </a:lnTo>
                  <a:lnTo>
                    <a:pt x="645744" y="149341"/>
                  </a:lnTo>
                  <a:lnTo>
                    <a:pt x="647154" y="201426"/>
                  </a:lnTo>
                  <a:lnTo>
                    <a:pt x="641352" y="253571"/>
                  </a:lnTo>
                  <a:lnTo>
                    <a:pt x="628409" y="304556"/>
                  </a:lnTo>
                  <a:lnTo>
                    <a:pt x="608688" y="353211"/>
                  </a:lnTo>
                  <a:lnTo>
                    <a:pt x="582523" y="398953"/>
                  </a:lnTo>
                  <a:lnTo>
                    <a:pt x="550250" y="441198"/>
                  </a:lnTo>
                  <a:lnTo>
                    <a:pt x="512201" y="479361"/>
                  </a:lnTo>
                  <a:lnTo>
                    <a:pt x="469214" y="512514"/>
                  </a:lnTo>
                  <a:lnTo>
                    <a:pt x="422328" y="539933"/>
                  </a:lnTo>
                  <a:lnTo>
                    <a:pt x="372184" y="561346"/>
                  </a:lnTo>
                  <a:lnTo>
                    <a:pt x="319423" y="576478"/>
                  </a:lnTo>
                  <a:lnTo>
                    <a:pt x="264685" y="585056"/>
                  </a:lnTo>
                  <a:lnTo>
                    <a:pt x="218450" y="587001"/>
                  </a:lnTo>
                  <a:close/>
                </a:path>
              </a:pathLst>
            </a:custGeom>
            <a:solidFill>
              <a:srgbClr val="FABF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834450" y="5148721"/>
              <a:ext cx="829944" cy="489584"/>
            </a:xfrm>
            <a:custGeom>
              <a:avLst/>
              <a:gdLst/>
              <a:ahLst/>
              <a:cxnLst/>
              <a:rect l="l" t="t" r="r" b="b"/>
              <a:pathLst>
                <a:path w="829945" h="489585">
                  <a:moveTo>
                    <a:pt x="819610" y="489459"/>
                  </a:moveTo>
                  <a:lnTo>
                    <a:pt x="633026" y="449629"/>
                  </a:lnTo>
                  <a:lnTo>
                    <a:pt x="638661" y="407650"/>
                  </a:lnTo>
                  <a:lnTo>
                    <a:pt x="635774" y="365801"/>
                  </a:lnTo>
                  <a:lnTo>
                    <a:pt x="624561" y="325224"/>
                  </a:lnTo>
                  <a:lnTo>
                    <a:pt x="605217" y="287061"/>
                  </a:lnTo>
                  <a:lnTo>
                    <a:pt x="578521" y="253088"/>
                  </a:lnTo>
                  <a:lnTo>
                    <a:pt x="545772" y="224784"/>
                  </a:lnTo>
                  <a:lnTo>
                    <a:pt x="507948" y="202845"/>
                  </a:lnTo>
                  <a:lnTo>
                    <a:pt x="466027" y="187968"/>
                  </a:lnTo>
                  <a:lnTo>
                    <a:pt x="421871" y="180925"/>
                  </a:lnTo>
                  <a:lnTo>
                    <a:pt x="377502" y="181932"/>
                  </a:lnTo>
                  <a:lnTo>
                    <a:pt x="334136" y="190853"/>
                  </a:lnTo>
                  <a:lnTo>
                    <a:pt x="292989" y="207549"/>
                  </a:lnTo>
                  <a:lnTo>
                    <a:pt x="255971" y="231360"/>
                  </a:lnTo>
                  <a:lnTo>
                    <a:pt x="224698" y="261118"/>
                  </a:lnTo>
                  <a:lnTo>
                    <a:pt x="199948" y="295929"/>
                  </a:lnTo>
                  <a:lnTo>
                    <a:pt x="182496" y="334898"/>
                  </a:lnTo>
                  <a:lnTo>
                    <a:pt x="0" y="280738"/>
                  </a:lnTo>
                  <a:lnTo>
                    <a:pt x="19620" y="232716"/>
                  </a:lnTo>
                  <a:lnTo>
                    <a:pt x="45352" y="187815"/>
                  </a:lnTo>
                  <a:lnTo>
                    <a:pt x="76775" y="146516"/>
                  </a:lnTo>
                  <a:lnTo>
                    <a:pt x="113471" y="109303"/>
                  </a:lnTo>
                  <a:lnTo>
                    <a:pt x="155023" y="76658"/>
                  </a:lnTo>
                  <a:lnTo>
                    <a:pt x="201010" y="49063"/>
                  </a:lnTo>
                  <a:lnTo>
                    <a:pt x="243161" y="29989"/>
                  </a:lnTo>
                  <a:lnTo>
                    <a:pt x="286939" y="15499"/>
                  </a:lnTo>
                  <a:lnTo>
                    <a:pt x="331933" y="5640"/>
                  </a:lnTo>
                  <a:lnTo>
                    <a:pt x="377728" y="458"/>
                  </a:lnTo>
                  <a:lnTo>
                    <a:pt x="423913" y="0"/>
                  </a:lnTo>
                  <a:lnTo>
                    <a:pt x="470075" y="4312"/>
                  </a:lnTo>
                  <a:lnTo>
                    <a:pt x="515800" y="13441"/>
                  </a:lnTo>
                  <a:lnTo>
                    <a:pt x="567383" y="29994"/>
                  </a:lnTo>
                  <a:lnTo>
                    <a:pt x="615917" y="52445"/>
                  </a:lnTo>
                  <a:lnTo>
                    <a:pt x="660874" y="80417"/>
                  </a:lnTo>
                  <a:lnTo>
                    <a:pt x="701728" y="113536"/>
                  </a:lnTo>
                  <a:lnTo>
                    <a:pt x="737952" y="151426"/>
                  </a:lnTo>
                  <a:lnTo>
                    <a:pt x="769018" y="193713"/>
                  </a:lnTo>
                  <a:lnTo>
                    <a:pt x="794105" y="239407"/>
                  </a:lnTo>
                  <a:lnTo>
                    <a:pt x="812670" y="287361"/>
                  </a:lnTo>
                  <a:lnTo>
                    <a:pt x="824608" y="336958"/>
                  </a:lnTo>
                  <a:lnTo>
                    <a:pt x="829814" y="387585"/>
                  </a:lnTo>
                  <a:lnTo>
                    <a:pt x="828183" y="438623"/>
                  </a:lnTo>
                  <a:lnTo>
                    <a:pt x="819610" y="489459"/>
                  </a:lnTo>
                  <a:close/>
                </a:path>
              </a:pathLst>
            </a:custGeom>
            <a:solidFill>
              <a:srgbClr val="D512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815070" y="5196940"/>
              <a:ext cx="313690" cy="695960"/>
            </a:xfrm>
            <a:custGeom>
              <a:avLst/>
              <a:gdLst/>
              <a:ahLst/>
              <a:cxnLst/>
              <a:rect l="l" t="t" r="r" b="b"/>
              <a:pathLst>
                <a:path w="313689" h="695960">
                  <a:moveTo>
                    <a:pt x="203407" y="695449"/>
                  </a:moveTo>
                  <a:lnTo>
                    <a:pt x="157831" y="665125"/>
                  </a:lnTo>
                  <a:lnTo>
                    <a:pt x="117014" y="629586"/>
                  </a:lnTo>
                  <a:lnTo>
                    <a:pt x="81447" y="589321"/>
                  </a:lnTo>
                  <a:lnTo>
                    <a:pt x="51627" y="544822"/>
                  </a:lnTo>
                  <a:lnTo>
                    <a:pt x="28229" y="497016"/>
                  </a:lnTo>
                  <a:lnTo>
                    <a:pt x="11713" y="446944"/>
                  </a:lnTo>
                  <a:lnTo>
                    <a:pt x="2247" y="395265"/>
                  </a:lnTo>
                  <a:lnTo>
                    <a:pt x="0" y="342636"/>
                  </a:lnTo>
                  <a:lnTo>
                    <a:pt x="5062" y="290183"/>
                  </a:lnTo>
                  <a:lnTo>
                    <a:pt x="17283" y="239022"/>
                  </a:lnTo>
                  <a:lnTo>
                    <a:pt x="36458" y="189804"/>
                  </a:lnTo>
                  <a:lnTo>
                    <a:pt x="62384" y="143178"/>
                  </a:lnTo>
                  <a:lnTo>
                    <a:pt x="94547" y="100161"/>
                  </a:lnTo>
                  <a:lnTo>
                    <a:pt x="132223" y="61648"/>
                  </a:lnTo>
                  <a:lnTo>
                    <a:pt x="174892" y="28105"/>
                  </a:lnTo>
                  <a:lnTo>
                    <a:pt x="222032" y="0"/>
                  </a:lnTo>
                  <a:lnTo>
                    <a:pt x="313273" y="158865"/>
                  </a:lnTo>
                  <a:lnTo>
                    <a:pt x="287359" y="174314"/>
                  </a:lnTo>
                  <a:lnTo>
                    <a:pt x="263904" y="192752"/>
                  </a:lnTo>
                  <a:lnTo>
                    <a:pt x="225515" y="237569"/>
                  </a:lnTo>
                  <a:lnTo>
                    <a:pt x="200722" y="290255"/>
                  </a:lnTo>
                  <a:lnTo>
                    <a:pt x="191221" y="347210"/>
                  </a:lnTo>
                  <a:lnTo>
                    <a:pt x="192458" y="376138"/>
                  </a:lnTo>
                  <a:lnTo>
                    <a:pt x="206739" y="432070"/>
                  </a:lnTo>
                  <a:lnTo>
                    <a:pt x="235993" y="482810"/>
                  </a:lnTo>
                  <a:lnTo>
                    <a:pt x="277981" y="524478"/>
                  </a:lnTo>
                  <a:lnTo>
                    <a:pt x="303033" y="541146"/>
                  </a:lnTo>
                  <a:lnTo>
                    <a:pt x="203407" y="695449"/>
                  </a:lnTo>
                  <a:close/>
                </a:path>
              </a:pathLst>
            </a:custGeom>
            <a:solidFill>
              <a:srgbClr val="3253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466870" y="5124724"/>
              <a:ext cx="590550" cy="118110"/>
            </a:xfrm>
            <a:custGeom>
              <a:avLst/>
              <a:gdLst/>
              <a:ahLst/>
              <a:cxnLst/>
              <a:rect l="l" t="t" r="r" b="b"/>
              <a:pathLst>
                <a:path w="590550" h="118110">
                  <a:moveTo>
                    <a:pt x="0" y="118057"/>
                  </a:moveTo>
                  <a:lnTo>
                    <a:pt x="589977" y="118057"/>
                  </a:lnTo>
                  <a:lnTo>
                    <a:pt x="589977" y="0"/>
                  </a:lnTo>
                  <a:lnTo>
                    <a:pt x="0" y="0"/>
                  </a:lnTo>
                  <a:lnTo>
                    <a:pt x="0" y="118057"/>
                  </a:lnTo>
                  <a:close/>
                </a:path>
              </a:pathLst>
            </a:custGeom>
            <a:solidFill>
              <a:srgbClr val="C3C3C3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829694" y="5124724"/>
              <a:ext cx="637540" cy="118110"/>
            </a:xfrm>
            <a:custGeom>
              <a:avLst/>
              <a:gdLst/>
              <a:ahLst/>
              <a:cxnLst/>
              <a:rect l="l" t="t" r="r" b="b"/>
              <a:pathLst>
                <a:path w="637539" h="118110">
                  <a:moveTo>
                    <a:pt x="637175" y="118057"/>
                  </a:moveTo>
                  <a:lnTo>
                    <a:pt x="0" y="118057"/>
                  </a:lnTo>
                  <a:lnTo>
                    <a:pt x="0" y="0"/>
                  </a:lnTo>
                  <a:lnTo>
                    <a:pt x="637175" y="0"/>
                  </a:lnTo>
                  <a:lnTo>
                    <a:pt x="637175" y="118057"/>
                  </a:lnTo>
                  <a:close/>
                </a:path>
              </a:pathLst>
            </a:custGeom>
            <a:solidFill>
              <a:srgbClr val="3253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278077" y="5313616"/>
              <a:ext cx="779145" cy="118110"/>
            </a:xfrm>
            <a:custGeom>
              <a:avLst/>
              <a:gdLst/>
              <a:ahLst/>
              <a:cxnLst/>
              <a:rect l="l" t="t" r="r" b="b"/>
              <a:pathLst>
                <a:path w="779145" h="118110">
                  <a:moveTo>
                    <a:pt x="0" y="118057"/>
                  </a:moveTo>
                  <a:lnTo>
                    <a:pt x="778770" y="118057"/>
                  </a:lnTo>
                  <a:lnTo>
                    <a:pt x="778770" y="0"/>
                  </a:lnTo>
                  <a:lnTo>
                    <a:pt x="0" y="0"/>
                  </a:lnTo>
                  <a:lnTo>
                    <a:pt x="0" y="118057"/>
                  </a:lnTo>
                  <a:close/>
                </a:path>
              </a:pathLst>
            </a:custGeom>
            <a:solidFill>
              <a:srgbClr val="C3C3C3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829694" y="5313616"/>
              <a:ext cx="448945" cy="118110"/>
            </a:xfrm>
            <a:custGeom>
              <a:avLst/>
              <a:gdLst/>
              <a:ahLst/>
              <a:cxnLst/>
              <a:rect l="l" t="t" r="r" b="b"/>
              <a:pathLst>
                <a:path w="448945" h="118110">
                  <a:moveTo>
                    <a:pt x="448382" y="118057"/>
                  </a:moveTo>
                  <a:lnTo>
                    <a:pt x="0" y="118057"/>
                  </a:lnTo>
                  <a:lnTo>
                    <a:pt x="0" y="0"/>
                  </a:lnTo>
                  <a:lnTo>
                    <a:pt x="448382" y="0"/>
                  </a:lnTo>
                  <a:lnTo>
                    <a:pt x="448382" y="118057"/>
                  </a:lnTo>
                  <a:close/>
                </a:path>
              </a:pathLst>
            </a:custGeom>
            <a:solidFill>
              <a:srgbClr val="D512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514068" y="5502508"/>
              <a:ext cx="542925" cy="118110"/>
            </a:xfrm>
            <a:custGeom>
              <a:avLst/>
              <a:gdLst/>
              <a:ahLst/>
              <a:cxnLst/>
              <a:rect l="l" t="t" r="r" b="b"/>
              <a:pathLst>
                <a:path w="542925" h="118110">
                  <a:moveTo>
                    <a:pt x="0" y="118057"/>
                  </a:moveTo>
                  <a:lnTo>
                    <a:pt x="542779" y="118057"/>
                  </a:lnTo>
                  <a:lnTo>
                    <a:pt x="542779" y="0"/>
                  </a:lnTo>
                  <a:lnTo>
                    <a:pt x="0" y="0"/>
                  </a:lnTo>
                  <a:lnTo>
                    <a:pt x="0" y="118057"/>
                  </a:lnTo>
                  <a:close/>
                </a:path>
              </a:pathLst>
            </a:custGeom>
            <a:solidFill>
              <a:srgbClr val="C3C3C3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829694" y="5502508"/>
              <a:ext cx="684530" cy="118110"/>
            </a:xfrm>
            <a:custGeom>
              <a:avLst/>
              <a:gdLst/>
              <a:ahLst/>
              <a:cxnLst/>
              <a:rect l="l" t="t" r="r" b="b"/>
              <a:pathLst>
                <a:path w="684529" h="118110">
                  <a:moveTo>
                    <a:pt x="684373" y="118057"/>
                  </a:moveTo>
                  <a:lnTo>
                    <a:pt x="0" y="118057"/>
                  </a:lnTo>
                  <a:lnTo>
                    <a:pt x="0" y="0"/>
                  </a:lnTo>
                  <a:lnTo>
                    <a:pt x="684373" y="0"/>
                  </a:lnTo>
                  <a:lnTo>
                    <a:pt x="684373" y="118057"/>
                  </a:lnTo>
                  <a:close/>
                </a:path>
              </a:pathLst>
            </a:custGeom>
            <a:solidFill>
              <a:srgbClr val="FABF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679262" y="5691401"/>
              <a:ext cx="377825" cy="118110"/>
            </a:xfrm>
            <a:custGeom>
              <a:avLst/>
              <a:gdLst/>
              <a:ahLst/>
              <a:cxnLst/>
              <a:rect l="l" t="t" r="r" b="b"/>
              <a:pathLst>
                <a:path w="377825" h="118110">
                  <a:moveTo>
                    <a:pt x="0" y="118057"/>
                  </a:moveTo>
                  <a:lnTo>
                    <a:pt x="377585" y="118057"/>
                  </a:lnTo>
                  <a:lnTo>
                    <a:pt x="377585" y="0"/>
                  </a:lnTo>
                  <a:lnTo>
                    <a:pt x="0" y="0"/>
                  </a:lnTo>
                  <a:lnTo>
                    <a:pt x="0" y="118057"/>
                  </a:lnTo>
                  <a:close/>
                </a:path>
              </a:pathLst>
            </a:custGeom>
            <a:solidFill>
              <a:srgbClr val="C3C3C3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829694" y="5691401"/>
              <a:ext cx="849630" cy="118110"/>
            </a:xfrm>
            <a:custGeom>
              <a:avLst/>
              <a:gdLst/>
              <a:ahLst/>
              <a:cxnLst/>
              <a:rect l="l" t="t" r="r" b="b"/>
              <a:pathLst>
                <a:path w="849629" h="118110">
                  <a:moveTo>
                    <a:pt x="849567" y="118057"/>
                  </a:moveTo>
                  <a:lnTo>
                    <a:pt x="0" y="118057"/>
                  </a:lnTo>
                  <a:lnTo>
                    <a:pt x="0" y="0"/>
                  </a:lnTo>
                  <a:lnTo>
                    <a:pt x="849567" y="0"/>
                  </a:lnTo>
                  <a:lnTo>
                    <a:pt x="849567" y="118057"/>
                  </a:lnTo>
                  <a:close/>
                </a:path>
              </a:pathLst>
            </a:custGeom>
            <a:solidFill>
              <a:srgbClr val="3253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396073" y="5880293"/>
              <a:ext cx="661035" cy="118110"/>
            </a:xfrm>
            <a:custGeom>
              <a:avLst/>
              <a:gdLst/>
              <a:ahLst/>
              <a:cxnLst/>
              <a:rect l="l" t="t" r="r" b="b"/>
              <a:pathLst>
                <a:path w="661035" h="118110">
                  <a:moveTo>
                    <a:pt x="0" y="118057"/>
                  </a:moveTo>
                  <a:lnTo>
                    <a:pt x="660774" y="118057"/>
                  </a:lnTo>
                  <a:lnTo>
                    <a:pt x="660774" y="0"/>
                  </a:lnTo>
                  <a:lnTo>
                    <a:pt x="0" y="0"/>
                  </a:lnTo>
                  <a:lnTo>
                    <a:pt x="0" y="118057"/>
                  </a:lnTo>
                  <a:close/>
                </a:path>
              </a:pathLst>
            </a:custGeom>
            <a:solidFill>
              <a:srgbClr val="C3C3C3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829694" y="5880293"/>
              <a:ext cx="566420" cy="118110"/>
            </a:xfrm>
            <a:custGeom>
              <a:avLst/>
              <a:gdLst/>
              <a:ahLst/>
              <a:cxnLst/>
              <a:rect l="l" t="t" r="r" b="b"/>
              <a:pathLst>
                <a:path w="566420" h="118110">
                  <a:moveTo>
                    <a:pt x="566378" y="118057"/>
                  </a:moveTo>
                  <a:lnTo>
                    <a:pt x="0" y="118057"/>
                  </a:lnTo>
                  <a:lnTo>
                    <a:pt x="0" y="0"/>
                  </a:lnTo>
                  <a:lnTo>
                    <a:pt x="566378" y="0"/>
                  </a:lnTo>
                  <a:lnTo>
                    <a:pt x="566378" y="118057"/>
                  </a:lnTo>
                  <a:close/>
                </a:path>
              </a:pathLst>
            </a:custGeom>
            <a:solidFill>
              <a:srgbClr val="D5121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01964" y="4642875"/>
              <a:ext cx="2146299" cy="17970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2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CCECE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5523953" y="1"/>
            <a:ext cx="6663055" cy="6489065"/>
            <a:chOff x="5523953" y="1"/>
            <a:chExt cx="6663055" cy="648906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06568" y="1"/>
              <a:ext cx="5079999" cy="319683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23953" y="938744"/>
              <a:ext cx="6235699" cy="55498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564737" y="158795"/>
            <a:ext cx="5564505" cy="53340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300">
                <a:solidFill>
                  <a:srgbClr val="313D4F"/>
                </a:solidFill>
              </a:rPr>
              <a:t>Iot</a:t>
            </a:r>
            <a:r>
              <a:rPr dirty="0" sz="3300" spc="-100">
                <a:solidFill>
                  <a:srgbClr val="313D4F"/>
                </a:solidFill>
              </a:rPr>
              <a:t> </a:t>
            </a:r>
            <a:r>
              <a:rPr dirty="0" sz="3300" spc="95">
                <a:solidFill>
                  <a:srgbClr val="313D4F"/>
                </a:solidFill>
              </a:rPr>
              <a:t>technology</a:t>
            </a:r>
            <a:r>
              <a:rPr dirty="0" sz="3300" spc="-95">
                <a:solidFill>
                  <a:srgbClr val="313D4F"/>
                </a:solidFill>
              </a:rPr>
              <a:t> </a:t>
            </a:r>
            <a:r>
              <a:rPr dirty="0" sz="3300">
                <a:solidFill>
                  <a:srgbClr val="313D4F"/>
                </a:solidFill>
              </a:rPr>
              <a:t>stack</a:t>
            </a:r>
            <a:r>
              <a:rPr dirty="0" sz="3300" spc="-95">
                <a:solidFill>
                  <a:srgbClr val="313D4F"/>
                </a:solidFill>
              </a:rPr>
              <a:t> </a:t>
            </a:r>
            <a:r>
              <a:rPr dirty="0" sz="3300" spc="35">
                <a:solidFill>
                  <a:srgbClr val="313D4F"/>
                </a:solidFill>
              </a:rPr>
              <a:t>diagram</a:t>
            </a:r>
            <a:endParaRPr sz="3300"/>
          </a:p>
        </p:txBody>
      </p:sp>
      <p:sp>
        <p:nvSpPr>
          <p:cNvPr id="7" name="object 7" descr=""/>
          <p:cNvSpPr/>
          <p:nvPr/>
        </p:nvSpPr>
        <p:spPr>
          <a:xfrm>
            <a:off x="336870" y="1990036"/>
            <a:ext cx="3874135" cy="3984625"/>
          </a:xfrm>
          <a:custGeom>
            <a:avLst/>
            <a:gdLst/>
            <a:ahLst/>
            <a:cxnLst/>
            <a:rect l="l" t="t" r="r" b="b"/>
            <a:pathLst>
              <a:path w="3874135" h="3984625">
                <a:moveTo>
                  <a:pt x="3551615" y="3984152"/>
                </a:moveTo>
                <a:lnTo>
                  <a:pt x="323849" y="3984152"/>
                </a:lnTo>
                <a:lnTo>
                  <a:pt x="272882" y="3980118"/>
                </a:lnTo>
                <a:lnTo>
                  <a:pt x="223629" y="3968255"/>
                </a:lnTo>
                <a:lnTo>
                  <a:pt x="176960" y="3948924"/>
                </a:lnTo>
                <a:lnTo>
                  <a:pt x="133745" y="3922485"/>
                </a:lnTo>
                <a:lnTo>
                  <a:pt x="94853" y="3889299"/>
                </a:lnTo>
                <a:lnTo>
                  <a:pt x="61666" y="3850407"/>
                </a:lnTo>
                <a:lnTo>
                  <a:pt x="35228" y="3807191"/>
                </a:lnTo>
                <a:lnTo>
                  <a:pt x="15897" y="3760522"/>
                </a:lnTo>
                <a:lnTo>
                  <a:pt x="4034" y="3711269"/>
                </a:lnTo>
                <a:lnTo>
                  <a:pt x="0" y="3660302"/>
                </a:lnTo>
                <a:lnTo>
                  <a:pt x="0" y="323849"/>
                </a:lnTo>
                <a:lnTo>
                  <a:pt x="4034" y="272882"/>
                </a:lnTo>
                <a:lnTo>
                  <a:pt x="15897" y="223629"/>
                </a:lnTo>
                <a:lnTo>
                  <a:pt x="35228" y="176960"/>
                </a:lnTo>
                <a:lnTo>
                  <a:pt x="61666" y="133745"/>
                </a:lnTo>
                <a:lnTo>
                  <a:pt x="94853" y="94853"/>
                </a:lnTo>
                <a:lnTo>
                  <a:pt x="133745" y="61666"/>
                </a:lnTo>
                <a:lnTo>
                  <a:pt x="176960" y="35228"/>
                </a:lnTo>
                <a:lnTo>
                  <a:pt x="223629" y="15897"/>
                </a:lnTo>
                <a:lnTo>
                  <a:pt x="272882" y="4034"/>
                </a:lnTo>
                <a:lnTo>
                  <a:pt x="323849" y="0"/>
                </a:lnTo>
                <a:lnTo>
                  <a:pt x="3551615" y="0"/>
                </a:lnTo>
                <a:lnTo>
                  <a:pt x="3602582" y="4034"/>
                </a:lnTo>
                <a:lnTo>
                  <a:pt x="3651835" y="15897"/>
                </a:lnTo>
                <a:lnTo>
                  <a:pt x="3698504" y="35228"/>
                </a:lnTo>
                <a:lnTo>
                  <a:pt x="3741719" y="61666"/>
                </a:lnTo>
                <a:lnTo>
                  <a:pt x="3780611" y="94853"/>
                </a:lnTo>
                <a:lnTo>
                  <a:pt x="3813798" y="133745"/>
                </a:lnTo>
                <a:lnTo>
                  <a:pt x="3840236" y="176960"/>
                </a:lnTo>
                <a:lnTo>
                  <a:pt x="3859567" y="223629"/>
                </a:lnTo>
                <a:lnTo>
                  <a:pt x="3871430" y="272882"/>
                </a:lnTo>
                <a:lnTo>
                  <a:pt x="3873698" y="301532"/>
                </a:lnTo>
                <a:lnTo>
                  <a:pt x="3873698" y="3682619"/>
                </a:lnTo>
                <a:lnTo>
                  <a:pt x="3859567" y="3760522"/>
                </a:lnTo>
                <a:lnTo>
                  <a:pt x="3840236" y="3807191"/>
                </a:lnTo>
                <a:lnTo>
                  <a:pt x="3813798" y="3850407"/>
                </a:lnTo>
                <a:lnTo>
                  <a:pt x="3780611" y="3889299"/>
                </a:lnTo>
                <a:lnTo>
                  <a:pt x="3741719" y="3922485"/>
                </a:lnTo>
                <a:lnTo>
                  <a:pt x="3698504" y="3948924"/>
                </a:lnTo>
                <a:lnTo>
                  <a:pt x="3651835" y="3968255"/>
                </a:lnTo>
                <a:lnTo>
                  <a:pt x="3602582" y="3980118"/>
                </a:lnTo>
                <a:lnTo>
                  <a:pt x="3551615" y="3984152"/>
                </a:lnTo>
                <a:close/>
              </a:path>
            </a:pathLst>
          </a:custGeom>
          <a:solidFill>
            <a:srgbClr val="FFFFFF">
              <a:alpha val="8470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469451" y="2445408"/>
            <a:ext cx="2052955" cy="3060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80" b="1">
                <a:solidFill>
                  <a:srgbClr val="313D4F"/>
                </a:solidFill>
                <a:latin typeface="Verdana"/>
                <a:cs typeface="Verdana"/>
              </a:rPr>
              <a:t>Things</a:t>
            </a:r>
            <a:endParaRPr sz="2000">
              <a:latin typeface="Verdana"/>
              <a:cs typeface="Verdana"/>
            </a:endParaRPr>
          </a:p>
          <a:p>
            <a:pPr marL="12700" marR="5080">
              <a:lnSpc>
                <a:spcPct val="179200"/>
              </a:lnSpc>
            </a:pPr>
            <a:r>
              <a:rPr dirty="0" sz="2000" spc="-265" b="1">
                <a:solidFill>
                  <a:srgbClr val="313D4F"/>
                </a:solidFill>
                <a:latin typeface="Verdana"/>
                <a:cs typeface="Verdana"/>
              </a:rPr>
              <a:t>Hardware </a:t>
            </a:r>
            <a:r>
              <a:rPr dirty="0" sz="2000" spc="-85" b="1">
                <a:solidFill>
                  <a:srgbClr val="313D4F"/>
                </a:solidFill>
                <a:latin typeface="Verdana"/>
                <a:cs typeface="Verdana"/>
              </a:rPr>
              <a:t>Software </a:t>
            </a:r>
            <a:r>
              <a:rPr dirty="0" sz="2000" spc="-140" b="1">
                <a:solidFill>
                  <a:srgbClr val="313D4F"/>
                </a:solidFill>
                <a:latin typeface="Verdana"/>
                <a:cs typeface="Verdana"/>
              </a:rPr>
              <a:t>comunication </a:t>
            </a:r>
            <a:r>
              <a:rPr dirty="0" sz="2000" spc="-185" b="1">
                <a:solidFill>
                  <a:srgbClr val="313D4F"/>
                </a:solidFill>
                <a:latin typeface="Verdana"/>
                <a:cs typeface="Verdana"/>
              </a:rPr>
              <a:t>cloud</a:t>
            </a:r>
            <a:r>
              <a:rPr dirty="0" sz="2000" spc="-85" b="1">
                <a:solidFill>
                  <a:srgbClr val="313D4F"/>
                </a:solidFill>
                <a:latin typeface="Verdana"/>
                <a:cs typeface="Verdana"/>
              </a:rPr>
              <a:t> </a:t>
            </a:r>
            <a:r>
              <a:rPr dirty="0" sz="2000" spc="-45" b="1">
                <a:solidFill>
                  <a:srgbClr val="313D4F"/>
                </a:solidFill>
                <a:latin typeface="Verdana"/>
                <a:cs typeface="Verdana"/>
              </a:rPr>
              <a:t>platform </a:t>
            </a:r>
            <a:r>
              <a:rPr dirty="0" sz="2000" spc="-185" b="1">
                <a:solidFill>
                  <a:srgbClr val="313D4F"/>
                </a:solidFill>
                <a:latin typeface="Verdana"/>
                <a:cs typeface="Verdana"/>
              </a:rPr>
              <a:t>cloud</a:t>
            </a:r>
            <a:r>
              <a:rPr dirty="0" sz="2000" spc="-85" b="1">
                <a:solidFill>
                  <a:srgbClr val="313D4F"/>
                </a:solidFill>
                <a:latin typeface="Verdana"/>
                <a:cs typeface="Verdana"/>
              </a:rPr>
              <a:t> </a:t>
            </a:r>
            <a:r>
              <a:rPr dirty="0" sz="2000" spc="-190" b="1">
                <a:solidFill>
                  <a:srgbClr val="313D4F"/>
                </a:solidFill>
                <a:latin typeface="Verdana"/>
                <a:cs typeface="Verdana"/>
              </a:rPr>
              <a:t>aplications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78978" y="2451758"/>
            <a:ext cx="313690" cy="312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6210">
              <a:lnSpc>
                <a:spcPct val="100000"/>
              </a:lnSpc>
              <a:spcBef>
                <a:spcPts val="100"/>
              </a:spcBef>
            </a:pPr>
            <a:r>
              <a:rPr dirty="0" sz="2000" spc="-50" b="1">
                <a:solidFill>
                  <a:srgbClr val="0A8F83"/>
                </a:solidFill>
                <a:latin typeface="Gadugi"/>
                <a:cs typeface="Gadugi"/>
              </a:rPr>
              <a:t>0</a:t>
            </a:r>
            <a:endParaRPr sz="20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2000"/>
              </a:spcBef>
            </a:pPr>
            <a:r>
              <a:rPr dirty="0" sz="2000" spc="-25" b="1">
                <a:solidFill>
                  <a:srgbClr val="0A8F83"/>
                </a:solidFill>
                <a:latin typeface="Gadugi"/>
                <a:cs typeface="Gadugi"/>
              </a:rPr>
              <a:t>01</a:t>
            </a:r>
            <a:endParaRPr sz="20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2000"/>
              </a:spcBef>
            </a:pPr>
            <a:r>
              <a:rPr dirty="0" sz="2000" spc="-25" b="1">
                <a:solidFill>
                  <a:srgbClr val="0A8F83"/>
                </a:solidFill>
                <a:latin typeface="Gadugi"/>
                <a:cs typeface="Gadugi"/>
              </a:rPr>
              <a:t>02</a:t>
            </a:r>
            <a:endParaRPr sz="20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2000"/>
              </a:spcBef>
            </a:pPr>
            <a:r>
              <a:rPr dirty="0" sz="2000" spc="-25" b="1">
                <a:solidFill>
                  <a:srgbClr val="0A8F83"/>
                </a:solidFill>
                <a:latin typeface="Gadugi"/>
                <a:cs typeface="Gadugi"/>
              </a:rPr>
              <a:t>03</a:t>
            </a:r>
            <a:endParaRPr sz="20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2000"/>
              </a:spcBef>
            </a:pPr>
            <a:r>
              <a:rPr dirty="0" sz="2000" spc="-25" b="1">
                <a:solidFill>
                  <a:srgbClr val="0A8F83"/>
                </a:solidFill>
                <a:latin typeface="Gadugi"/>
                <a:cs typeface="Gadugi"/>
              </a:rPr>
              <a:t>04</a:t>
            </a:r>
            <a:endParaRPr sz="20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2000"/>
              </a:spcBef>
            </a:pPr>
            <a:r>
              <a:rPr dirty="0" sz="2000" spc="-25" b="1">
                <a:solidFill>
                  <a:srgbClr val="0A8F83"/>
                </a:solidFill>
                <a:latin typeface="Gadugi"/>
                <a:cs typeface="Gadugi"/>
              </a:rPr>
              <a:t>05</a:t>
            </a:r>
            <a:endParaRPr sz="2000">
              <a:latin typeface="Gadugi"/>
              <a:cs typeface="Gadug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CCECE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5818" y="2079901"/>
            <a:ext cx="4142403" cy="4777528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4483934" y="2079901"/>
            <a:ext cx="2849880" cy="3305175"/>
          </a:xfrm>
          <a:custGeom>
            <a:avLst/>
            <a:gdLst/>
            <a:ahLst/>
            <a:cxnLst/>
            <a:rect l="l" t="t" r="r" b="b"/>
            <a:pathLst>
              <a:path w="2849879" h="3305175">
                <a:moveTo>
                  <a:pt x="2525630" y="3304821"/>
                </a:moveTo>
                <a:lnTo>
                  <a:pt x="323849" y="3304821"/>
                </a:lnTo>
                <a:lnTo>
                  <a:pt x="272882" y="3300787"/>
                </a:lnTo>
                <a:lnTo>
                  <a:pt x="223629" y="3288924"/>
                </a:lnTo>
                <a:lnTo>
                  <a:pt x="176960" y="3269593"/>
                </a:lnTo>
                <a:lnTo>
                  <a:pt x="133745" y="3243154"/>
                </a:lnTo>
                <a:lnTo>
                  <a:pt x="94853" y="3209967"/>
                </a:lnTo>
                <a:lnTo>
                  <a:pt x="61666" y="3171076"/>
                </a:lnTo>
                <a:lnTo>
                  <a:pt x="35228" y="3127860"/>
                </a:lnTo>
                <a:lnTo>
                  <a:pt x="15897" y="3081191"/>
                </a:lnTo>
                <a:lnTo>
                  <a:pt x="4034" y="3031938"/>
                </a:lnTo>
                <a:lnTo>
                  <a:pt x="0" y="2980971"/>
                </a:lnTo>
                <a:lnTo>
                  <a:pt x="0" y="323849"/>
                </a:lnTo>
                <a:lnTo>
                  <a:pt x="4034" y="272882"/>
                </a:lnTo>
                <a:lnTo>
                  <a:pt x="15897" y="223629"/>
                </a:lnTo>
                <a:lnTo>
                  <a:pt x="35228" y="176960"/>
                </a:lnTo>
                <a:lnTo>
                  <a:pt x="61666" y="133745"/>
                </a:lnTo>
                <a:lnTo>
                  <a:pt x="94853" y="94853"/>
                </a:lnTo>
                <a:lnTo>
                  <a:pt x="133745" y="61666"/>
                </a:lnTo>
                <a:lnTo>
                  <a:pt x="176960" y="35228"/>
                </a:lnTo>
                <a:lnTo>
                  <a:pt x="223629" y="15897"/>
                </a:lnTo>
                <a:lnTo>
                  <a:pt x="272882" y="4034"/>
                </a:lnTo>
                <a:lnTo>
                  <a:pt x="323849" y="0"/>
                </a:lnTo>
                <a:lnTo>
                  <a:pt x="2525630" y="0"/>
                </a:lnTo>
                <a:lnTo>
                  <a:pt x="2576597" y="4034"/>
                </a:lnTo>
                <a:lnTo>
                  <a:pt x="2625851" y="15897"/>
                </a:lnTo>
                <a:lnTo>
                  <a:pt x="2672520" y="35228"/>
                </a:lnTo>
                <a:lnTo>
                  <a:pt x="2715735" y="61666"/>
                </a:lnTo>
                <a:lnTo>
                  <a:pt x="2754627" y="94853"/>
                </a:lnTo>
                <a:lnTo>
                  <a:pt x="2787813" y="133745"/>
                </a:lnTo>
                <a:lnTo>
                  <a:pt x="2814252" y="176960"/>
                </a:lnTo>
                <a:lnTo>
                  <a:pt x="2833583" y="223629"/>
                </a:lnTo>
                <a:lnTo>
                  <a:pt x="2845446" y="272882"/>
                </a:lnTo>
                <a:lnTo>
                  <a:pt x="2849480" y="323849"/>
                </a:lnTo>
                <a:lnTo>
                  <a:pt x="2849480" y="2980971"/>
                </a:lnTo>
                <a:lnTo>
                  <a:pt x="2845446" y="3031938"/>
                </a:lnTo>
                <a:lnTo>
                  <a:pt x="2833583" y="3081191"/>
                </a:lnTo>
                <a:lnTo>
                  <a:pt x="2814252" y="3127860"/>
                </a:lnTo>
                <a:lnTo>
                  <a:pt x="2787813" y="3171076"/>
                </a:lnTo>
                <a:lnTo>
                  <a:pt x="2754627" y="3209967"/>
                </a:lnTo>
                <a:lnTo>
                  <a:pt x="2715735" y="3243154"/>
                </a:lnTo>
                <a:lnTo>
                  <a:pt x="2672520" y="3269593"/>
                </a:lnTo>
                <a:lnTo>
                  <a:pt x="2625851" y="3288924"/>
                </a:lnTo>
                <a:lnTo>
                  <a:pt x="2576597" y="3300787"/>
                </a:lnTo>
                <a:lnTo>
                  <a:pt x="2525630" y="3304821"/>
                </a:lnTo>
                <a:close/>
              </a:path>
            </a:pathLst>
          </a:custGeom>
          <a:solidFill>
            <a:srgbClr val="FFFFFF">
              <a:alpha val="8470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24104" y="797941"/>
            <a:ext cx="4475938" cy="6054368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021012" y="3622383"/>
            <a:ext cx="2639695" cy="10020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-635">
              <a:lnSpc>
                <a:spcPct val="129400"/>
              </a:lnSpc>
              <a:spcBef>
                <a:spcPts val="95"/>
              </a:spcBef>
            </a:pPr>
            <a:r>
              <a:rPr dirty="0" sz="1650">
                <a:solidFill>
                  <a:srgbClr val="17252F"/>
                </a:solidFill>
                <a:latin typeface="Tahoma"/>
                <a:cs typeface="Tahoma"/>
              </a:rPr>
              <a:t>proceso</a:t>
            </a:r>
            <a:r>
              <a:rPr dirty="0" sz="1650" spc="5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17252F"/>
                </a:solidFill>
                <a:latin typeface="Tahoma"/>
                <a:cs typeface="Tahoma"/>
              </a:rPr>
              <a:t>de</a:t>
            </a:r>
            <a:r>
              <a:rPr dirty="0" sz="1650" spc="5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17252F"/>
                </a:solidFill>
                <a:latin typeface="Tahoma"/>
                <a:cs typeface="Tahoma"/>
              </a:rPr>
              <a:t>administrar</a:t>
            </a:r>
            <a:r>
              <a:rPr dirty="0" sz="1650" spc="5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650" spc="-50">
                <a:solidFill>
                  <a:srgbClr val="17252F"/>
                </a:solidFill>
                <a:latin typeface="Tahoma"/>
                <a:cs typeface="Tahoma"/>
              </a:rPr>
              <a:t>y </a:t>
            </a:r>
            <a:r>
              <a:rPr dirty="0" sz="1650">
                <a:solidFill>
                  <a:srgbClr val="17252F"/>
                </a:solidFill>
                <a:latin typeface="Tahoma"/>
                <a:cs typeface="Tahoma"/>
              </a:rPr>
              <a:t>actualizar</a:t>
            </a:r>
            <a:r>
              <a:rPr dirty="0" sz="1650" spc="3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17252F"/>
                </a:solidFill>
                <a:latin typeface="Tahoma"/>
                <a:cs typeface="Tahoma"/>
              </a:rPr>
              <a:t>el</a:t>
            </a:r>
            <a:r>
              <a:rPr dirty="0" sz="1650" spc="3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17252F"/>
                </a:solidFill>
                <a:latin typeface="Tahoma"/>
                <a:cs typeface="Tahoma"/>
              </a:rPr>
              <a:t>software</a:t>
            </a:r>
            <a:r>
              <a:rPr dirty="0" sz="1650" spc="4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17252F"/>
                </a:solidFill>
                <a:latin typeface="Tahoma"/>
                <a:cs typeface="Tahoma"/>
              </a:rPr>
              <a:t>en</a:t>
            </a:r>
            <a:r>
              <a:rPr dirty="0" sz="1650" spc="3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650" spc="-25">
                <a:solidFill>
                  <a:srgbClr val="17252F"/>
                </a:solidFill>
                <a:latin typeface="Tahoma"/>
                <a:cs typeface="Tahoma"/>
              </a:rPr>
              <a:t>los </a:t>
            </a:r>
            <a:r>
              <a:rPr dirty="0" sz="1650">
                <a:solidFill>
                  <a:srgbClr val="17252F"/>
                </a:solidFill>
                <a:latin typeface="Tahoma"/>
                <a:cs typeface="Tahoma"/>
              </a:rPr>
              <a:t>dispositivos</a:t>
            </a:r>
            <a:r>
              <a:rPr dirty="0" sz="1650" spc="13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650" spc="-20">
                <a:solidFill>
                  <a:srgbClr val="17252F"/>
                </a:solidFill>
                <a:latin typeface="Tahoma"/>
                <a:cs typeface="Tahoma"/>
              </a:rPr>
              <a:t>IoT.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460110" y="2852644"/>
            <a:ext cx="1761489" cy="688975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12700" marR="5080" indent="189865">
              <a:lnSpc>
                <a:spcPts val="2560"/>
              </a:lnSpc>
              <a:spcBef>
                <a:spcPts val="265"/>
              </a:spcBef>
            </a:pPr>
            <a:r>
              <a:rPr dirty="0" sz="2200" spc="-170" b="1">
                <a:solidFill>
                  <a:srgbClr val="0A8F83"/>
                </a:solidFill>
                <a:latin typeface="Tahoma"/>
                <a:cs typeface="Tahoma"/>
              </a:rPr>
              <a:t>IoT</a:t>
            </a:r>
            <a:r>
              <a:rPr dirty="0" sz="2200" spc="20" b="1">
                <a:solidFill>
                  <a:srgbClr val="0A8F83"/>
                </a:solidFill>
                <a:latin typeface="Tahoma"/>
                <a:cs typeface="Tahoma"/>
              </a:rPr>
              <a:t> </a:t>
            </a:r>
            <a:r>
              <a:rPr dirty="0" sz="2200" spc="-10" b="1">
                <a:solidFill>
                  <a:srgbClr val="0A8F83"/>
                </a:solidFill>
                <a:latin typeface="Tahoma"/>
                <a:cs typeface="Tahoma"/>
              </a:rPr>
              <a:t>device </a:t>
            </a:r>
            <a:r>
              <a:rPr dirty="0" sz="2200" spc="-100" b="1">
                <a:solidFill>
                  <a:srgbClr val="0A8F83"/>
                </a:solidFill>
                <a:latin typeface="Tahoma"/>
                <a:cs typeface="Tahoma"/>
              </a:rPr>
              <a:t>management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722813" y="2813024"/>
            <a:ext cx="2371725" cy="1852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532765">
              <a:lnSpc>
                <a:spcPct val="100000"/>
              </a:lnSpc>
              <a:spcBef>
                <a:spcPts val="135"/>
              </a:spcBef>
            </a:pPr>
            <a:r>
              <a:rPr dirty="0" sz="1900" spc="-145" b="1">
                <a:solidFill>
                  <a:srgbClr val="0A8F83"/>
                </a:solidFill>
                <a:latin typeface="Tahoma"/>
                <a:cs typeface="Tahoma"/>
              </a:rPr>
              <a:t>IoT</a:t>
            </a:r>
            <a:r>
              <a:rPr dirty="0" sz="1900" spc="5" b="1">
                <a:solidFill>
                  <a:srgbClr val="0A8F83"/>
                </a:solidFill>
                <a:latin typeface="Tahoma"/>
                <a:cs typeface="Tahoma"/>
              </a:rPr>
              <a:t> </a:t>
            </a:r>
            <a:r>
              <a:rPr dirty="0" sz="1900" spc="-10" b="1">
                <a:solidFill>
                  <a:srgbClr val="0A8F83"/>
                </a:solidFill>
                <a:latin typeface="Tahoma"/>
                <a:cs typeface="Tahoma"/>
              </a:rPr>
              <a:t>Security</a:t>
            </a:r>
            <a:endParaRPr sz="1900">
              <a:latin typeface="Tahoma"/>
              <a:cs typeface="Tahoma"/>
            </a:endParaRPr>
          </a:p>
          <a:p>
            <a:pPr algn="ctr" marL="12065" marR="5080">
              <a:lnSpc>
                <a:spcPct val="128800"/>
              </a:lnSpc>
              <a:spcBef>
                <a:spcPts val="865"/>
              </a:spcBef>
            </a:pPr>
            <a:r>
              <a:rPr dirty="0" sz="1450">
                <a:solidFill>
                  <a:srgbClr val="17252F"/>
                </a:solidFill>
                <a:latin typeface="Tahoma"/>
                <a:cs typeface="Tahoma"/>
              </a:rPr>
              <a:t>El</a:t>
            </a:r>
            <a:r>
              <a:rPr dirty="0" sz="1450" spc="-9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17252F"/>
                </a:solidFill>
                <a:latin typeface="Tahoma"/>
                <a:cs typeface="Tahoma"/>
              </a:rPr>
              <a:t>RGPD,</a:t>
            </a:r>
            <a:r>
              <a:rPr dirty="0" sz="1450" spc="-9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17252F"/>
                </a:solidFill>
                <a:latin typeface="Tahoma"/>
                <a:cs typeface="Tahoma"/>
              </a:rPr>
              <a:t>la</a:t>
            </a:r>
            <a:r>
              <a:rPr dirty="0" sz="1450" spc="-9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17252F"/>
                </a:solidFill>
                <a:latin typeface="Tahoma"/>
                <a:cs typeface="Tahoma"/>
              </a:rPr>
              <a:t>Ley</a:t>
            </a:r>
            <a:r>
              <a:rPr dirty="0" sz="1450" spc="-9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450" spc="-25">
                <a:solidFill>
                  <a:srgbClr val="17252F"/>
                </a:solidFill>
                <a:latin typeface="Tahoma"/>
                <a:cs typeface="Tahoma"/>
              </a:rPr>
              <a:t>de </a:t>
            </a:r>
            <a:r>
              <a:rPr dirty="0" sz="1450">
                <a:solidFill>
                  <a:srgbClr val="17252F"/>
                </a:solidFill>
                <a:latin typeface="Tahoma"/>
                <a:cs typeface="Tahoma"/>
              </a:rPr>
              <a:t>Ciberseguridad</a:t>
            </a:r>
            <a:r>
              <a:rPr dirty="0" sz="1450" spc="-3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17252F"/>
                </a:solidFill>
                <a:latin typeface="Tahoma"/>
                <a:cs typeface="Tahoma"/>
              </a:rPr>
              <a:t>de</a:t>
            </a:r>
            <a:r>
              <a:rPr dirty="0" sz="1450" spc="-2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17252F"/>
                </a:solidFill>
                <a:latin typeface="Tahoma"/>
                <a:cs typeface="Tahoma"/>
              </a:rPr>
              <a:t>la</a:t>
            </a:r>
            <a:r>
              <a:rPr dirty="0" sz="1450" spc="-25">
                <a:solidFill>
                  <a:srgbClr val="17252F"/>
                </a:solidFill>
                <a:latin typeface="Tahoma"/>
                <a:cs typeface="Tahoma"/>
              </a:rPr>
              <a:t> UE, la </a:t>
            </a:r>
            <a:r>
              <a:rPr dirty="0" sz="1450">
                <a:solidFill>
                  <a:srgbClr val="17252F"/>
                </a:solidFill>
                <a:latin typeface="Tahoma"/>
                <a:cs typeface="Tahoma"/>
              </a:rPr>
              <a:t>Ley</a:t>
            </a:r>
            <a:r>
              <a:rPr dirty="0" sz="1450" spc="-3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17252F"/>
                </a:solidFill>
                <a:latin typeface="Tahoma"/>
                <a:cs typeface="Tahoma"/>
              </a:rPr>
              <a:t>de</a:t>
            </a:r>
            <a:r>
              <a:rPr dirty="0" sz="1450" spc="-3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17252F"/>
                </a:solidFill>
                <a:latin typeface="Tahoma"/>
                <a:cs typeface="Tahoma"/>
              </a:rPr>
              <a:t>Mejora</a:t>
            </a:r>
            <a:r>
              <a:rPr dirty="0" sz="1450" spc="-3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17252F"/>
                </a:solidFill>
                <a:latin typeface="Tahoma"/>
                <a:cs typeface="Tahoma"/>
              </a:rPr>
              <a:t>de</a:t>
            </a:r>
            <a:r>
              <a:rPr dirty="0" sz="1450" spc="-3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450" spc="-25">
                <a:solidFill>
                  <a:srgbClr val="17252F"/>
                </a:solidFill>
                <a:latin typeface="Tahoma"/>
                <a:cs typeface="Tahoma"/>
              </a:rPr>
              <a:t>la </a:t>
            </a:r>
            <a:r>
              <a:rPr dirty="0" sz="1450">
                <a:solidFill>
                  <a:srgbClr val="17252F"/>
                </a:solidFill>
                <a:latin typeface="Tahoma"/>
                <a:cs typeface="Tahoma"/>
              </a:rPr>
              <a:t>Ciberseguridad</a:t>
            </a:r>
            <a:r>
              <a:rPr dirty="0" sz="1450" spc="-1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17252F"/>
                </a:solidFill>
                <a:latin typeface="Tahoma"/>
                <a:cs typeface="Tahoma"/>
              </a:rPr>
              <a:t>de</a:t>
            </a:r>
            <a:r>
              <a:rPr dirty="0" sz="1450" spc="-1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450" spc="-65">
                <a:solidFill>
                  <a:srgbClr val="17252F"/>
                </a:solidFill>
                <a:latin typeface="Tahoma"/>
                <a:cs typeface="Tahoma"/>
              </a:rPr>
              <a:t>IoT</a:t>
            </a:r>
            <a:r>
              <a:rPr dirty="0" sz="1450" spc="-1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17252F"/>
                </a:solidFill>
                <a:latin typeface="Tahoma"/>
                <a:cs typeface="Tahoma"/>
              </a:rPr>
              <a:t>de</a:t>
            </a:r>
            <a:r>
              <a:rPr dirty="0" sz="1450" spc="-1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450" spc="-25">
                <a:solidFill>
                  <a:srgbClr val="17252F"/>
                </a:solidFill>
                <a:latin typeface="Tahoma"/>
                <a:cs typeface="Tahoma"/>
              </a:rPr>
              <a:t>EE.</a:t>
            </a:r>
            <a:endParaRPr sz="1450">
              <a:latin typeface="Tahoma"/>
              <a:cs typeface="Tahoma"/>
            </a:endParaRPr>
          </a:p>
          <a:p>
            <a:pPr marL="567055">
              <a:lnSpc>
                <a:spcPct val="100000"/>
              </a:lnSpc>
              <a:spcBef>
                <a:spcPts val="500"/>
              </a:spcBef>
            </a:pPr>
            <a:r>
              <a:rPr dirty="0" sz="1450">
                <a:solidFill>
                  <a:srgbClr val="17252F"/>
                </a:solidFill>
                <a:latin typeface="Tahoma"/>
                <a:cs typeface="Tahoma"/>
              </a:rPr>
              <a:t>UU.</a:t>
            </a:r>
            <a:r>
              <a:rPr dirty="0" sz="1450" spc="-10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450" spc="-45">
                <a:solidFill>
                  <a:srgbClr val="17252F"/>
                </a:solidFill>
                <a:latin typeface="Tahoma"/>
                <a:cs typeface="Tahoma"/>
              </a:rPr>
              <a:t>y</a:t>
            </a:r>
            <a:r>
              <a:rPr dirty="0" sz="1450" spc="-10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17252F"/>
                </a:solidFill>
                <a:latin typeface="Tahoma"/>
                <a:cs typeface="Tahoma"/>
              </a:rPr>
              <a:t>la</a:t>
            </a:r>
            <a:r>
              <a:rPr dirty="0" sz="1450" spc="-10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17252F"/>
                </a:solidFill>
                <a:latin typeface="Tahoma"/>
                <a:cs typeface="Tahoma"/>
              </a:rPr>
              <a:t>Ley</a:t>
            </a:r>
            <a:r>
              <a:rPr dirty="0" sz="1450" spc="-105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450" spc="-25">
                <a:solidFill>
                  <a:srgbClr val="17252F"/>
                </a:solidFill>
                <a:latin typeface="Tahoma"/>
                <a:cs typeface="Tahoma"/>
              </a:rPr>
              <a:t>de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238261" y="3066256"/>
            <a:ext cx="2442845" cy="10198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1950" spc="-30" b="1">
                <a:solidFill>
                  <a:srgbClr val="0A8F83"/>
                </a:solidFill>
                <a:latin typeface="Tahoma"/>
                <a:cs typeface="Tahoma"/>
              </a:rPr>
              <a:t>Data</a:t>
            </a:r>
            <a:r>
              <a:rPr dirty="0" sz="1950" spc="-110" b="1">
                <a:solidFill>
                  <a:srgbClr val="0A8F83"/>
                </a:solidFill>
                <a:latin typeface="Tahoma"/>
                <a:cs typeface="Tahoma"/>
              </a:rPr>
              <a:t> </a:t>
            </a:r>
            <a:r>
              <a:rPr dirty="0" sz="1950" spc="-10" b="1">
                <a:solidFill>
                  <a:srgbClr val="0A8F83"/>
                </a:solidFill>
                <a:latin typeface="Tahoma"/>
                <a:cs typeface="Tahoma"/>
              </a:rPr>
              <a:t>analytics</a:t>
            </a:r>
            <a:endParaRPr sz="1950">
              <a:latin typeface="Tahoma"/>
              <a:cs typeface="Tahoma"/>
            </a:endParaRPr>
          </a:p>
          <a:p>
            <a:pPr algn="ctr" marL="12065" marR="5080">
              <a:lnSpc>
                <a:spcPct val="131500"/>
              </a:lnSpc>
              <a:spcBef>
                <a:spcPts val="875"/>
              </a:spcBef>
            </a:pPr>
            <a:r>
              <a:rPr dirty="0" sz="1450">
                <a:solidFill>
                  <a:srgbClr val="17252F"/>
                </a:solidFill>
                <a:latin typeface="Tahoma"/>
                <a:cs typeface="Tahoma"/>
              </a:rPr>
              <a:t>Este es el proceso </a:t>
            </a:r>
            <a:r>
              <a:rPr dirty="0" sz="1450" spc="50">
                <a:solidFill>
                  <a:srgbClr val="17252F"/>
                </a:solidFill>
                <a:latin typeface="Tahoma"/>
                <a:cs typeface="Tahoma"/>
              </a:rPr>
              <a:t>de</a:t>
            </a:r>
            <a:r>
              <a:rPr dirty="0" sz="145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17252F"/>
                </a:solidFill>
                <a:latin typeface="Tahoma"/>
                <a:cs typeface="Tahoma"/>
              </a:rPr>
              <a:t>extraer </a:t>
            </a:r>
            <a:r>
              <a:rPr dirty="0" sz="1450">
                <a:solidFill>
                  <a:srgbClr val="17252F"/>
                </a:solidFill>
                <a:latin typeface="Tahoma"/>
                <a:cs typeface="Tahoma"/>
              </a:rPr>
              <a:t>significado</a:t>
            </a:r>
            <a:r>
              <a:rPr dirty="0" sz="1450" spc="4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450" spc="50">
                <a:solidFill>
                  <a:srgbClr val="17252F"/>
                </a:solidFill>
                <a:latin typeface="Tahoma"/>
                <a:cs typeface="Tahoma"/>
              </a:rPr>
              <a:t>de</a:t>
            </a:r>
            <a:r>
              <a:rPr dirty="0" sz="1450" spc="4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17252F"/>
                </a:solidFill>
                <a:latin typeface="Tahoma"/>
                <a:cs typeface="Tahoma"/>
              </a:rPr>
              <a:t>los</a:t>
            </a:r>
            <a:r>
              <a:rPr dirty="0" sz="1450" spc="40">
                <a:solidFill>
                  <a:srgbClr val="17252F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17252F"/>
                </a:solidFill>
                <a:latin typeface="Tahoma"/>
                <a:cs typeface="Tahoma"/>
              </a:rPr>
              <a:t>datos.</a:t>
            </a:r>
            <a:endParaRPr sz="14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-665"/>
            <a:ext cx="12189460" cy="6859905"/>
            <a:chOff x="0" y="-665"/>
            <a:chExt cx="12189460" cy="685990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665"/>
              <a:ext cx="12188952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661"/>
              <a:ext cx="7305675" cy="6858000"/>
            </a:xfrm>
            <a:custGeom>
              <a:avLst/>
              <a:gdLst/>
              <a:ahLst/>
              <a:cxnLst/>
              <a:rect l="l" t="t" r="r" b="b"/>
              <a:pathLst>
                <a:path w="7305675" h="6858000">
                  <a:moveTo>
                    <a:pt x="0" y="6858000"/>
                  </a:moveTo>
                  <a:lnTo>
                    <a:pt x="7305675" y="6858000"/>
                  </a:lnTo>
                  <a:lnTo>
                    <a:pt x="7305675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E8E1E1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35935" y="0"/>
              <a:ext cx="6858761" cy="6855713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266443"/>
              <a:ext cx="5737098" cy="558927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49567" y="181355"/>
              <a:ext cx="5738622" cy="5761482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916939" y="1409141"/>
            <a:ext cx="5650865" cy="4086860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965"/>
              </a:spcBef>
            </a:pPr>
            <a:r>
              <a:rPr dirty="0" sz="7200" spc="65" b="1">
                <a:solidFill>
                  <a:srgbClr val="FFFFFF"/>
                </a:solidFill>
                <a:latin typeface="Times New Roman"/>
                <a:cs typeface="Times New Roman"/>
              </a:rPr>
              <a:t>Arquitecturas </a:t>
            </a:r>
            <a:r>
              <a:rPr dirty="0" sz="7200" spc="105" b="1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dirty="0" sz="72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7200" spc="-10" b="1">
                <a:solidFill>
                  <a:srgbClr val="FFFFFF"/>
                </a:solidFill>
                <a:latin typeface="Times New Roman"/>
                <a:cs typeface="Times New Roman"/>
              </a:rPr>
              <a:t>Placas </a:t>
            </a:r>
            <a:r>
              <a:rPr dirty="0" sz="7200" spc="120" b="1">
                <a:solidFill>
                  <a:srgbClr val="FFFFFF"/>
                </a:solidFill>
                <a:latin typeface="Times New Roman"/>
                <a:cs typeface="Times New Roman"/>
              </a:rPr>
              <a:t>utilizadas</a:t>
            </a:r>
            <a:r>
              <a:rPr dirty="0" sz="72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7200" spc="220" b="1">
                <a:solidFill>
                  <a:srgbClr val="FFFFFF"/>
                </a:solidFill>
                <a:latin typeface="Times New Roman"/>
                <a:cs typeface="Times New Roman"/>
              </a:rPr>
              <a:t>en </a:t>
            </a:r>
            <a:r>
              <a:rPr dirty="0" sz="7200" spc="-25" b="1">
                <a:solidFill>
                  <a:srgbClr val="FFFFFF"/>
                </a:solidFill>
                <a:latin typeface="Times New Roman"/>
                <a:cs typeface="Times New Roman"/>
              </a:rPr>
              <a:t>IoT</a:t>
            </a:r>
            <a:endParaRPr sz="7200">
              <a:latin typeface="Times New Roman"/>
              <a:cs typeface="Times New Roman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05675" y="0"/>
            <a:ext cx="488327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89460" cy="6858000"/>
            <a:chOff x="0" y="0"/>
            <a:chExt cx="1218946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8952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941806" y="3355340"/>
              <a:ext cx="57150" cy="56515"/>
            </a:xfrm>
            <a:custGeom>
              <a:avLst/>
              <a:gdLst/>
              <a:ahLst/>
              <a:cxnLst/>
              <a:rect l="l" t="t" r="r" b="b"/>
              <a:pathLst>
                <a:path w="57150" h="56514">
                  <a:moveTo>
                    <a:pt x="36055" y="0"/>
                  </a:moveTo>
                  <a:lnTo>
                    <a:pt x="20497" y="0"/>
                  </a:lnTo>
                  <a:lnTo>
                    <a:pt x="13855" y="2667"/>
                  </a:lnTo>
                  <a:lnTo>
                    <a:pt x="2768" y="13715"/>
                  </a:lnTo>
                  <a:lnTo>
                    <a:pt x="0" y="20320"/>
                  </a:lnTo>
                  <a:lnTo>
                    <a:pt x="0" y="28194"/>
                  </a:lnTo>
                  <a:lnTo>
                    <a:pt x="0" y="35940"/>
                  </a:lnTo>
                  <a:lnTo>
                    <a:pt x="2768" y="42672"/>
                  </a:lnTo>
                  <a:lnTo>
                    <a:pt x="13855" y="53721"/>
                  </a:lnTo>
                  <a:lnTo>
                    <a:pt x="20497" y="56514"/>
                  </a:lnTo>
                  <a:lnTo>
                    <a:pt x="36055" y="56514"/>
                  </a:lnTo>
                  <a:lnTo>
                    <a:pt x="42735" y="53721"/>
                  </a:lnTo>
                  <a:lnTo>
                    <a:pt x="53822" y="42672"/>
                  </a:lnTo>
                  <a:lnTo>
                    <a:pt x="56591" y="35940"/>
                  </a:lnTo>
                  <a:lnTo>
                    <a:pt x="56591" y="20320"/>
                  </a:lnTo>
                  <a:lnTo>
                    <a:pt x="53822" y="13715"/>
                  </a:lnTo>
                  <a:lnTo>
                    <a:pt x="42735" y="2667"/>
                  </a:lnTo>
                  <a:lnTo>
                    <a:pt x="36055" y="0"/>
                  </a:lnTo>
                  <a:close/>
                </a:path>
              </a:pathLst>
            </a:custGeom>
            <a:solidFill>
              <a:srgbClr val="253B21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5067" y="3297301"/>
              <a:ext cx="3007690" cy="214502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65396" y="3300095"/>
              <a:ext cx="1207769" cy="166242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4702" y="3601846"/>
              <a:ext cx="3430193" cy="166242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941806" y="4035044"/>
              <a:ext cx="57150" cy="56515"/>
            </a:xfrm>
            <a:custGeom>
              <a:avLst/>
              <a:gdLst/>
              <a:ahLst/>
              <a:cxnLst/>
              <a:rect l="l" t="t" r="r" b="b"/>
              <a:pathLst>
                <a:path w="57150" h="56514">
                  <a:moveTo>
                    <a:pt x="36055" y="0"/>
                  </a:moveTo>
                  <a:lnTo>
                    <a:pt x="20497" y="0"/>
                  </a:lnTo>
                  <a:lnTo>
                    <a:pt x="13855" y="2666"/>
                  </a:lnTo>
                  <a:lnTo>
                    <a:pt x="2768" y="13715"/>
                  </a:lnTo>
                  <a:lnTo>
                    <a:pt x="0" y="20319"/>
                  </a:lnTo>
                  <a:lnTo>
                    <a:pt x="0" y="28193"/>
                  </a:lnTo>
                  <a:lnTo>
                    <a:pt x="0" y="35940"/>
                  </a:lnTo>
                  <a:lnTo>
                    <a:pt x="2768" y="42671"/>
                  </a:lnTo>
                  <a:lnTo>
                    <a:pt x="13855" y="53720"/>
                  </a:lnTo>
                  <a:lnTo>
                    <a:pt x="20497" y="56514"/>
                  </a:lnTo>
                  <a:lnTo>
                    <a:pt x="36055" y="56514"/>
                  </a:lnTo>
                  <a:lnTo>
                    <a:pt x="42735" y="53720"/>
                  </a:lnTo>
                  <a:lnTo>
                    <a:pt x="53822" y="42671"/>
                  </a:lnTo>
                  <a:lnTo>
                    <a:pt x="56591" y="35940"/>
                  </a:lnTo>
                  <a:lnTo>
                    <a:pt x="56591" y="20319"/>
                  </a:lnTo>
                  <a:lnTo>
                    <a:pt x="53822" y="13715"/>
                  </a:lnTo>
                  <a:lnTo>
                    <a:pt x="42735" y="2666"/>
                  </a:lnTo>
                  <a:lnTo>
                    <a:pt x="36055" y="0"/>
                  </a:lnTo>
                  <a:close/>
                </a:path>
              </a:pathLst>
            </a:custGeom>
            <a:solidFill>
              <a:srgbClr val="253B21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5067" y="3977004"/>
              <a:ext cx="3045790" cy="214502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03496" y="3978783"/>
              <a:ext cx="2216912" cy="210058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38568" y="4281551"/>
              <a:ext cx="1977859" cy="2117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36459" y="488556"/>
              <a:ext cx="4465955" cy="588086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89460" cy="6858000"/>
            <a:chOff x="0" y="0"/>
            <a:chExt cx="1218946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8952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4293742" y="610234"/>
              <a:ext cx="7060565" cy="1590675"/>
            </a:xfrm>
            <a:custGeom>
              <a:avLst/>
              <a:gdLst/>
              <a:ahLst/>
              <a:cxnLst/>
              <a:rect l="l" t="t" r="r" b="b"/>
              <a:pathLst>
                <a:path w="7060565" h="1590675">
                  <a:moveTo>
                    <a:pt x="6901053" y="0"/>
                  </a:moveTo>
                  <a:lnTo>
                    <a:pt x="159004" y="0"/>
                  </a:lnTo>
                  <a:lnTo>
                    <a:pt x="108720" y="8112"/>
                  </a:lnTo>
                  <a:lnTo>
                    <a:pt x="65068" y="30703"/>
                  </a:lnTo>
                  <a:lnTo>
                    <a:pt x="30658" y="65150"/>
                  </a:lnTo>
                  <a:lnTo>
                    <a:pt x="8099" y="108833"/>
                  </a:lnTo>
                  <a:lnTo>
                    <a:pt x="0" y="159130"/>
                  </a:lnTo>
                  <a:lnTo>
                    <a:pt x="0" y="1431289"/>
                  </a:lnTo>
                  <a:lnTo>
                    <a:pt x="8099" y="1481573"/>
                  </a:lnTo>
                  <a:lnTo>
                    <a:pt x="30658" y="1525225"/>
                  </a:lnTo>
                  <a:lnTo>
                    <a:pt x="65068" y="1559635"/>
                  </a:lnTo>
                  <a:lnTo>
                    <a:pt x="108720" y="1582194"/>
                  </a:lnTo>
                  <a:lnTo>
                    <a:pt x="159004" y="1590293"/>
                  </a:lnTo>
                  <a:lnTo>
                    <a:pt x="6901053" y="1590293"/>
                  </a:lnTo>
                  <a:lnTo>
                    <a:pt x="6951288" y="1582194"/>
                  </a:lnTo>
                  <a:lnTo>
                    <a:pt x="6994933" y="1559635"/>
                  </a:lnTo>
                  <a:lnTo>
                    <a:pt x="7029361" y="1525225"/>
                  </a:lnTo>
                  <a:lnTo>
                    <a:pt x="7051945" y="1481573"/>
                  </a:lnTo>
                  <a:lnTo>
                    <a:pt x="7060057" y="1431289"/>
                  </a:lnTo>
                  <a:lnTo>
                    <a:pt x="7060057" y="159130"/>
                  </a:lnTo>
                  <a:lnTo>
                    <a:pt x="7051945" y="108833"/>
                  </a:lnTo>
                  <a:lnTo>
                    <a:pt x="7029361" y="65150"/>
                  </a:lnTo>
                  <a:lnTo>
                    <a:pt x="6994933" y="30703"/>
                  </a:lnTo>
                  <a:lnTo>
                    <a:pt x="6951288" y="8112"/>
                  </a:lnTo>
                  <a:lnTo>
                    <a:pt x="690105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871275" y="1064640"/>
              <a:ext cx="685165" cy="685165"/>
            </a:xfrm>
            <a:custGeom>
              <a:avLst/>
              <a:gdLst/>
              <a:ahLst/>
              <a:cxnLst/>
              <a:rect l="l" t="t" r="r" b="b"/>
              <a:pathLst>
                <a:path w="685164" h="685164">
                  <a:moveTo>
                    <a:pt x="63055" y="504736"/>
                  </a:moveTo>
                  <a:lnTo>
                    <a:pt x="0" y="504736"/>
                  </a:lnTo>
                  <a:lnTo>
                    <a:pt x="0" y="540791"/>
                  </a:lnTo>
                  <a:lnTo>
                    <a:pt x="63055" y="540791"/>
                  </a:lnTo>
                  <a:lnTo>
                    <a:pt x="63055" y="504736"/>
                  </a:lnTo>
                  <a:close/>
                </a:path>
                <a:path w="685164" h="685164">
                  <a:moveTo>
                    <a:pt x="63055" y="432638"/>
                  </a:moveTo>
                  <a:lnTo>
                    <a:pt x="0" y="432638"/>
                  </a:lnTo>
                  <a:lnTo>
                    <a:pt x="0" y="468680"/>
                  </a:lnTo>
                  <a:lnTo>
                    <a:pt x="63055" y="468680"/>
                  </a:lnTo>
                  <a:lnTo>
                    <a:pt x="63055" y="432638"/>
                  </a:lnTo>
                  <a:close/>
                </a:path>
                <a:path w="685164" h="685164">
                  <a:moveTo>
                    <a:pt x="63055" y="360527"/>
                  </a:moveTo>
                  <a:lnTo>
                    <a:pt x="0" y="360527"/>
                  </a:lnTo>
                  <a:lnTo>
                    <a:pt x="0" y="396582"/>
                  </a:lnTo>
                  <a:lnTo>
                    <a:pt x="63055" y="396582"/>
                  </a:lnTo>
                  <a:lnTo>
                    <a:pt x="63055" y="360527"/>
                  </a:lnTo>
                  <a:close/>
                </a:path>
                <a:path w="685164" h="685164">
                  <a:moveTo>
                    <a:pt x="63055" y="288429"/>
                  </a:moveTo>
                  <a:lnTo>
                    <a:pt x="0" y="288429"/>
                  </a:lnTo>
                  <a:lnTo>
                    <a:pt x="0" y="324472"/>
                  </a:lnTo>
                  <a:lnTo>
                    <a:pt x="63055" y="324472"/>
                  </a:lnTo>
                  <a:lnTo>
                    <a:pt x="63055" y="288429"/>
                  </a:lnTo>
                  <a:close/>
                </a:path>
                <a:path w="685164" h="685164">
                  <a:moveTo>
                    <a:pt x="63055" y="216319"/>
                  </a:moveTo>
                  <a:lnTo>
                    <a:pt x="0" y="216319"/>
                  </a:lnTo>
                  <a:lnTo>
                    <a:pt x="0" y="252374"/>
                  </a:lnTo>
                  <a:lnTo>
                    <a:pt x="63055" y="252374"/>
                  </a:lnTo>
                  <a:lnTo>
                    <a:pt x="63055" y="216319"/>
                  </a:lnTo>
                  <a:close/>
                </a:path>
                <a:path w="685164" h="685164">
                  <a:moveTo>
                    <a:pt x="63055" y="144221"/>
                  </a:moveTo>
                  <a:lnTo>
                    <a:pt x="0" y="144221"/>
                  </a:lnTo>
                  <a:lnTo>
                    <a:pt x="0" y="180263"/>
                  </a:lnTo>
                  <a:lnTo>
                    <a:pt x="63055" y="180263"/>
                  </a:lnTo>
                  <a:lnTo>
                    <a:pt x="63055" y="144221"/>
                  </a:lnTo>
                  <a:close/>
                </a:path>
                <a:path w="685164" h="685164">
                  <a:moveTo>
                    <a:pt x="180162" y="621906"/>
                  </a:moveTo>
                  <a:lnTo>
                    <a:pt x="144132" y="621906"/>
                  </a:lnTo>
                  <a:lnTo>
                    <a:pt x="144132" y="684999"/>
                  </a:lnTo>
                  <a:lnTo>
                    <a:pt x="180162" y="684999"/>
                  </a:lnTo>
                  <a:lnTo>
                    <a:pt x="180162" y="621906"/>
                  </a:lnTo>
                  <a:close/>
                </a:path>
                <a:path w="685164" h="685164">
                  <a:moveTo>
                    <a:pt x="180162" y="0"/>
                  </a:moveTo>
                  <a:lnTo>
                    <a:pt x="144132" y="0"/>
                  </a:lnTo>
                  <a:lnTo>
                    <a:pt x="144132" y="63093"/>
                  </a:lnTo>
                  <a:lnTo>
                    <a:pt x="180162" y="63093"/>
                  </a:lnTo>
                  <a:lnTo>
                    <a:pt x="180162" y="0"/>
                  </a:lnTo>
                  <a:close/>
                </a:path>
                <a:path w="685164" h="685164">
                  <a:moveTo>
                    <a:pt x="252222" y="621906"/>
                  </a:moveTo>
                  <a:lnTo>
                    <a:pt x="216192" y="621906"/>
                  </a:lnTo>
                  <a:lnTo>
                    <a:pt x="216192" y="684999"/>
                  </a:lnTo>
                  <a:lnTo>
                    <a:pt x="252222" y="684999"/>
                  </a:lnTo>
                  <a:lnTo>
                    <a:pt x="252222" y="621906"/>
                  </a:lnTo>
                  <a:close/>
                </a:path>
                <a:path w="685164" h="685164">
                  <a:moveTo>
                    <a:pt x="252222" y="0"/>
                  </a:moveTo>
                  <a:lnTo>
                    <a:pt x="216192" y="0"/>
                  </a:lnTo>
                  <a:lnTo>
                    <a:pt x="216192" y="63093"/>
                  </a:lnTo>
                  <a:lnTo>
                    <a:pt x="252222" y="63093"/>
                  </a:lnTo>
                  <a:lnTo>
                    <a:pt x="252222" y="0"/>
                  </a:lnTo>
                  <a:close/>
                </a:path>
                <a:path w="685164" h="685164">
                  <a:moveTo>
                    <a:pt x="324294" y="621906"/>
                  </a:moveTo>
                  <a:lnTo>
                    <a:pt x="288264" y="621906"/>
                  </a:lnTo>
                  <a:lnTo>
                    <a:pt x="288264" y="684999"/>
                  </a:lnTo>
                  <a:lnTo>
                    <a:pt x="324294" y="684999"/>
                  </a:lnTo>
                  <a:lnTo>
                    <a:pt x="324294" y="621906"/>
                  </a:lnTo>
                  <a:close/>
                </a:path>
                <a:path w="685164" h="685164">
                  <a:moveTo>
                    <a:pt x="324294" y="0"/>
                  </a:moveTo>
                  <a:lnTo>
                    <a:pt x="288264" y="0"/>
                  </a:lnTo>
                  <a:lnTo>
                    <a:pt x="288264" y="63093"/>
                  </a:lnTo>
                  <a:lnTo>
                    <a:pt x="324294" y="63093"/>
                  </a:lnTo>
                  <a:lnTo>
                    <a:pt x="324294" y="0"/>
                  </a:lnTo>
                  <a:close/>
                </a:path>
                <a:path w="685164" h="685164">
                  <a:moveTo>
                    <a:pt x="396354" y="621906"/>
                  </a:moveTo>
                  <a:lnTo>
                    <a:pt x="360324" y="621906"/>
                  </a:lnTo>
                  <a:lnTo>
                    <a:pt x="360324" y="684999"/>
                  </a:lnTo>
                  <a:lnTo>
                    <a:pt x="396354" y="684999"/>
                  </a:lnTo>
                  <a:lnTo>
                    <a:pt x="396354" y="621906"/>
                  </a:lnTo>
                  <a:close/>
                </a:path>
                <a:path w="685164" h="685164">
                  <a:moveTo>
                    <a:pt x="396354" y="0"/>
                  </a:moveTo>
                  <a:lnTo>
                    <a:pt x="360324" y="0"/>
                  </a:lnTo>
                  <a:lnTo>
                    <a:pt x="360324" y="63093"/>
                  </a:lnTo>
                  <a:lnTo>
                    <a:pt x="396354" y="63093"/>
                  </a:lnTo>
                  <a:lnTo>
                    <a:pt x="396354" y="0"/>
                  </a:lnTo>
                  <a:close/>
                </a:path>
                <a:path w="685164" h="685164">
                  <a:moveTo>
                    <a:pt x="468426" y="621906"/>
                  </a:moveTo>
                  <a:lnTo>
                    <a:pt x="432384" y="621906"/>
                  </a:lnTo>
                  <a:lnTo>
                    <a:pt x="432384" y="684999"/>
                  </a:lnTo>
                  <a:lnTo>
                    <a:pt x="468426" y="684999"/>
                  </a:lnTo>
                  <a:lnTo>
                    <a:pt x="468426" y="621906"/>
                  </a:lnTo>
                  <a:close/>
                </a:path>
                <a:path w="685164" h="685164">
                  <a:moveTo>
                    <a:pt x="468426" y="0"/>
                  </a:moveTo>
                  <a:lnTo>
                    <a:pt x="432384" y="0"/>
                  </a:lnTo>
                  <a:lnTo>
                    <a:pt x="432384" y="63093"/>
                  </a:lnTo>
                  <a:lnTo>
                    <a:pt x="468426" y="63093"/>
                  </a:lnTo>
                  <a:lnTo>
                    <a:pt x="468426" y="0"/>
                  </a:lnTo>
                  <a:close/>
                </a:path>
                <a:path w="685164" h="685164">
                  <a:moveTo>
                    <a:pt x="540486" y="621906"/>
                  </a:moveTo>
                  <a:lnTo>
                    <a:pt x="504456" y="621906"/>
                  </a:lnTo>
                  <a:lnTo>
                    <a:pt x="504456" y="684999"/>
                  </a:lnTo>
                  <a:lnTo>
                    <a:pt x="540486" y="684999"/>
                  </a:lnTo>
                  <a:lnTo>
                    <a:pt x="540486" y="621906"/>
                  </a:lnTo>
                  <a:close/>
                </a:path>
                <a:path w="685164" h="685164">
                  <a:moveTo>
                    <a:pt x="540486" y="0"/>
                  </a:moveTo>
                  <a:lnTo>
                    <a:pt x="504456" y="0"/>
                  </a:lnTo>
                  <a:lnTo>
                    <a:pt x="504456" y="63093"/>
                  </a:lnTo>
                  <a:lnTo>
                    <a:pt x="540486" y="63093"/>
                  </a:lnTo>
                  <a:lnTo>
                    <a:pt x="540486" y="0"/>
                  </a:lnTo>
                  <a:close/>
                </a:path>
                <a:path w="685164" h="685164">
                  <a:moveTo>
                    <a:pt x="684618" y="504736"/>
                  </a:moveTo>
                  <a:lnTo>
                    <a:pt x="621563" y="504736"/>
                  </a:lnTo>
                  <a:lnTo>
                    <a:pt x="621563" y="540791"/>
                  </a:lnTo>
                  <a:lnTo>
                    <a:pt x="684618" y="540791"/>
                  </a:lnTo>
                  <a:lnTo>
                    <a:pt x="684618" y="504736"/>
                  </a:lnTo>
                  <a:close/>
                </a:path>
                <a:path w="685164" h="685164">
                  <a:moveTo>
                    <a:pt x="684618" y="432638"/>
                  </a:moveTo>
                  <a:lnTo>
                    <a:pt x="621563" y="432638"/>
                  </a:lnTo>
                  <a:lnTo>
                    <a:pt x="621563" y="468680"/>
                  </a:lnTo>
                  <a:lnTo>
                    <a:pt x="684618" y="468680"/>
                  </a:lnTo>
                  <a:lnTo>
                    <a:pt x="684618" y="432638"/>
                  </a:lnTo>
                  <a:close/>
                </a:path>
                <a:path w="685164" h="685164">
                  <a:moveTo>
                    <a:pt x="684618" y="360527"/>
                  </a:moveTo>
                  <a:lnTo>
                    <a:pt x="621563" y="360527"/>
                  </a:lnTo>
                  <a:lnTo>
                    <a:pt x="621563" y="396582"/>
                  </a:lnTo>
                  <a:lnTo>
                    <a:pt x="684618" y="396582"/>
                  </a:lnTo>
                  <a:lnTo>
                    <a:pt x="684618" y="360527"/>
                  </a:lnTo>
                  <a:close/>
                </a:path>
                <a:path w="685164" h="685164">
                  <a:moveTo>
                    <a:pt x="684618" y="288429"/>
                  </a:moveTo>
                  <a:lnTo>
                    <a:pt x="621563" y="288429"/>
                  </a:lnTo>
                  <a:lnTo>
                    <a:pt x="621563" y="324472"/>
                  </a:lnTo>
                  <a:lnTo>
                    <a:pt x="684618" y="324472"/>
                  </a:lnTo>
                  <a:lnTo>
                    <a:pt x="684618" y="288429"/>
                  </a:lnTo>
                  <a:close/>
                </a:path>
                <a:path w="685164" h="685164">
                  <a:moveTo>
                    <a:pt x="684618" y="216319"/>
                  </a:moveTo>
                  <a:lnTo>
                    <a:pt x="621563" y="216319"/>
                  </a:lnTo>
                  <a:lnTo>
                    <a:pt x="621563" y="252374"/>
                  </a:lnTo>
                  <a:lnTo>
                    <a:pt x="684618" y="252374"/>
                  </a:lnTo>
                  <a:lnTo>
                    <a:pt x="684618" y="216319"/>
                  </a:lnTo>
                  <a:close/>
                </a:path>
                <a:path w="685164" h="685164">
                  <a:moveTo>
                    <a:pt x="684618" y="144221"/>
                  </a:moveTo>
                  <a:lnTo>
                    <a:pt x="621563" y="144221"/>
                  </a:lnTo>
                  <a:lnTo>
                    <a:pt x="621563" y="180263"/>
                  </a:lnTo>
                  <a:lnTo>
                    <a:pt x="684618" y="180263"/>
                  </a:lnTo>
                  <a:lnTo>
                    <a:pt x="684618" y="144221"/>
                  </a:lnTo>
                  <a:close/>
                </a:path>
              </a:pathLst>
            </a:custGeom>
            <a:solidFill>
              <a:srgbClr val="36B48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5096483" y="1289967"/>
            <a:ext cx="234315" cy="234950"/>
          </a:xfrm>
          <a:custGeom>
            <a:avLst/>
            <a:gdLst/>
            <a:ahLst/>
            <a:cxnLst/>
            <a:rect l="l" t="t" r="r" b="b"/>
            <a:pathLst>
              <a:path w="234314" h="234950">
                <a:moveTo>
                  <a:pt x="234211" y="0"/>
                </a:moveTo>
                <a:lnTo>
                  <a:pt x="0" y="0"/>
                </a:lnTo>
                <a:lnTo>
                  <a:pt x="0" y="234340"/>
                </a:lnTo>
                <a:lnTo>
                  <a:pt x="234211" y="234340"/>
                </a:lnTo>
                <a:lnTo>
                  <a:pt x="234211" y="0"/>
                </a:lnTo>
                <a:close/>
              </a:path>
            </a:pathLst>
          </a:custGeom>
          <a:solidFill>
            <a:srgbClr val="36B4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970370" y="1163784"/>
            <a:ext cx="487045" cy="487045"/>
          </a:xfrm>
          <a:custGeom>
            <a:avLst/>
            <a:gdLst/>
            <a:ahLst/>
            <a:cxnLst/>
            <a:rect l="l" t="t" r="r" b="b"/>
            <a:pathLst>
              <a:path w="487045" h="487044">
                <a:moveTo>
                  <a:pt x="450406" y="0"/>
                </a:moveTo>
                <a:lnTo>
                  <a:pt x="36032" y="0"/>
                </a:lnTo>
                <a:lnTo>
                  <a:pt x="2831" y="22019"/>
                </a:lnTo>
                <a:lnTo>
                  <a:pt x="0" y="36052"/>
                </a:lnTo>
                <a:lnTo>
                  <a:pt x="0" y="450654"/>
                </a:lnTo>
                <a:lnTo>
                  <a:pt x="22007" y="483873"/>
                </a:lnTo>
                <a:lnTo>
                  <a:pt x="450406" y="486706"/>
                </a:lnTo>
                <a:lnTo>
                  <a:pt x="464432" y="483873"/>
                </a:lnTo>
                <a:lnTo>
                  <a:pt x="475885" y="476147"/>
                </a:lnTo>
                <a:lnTo>
                  <a:pt x="483607" y="464687"/>
                </a:lnTo>
                <a:lnTo>
                  <a:pt x="486438" y="450654"/>
                </a:lnTo>
                <a:lnTo>
                  <a:pt x="486438" y="396575"/>
                </a:lnTo>
                <a:lnTo>
                  <a:pt x="90081" y="396575"/>
                </a:lnTo>
                <a:lnTo>
                  <a:pt x="90081" y="90130"/>
                </a:lnTo>
                <a:lnTo>
                  <a:pt x="486438" y="90130"/>
                </a:lnTo>
                <a:lnTo>
                  <a:pt x="486438" y="36052"/>
                </a:lnTo>
                <a:lnTo>
                  <a:pt x="483607" y="22019"/>
                </a:lnTo>
                <a:lnTo>
                  <a:pt x="475885" y="10559"/>
                </a:lnTo>
                <a:lnTo>
                  <a:pt x="464431" y="2833"/>
                </a:lnTo>
                <a:lnTo>
                  <a:pt x="450406" y="0"/>
                </a:lnTo>
                <a:close/>
              </a:path>
              <a:path w="487045" h="487044">
                <a:moveTo>
                  <a:pt x="486438" y="90130"/>
                </a:moveTo>
                <a:lnTo>
                  <a:pt x="396357" y="90130"/>
                </a:lnTo>
                <a:lnTo>
                  <a:pt x="396357" y="396575"/>
                </a:lnTo>
                <a:lnTo>
                  <a:pt x="486438" y="396575"/>
                </a:lnTo>
                <a:lnTo>
                  <a:pt x="486438" y="90130"/>
                </a:lnTo>
                <a:close/>
              </a:path>
            </a:pathLst>
          </a:custGeom>
          <a:solidFill>
            <a:srgbClr val="36B4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286880" y="996187"/>
            <a:ext cx="4826635" cy="753745"/>
          </a:xfrm>
          <a:prstGeom prst="rect"/>
        </p:spPr>
        <p:txBody>
          <a:bodyPr wrap="square" lIns="0" tIns="50800" rIns="0" bIns="0" rtlCol="0" vert="horz">
            <a:spAutoFit/>
          </a:bodyPr>
          <a:lstStyle/>
          <a:p>
            <a:pPr marL="12700" marR="5080">
              <a:lnSpc>
                <a:spcPts val="2740"/>
              </a:lnSpc>
              <a:spcBef>
                <a:spcPts val="400"/>
              </a:spcBef>
            </a:pPr>
            <a:r>
              <a:rPr dirty="0" spc="-10" b="1">
                <a:latin typeface="Tahoma"/>
                <a:cs typeface="Tahoma"/>
              </a:rPr>
              <a:t>Arduino</a:t>
            </a:r>
            <a:r>
              <a:rPr dirty="0" spc="-45" b="1">
                <a:latin typeface="Tahoma"/>
                <a:cs typeface="Tahoma"/>
              </a:rPr>
              <a:t> </a:t>
            </a:r>
            <a:r>
              <a:rPr dirty="0" b="1">
                <a:latin typeface="Tahoma"/>
                <a:cs typeface="Tahoma"/>
              </a:rPr>
              <a:t>UNO</a:t>
            </a:r>
            <a:r>
              <a:rPr dirty="0"/>
              <a:t>:</a:t>
            </a:r>
            <a:r>
              <a:rPr dirty="0" spc="-65"/>
              <a:t> </a:t>
            </a:r>
            <a:r>
              <a:rPr dirty="0"/>
              <a:t>Fácil</a:t>
            </a:r>
            <a:r>
              <a:rPr dirty="0" spc="-75"/>
              <a:t> </a:t>
            </a:r>
            <a:r>
              <a:rPr dirty="0" spc="120"/>
              <a:t>de </a:t>
            </a:r>
            <a:r>
              <a:rPr dirty="0"/>
              <a:t>programar,</a:t>
            </a:r>
            <a:r>
              <a:rPr dirty="0" spc="-60"/>
              <a:t> </a:t>
            </a:r>
            <a:r>
              <a:rPr dirty="0" spc="80"/>
              <a:t>ideal</a:t>
            </a:r>
            <a:r>
              <a:rPr dirty="0" spc="5"/>
              <a:t> </a:t>
            </a:r>
            <a:r>
              <a:rPr dirty="0"/>
              <a:t>para</a:t>
            </a:r>
            <a:r>
              <a:rPr dirty="0" spc="15"/>
              <a:t> </a:t>
            </a:r>
            <a:r>
              <a:rPr dirty="0" spc="45"/>
              <a:t>prototipos.</a:t>
            </a:r>
          </a:p>
        </p:txBody>
      </p:sp>
      <p:grpSp>
        <p:nvGrpSpPr>
          <p:cNvPr id="9" name="object 9" descr=""/>
          <p:cNvGrpSpPr/>
          <p:nvPr/>
        </p:nvGrpSpPr>
        <p:grpSpPr>
          <a:xfrm>
            <a:off x="4293742" y="2598166"/>
            <a:ext cx="7060565" cy="1590675"/>
            <a:chOff x="4293742" y="2598166"/>
            <a:chExt cx="7060565" cy="1590675"/>
          </a:xfrm>
        </p:grpSpPr>
        <p:sp>
          <p:nvSpPr>
            <p:cNvPr id="10" name="object 10" descr=""/>
            <p:cNvSpPr/>
            <p:nvPr/>
          </p:nvSpPr>
          <p:spPr>
            <a:xfrm>
              <a:off x="4293742" y="2598166"/>
              <a:ext cx="7060565" cy="1590675"/>
            </a:xfrm>
            <a:custGeom>
              <a:avLst/>
              <a:gdLst/>
              <a:ahLst/>
              <a:cxnLst/>
              <a:rect l="l" t="t" r="r" b="b"/>
              <a:pathLst>
                <a:path w="7060565" h="1590675">
                  <a:moveTo>
                    <a:pt x="6901053" y="0"/>
                  </a:moveTo>
                  <a:lnTo>
                    <a:pt x="159004" y="0"/>
                  </a:lnTo>
                  <a:lnTo>
                    <a:pt x="108720" y="8099"/>
                  </a:lnTo>
                  <a:lnTo>
                    <a:pt x="65068" y="30658"/>
                  </a:lnTo>
                  <a:lnTo>
                    <a:pt x="30658" y="65068"/>
                  </a:lnTo>
                  <a:lnTo>
                    <a:pt x="8099" y="108720"/>
                  </a:lnTo>
                  <a:lnTo>
                    <a:pt x="0" y="159004"/>
                  </a:lnTo>
                  <a:lnTo>
                    <a:pt x="0" y="1431290"/>
                  </a:lnTo>
                  <a:lnTo>
                    <a:pt x="8099" y="1481525"/>
                  </a:lnTo>
                  <a:lnTo>
                    <a:pt x="30658" y="1525170"/>
                  </a:lnTo>
                  <a:lnTo>
                    <a:pt x="65068" y="1559598"/>
                  </a:lnTo>
                  <a:lnTo>
                    <a:pt x="108720" y="1582182"/>
                  </a:lnTo>
                  <a:lnTo>
                    <a:pt x="159004" y="1590294"/>
                  </a:lnTo>
                  <a:lnTo>
                    <a:pt x="6901053" y="1590294"/>
                  </a:lnTo>
                  <a:lnTo>
                    <a:pt x="6951288" y="1582182"/>
                  </a:lnTo>
                  <a:lnTo>
                    <a:pt x="6994933" y="1559598"/>
                  </a:lnTo>
                  <a:lnTo>
                    <a:pt x="7029361" y="1525170"/>
                  </a:lnTo>
                  <a:lnTo>
                    <a:pt x="7051945" y="1481525"/>
                  </a:lnTo>
                  <a:lnTo>
                    <a:pt x="7060057" y="1431290"/>
                  </a:lnTo>
                  <a:lnTo>
                    <a:pt x="7060057" y="159004"/>
                  </a:lnTo>
                  <a:lnTo>
                    <a:pt x="7051945" y="108720"/>
                  </a:lnTo>
                  <a:lnTo>
                    <a:pt x="7029361" y="65068"/>
                  </a:lnTo>
                  <a:lnTo>
                    <a:pt x="6994933" y="30658"/>
                  </a:lnTo>
                  <a:lnTo>
                    <a:pt x="6951288" y="8099"/>
                  </a:lnTo>
                  <a:lnTo>
                    <a:pt x="690105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017392" y="3014289"/>
              <a:ext cx="383540" cy="761365"/>
            </a:xfrm>
            <a:custGeom>
              <a:avLst/>
              <a:gdLst/>
              <a:ahLst/>
              <a:cxnLst/>
              <a:rect l="l" t="t" r="r" b="b"/>
              <a:pathLst>
                <a:path w="383539" h="761364">
                  <a:moveTo>
                    <a:pt x="214213" y="446267"/>
                  </a:moveTo>
                  <a:lnTo>
                    <a:pt x="160164" y="446267"/>
                  </a:lnTo>
                  <a:lnTo>
                    <a:pt x="160164" y="761274"/>
                  </a:lnTo>
                  <a:lnTo>
                    <a:pt x="290685" y="630945"/>
                  </a:lnTo>
                  <a:lnTo>
                    <a:pt x="214213" y="630945"/>
                  </a:lnTo>
                  <a:lnTo>
                    <a:pt x="214213" y="446267"/>
                  </a:lnTo>
                  <a:close/>
                </a:path>
                <a:path w="383539" h="761364">
                  <a:moveTo>
                    <a:pt x="290872" y="445817"/>
                  </a:moveTo>
                  <a:lnTo>
                    <a:pt x="214213" y="445817"/>
                  </a:lnTo>
                  <a:lnTo>
                    <a:pt x="306906" y="538381"/>
                  </a:lnTo>
                  <a:lnTo>
                    <a:pt x="214213" y="630945"/>
                  </a:lnTo>
                  <a:lnTo>
                    <a:pt x="290685" y="630945"/>
                  </a:lnTo>
                  <a:lnTo>
                    <a:pt x="383385" y="538381"/>
                  </a:lnTo>
                  <a:lnTo>
                    <a:pt x="290872" y="445817"/>
                  </a:lnTo>
                  <a:close/>
                </a:path>
                <a:path w="383539" h="761364">
                  <a:moveTo>
                    <a:pt x="38194" y="193000"/>
                  </a:moveTo>
                  <a:lnTo>
                    <a:pt x="0" y="231215"/>
                  </a:lnTo>
                  <a:lnTo>
                    <a:pt x="149354" y="380652"/>
                  </a:lnTo>
                  <a:lnTo>
                    <a:pt x="0" y="530089"/>
                  </a:lnTo>
                  <a:lnTo>
                    <a:pt x="38194" y="568304"/>
                  </a:lnTo>
                  <a:lnTo>
                    <a:pt x="160164" y="446267"/>
                  </a:lnTo>
                  <a:lnTo>
                    <a:pt x="214213" y="446267"/>
                  </a:lnTo>
                  <a:lnTo>
                    <a:pt x="214213" y="445817"/>
                  </a:lnTo>
                  <a:lnTo>
                    <a:pt x="290872" y="445817"/>
                  </a:lnTo>
                  <a:lnTo>
                    <a:pt x="225743" y="380652"/>
                  </a:lnTo>
                  <a:lnTo>
                    <a:pt x="290602" y="315758"/>
                  </a:lnTo>
                  <a:lnTo>
                    <a:pt x="214213" y="315758"/>
                  </a:lnTo>
                  <a:lnTo>
                    <a:pt x="214213" y="315037"/>
                  </a:lnTo>
                  <a:lnTo>
                    <a:pt x="160164" y="315037"/>
                  </a:lnTo>
                  <a:lnTo>
                    <a:pt x="38194" y="193000"/>
                  </a:lnTo>
                  <a:close/>
                </a:path>
                <a:path w="383539" h="761364">
                  <a:moveTo>
                    <a:pt x="290697" y="130359"/>
                  </a:moveTo>
                  <a:lnTo>
                    <a:pt x="214213" y="130359"/>
                  </a:lnTo>
                  <a:lnTo>
                    <a:pt x="306906" y="222923"/>
                  </a:lnTo>
                  <a:lnTo>
                    <a:pt x="214213" y="315758"/>
                  </a:lnTo>
                  <a:lnTo>
                    <a:pt x="290602" y="315758"/>
                  </a:lnTo>
                  <a:lnTo>
                    <a:pt x="383385" y="222923"/>
                  </a:lnTo>
                  <a:lnTo>
                    <a:pt x="290697" y="130359"/>
                  </a:lnTo>
                  <a:close/>
                </a:path>
                <a:path w="383539" h="761364">
                  <a:moveTo>
                    <a:pt x="160164" y="0"/>
                  </a:moveTo>
                  <a:lnTo>
                    <a:pt x="160164" y="315037"/>
                  </a:lnTo>
                  <a:lnTo>
                    <a:pt x="214213" y="315037"/>
                  </a:lnTo>
                  <a:lnTo>
                    <a:pt x="214213" y="130359"/>
                  </a:lnTo>
                  <a:lnTo>
                    <a:pt x="290697" y="130359"/>
                  </a:lnTo>
                  <a:lnTo>
                    <a:pt x="160164" y="0"/>
                  </a:lnTo>
                  <a:close/>
                </a:path>
              </a:pathLst>
            </a:custGeom>
            <a:solidFill>
              <a:srgbClr val="30B75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6286880" y="2984373"/>
            <a:ext cx="4178300" cy="753745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2700" marR="5080">
              <a:lnSpc>
                <a:spcPts val="2740"/>
              </a:lnSpc>
              <a:spcBef>
                <a:spcPts val="400"/>
              </a:spcBef>
            </a:pPr>
            <a:r>
              <a:rPr dirty="0" sz="2500" spc="-60" b="1">
                <a:latin typeface="Tahoma"/>
                <a:cs typeface="Tahoma"/>
              </a:rPr>
              <a:t>ESP32</a:t>
            </a:r>
            <a:r>
              <a:rPr dirty="0" sz="2500" spc="-60">
                <a:latin typeface="Tahoma"/>
                <a:cs typeface="Tahoma"/>
              </a:rPr>
              <a:t>:</a:t>
            </a:r>
            <a:r>
              <a:rPr dirty="0" sz="2500" spc="-45">
                <a:latin typeface="Tahoma"/>
                <a:cs typeface="Tahoma"/>
              </a:rPr>
              <a:t> </a:t>
            </a:r>
            <a:r>
              <a:rPr dirty="0" sz="2500" spc="75">
                <a:latin typeface="Tahoma"/>
                <a:cs typeface="Tahoma"/>
              </a:rPr>
              <a:t>Conectividad</a:t>
            </a:r>
            <a:r>
              <a:rPr dirty="0" sz="2500" spc="-80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Wi-Fi</a:t>
            </a:r>
            <a:r>
              <a:rPr dirty="0" sz="2500" spc="-65">
                <a:latin typeface="Tahoma"/>
                <a:cs typeface="Tahoma"/>
              </a:rPr>
              <a:t> </a:t>
            </a:r>
            <a:r>
              <a:rPr dirty="0" sz="2500" spc="-50">
                <a:latin typeface="Tahoma"/>
                <a:cs typeface="Tahoma"/>
              </a:rPr>
              <a:t>y </a:t>
            </a:r>
            <a:r>
              <a:rPr dirty="0" sz="2500" spc="60">
                <a:latin typeface="Tahoma"/>
                <a:cs typeface="Tahoma"/>
              </a:rPr>
              <a:t>Bluetooth</a:t>
            </a:r>
            <a:r>
              <a:rPr dirty="0" sz="2500" spc="-105">
                <a:latin typeface="Tahoma"/>
                <a:cs typeface="Tahoma"/>
              </a:rPr>
              <a:t> </a:t>
            </a:r>
            <a:r>
              <a:rPr dirty="0" sz="2500" spc="-10">
                <a:latin typeface="Tahoma"/>
                <a:cs typeface="Tahoma"/>
              </a:rPr>
              <a:t>integrada.</a:t>
            </a:r>
            <a:endParaRPr sz="2500">
              <a:latin typeface="Tahoma"/>
              <a:cs typeface="Tahoma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4293742" y="4585970"/>
            <a:ext cx="7060565" cy="1590675"/>
            <a:chOff x="4293742" y="4585970"/>
            <a:chExt cx="7060565" cy="1590675"/>
          </a:xfrm>
        </p:grpSpPr>
        <p:sp>
          <p:nvSpPr>
            <p:cNvPr id="14" name="object 14" descr=""/>
            <p:cNvSpPr/>
            <p:nvPr/>
          </p:nvSpPr>
          <p:spPr>
            <a:xfrm>
              <a:off x="4293742" y="4585970"/>
              <a:ext cx="7060565" cy="1590675"/>
            </a:xfrm>
            <a:custGeom>
              <a:avLst/>
              <a:gdLst/>
              <a:ahLst/>
              <a:cxnLst/>
              <a:rect l="l" t="t" r="r" b="b"/>
              <a:pathLst>
                <a:path w="7060565" h="1590675">
                  <a:moveTo>
                    <a:pt x="6901053" y="0"/>
                  </a:moveTo>
                  <a:lnTo>
                    <a:pt x="159004" y="0"/>
                  </a:lnTo>
                  <a:lnTo>
                    <a:pt x="108720" y="8111"/>
                  </a:lnTo>
                  <a:lnTo>
                    <a:pt x="65068" y="30695"/>
                  </a:lnTo>
                  <a:lnTo>
                    <a:pt x="30658" y="65123"/>
                  </a:lnTo>
                  <a:lnTo>
                    <a:pt x="8099" y="108768"/>
                  </a:lnTo>
                  <a:lnTo>
                    <a:pt x="0" y="159003"/>
                  </a:lnTo>
                  <a:lnTo>
                    <a:pt x="0" y="1431277"/>
                  </a:lnTo>
                  <a:lnTo>
                    <a:pt x="8099" y="1481544"/>
                  </a:lnTo>
                  <a:lnTo>
                    <a:pt x="30658" y="1525199"/>
                  </a:lnTo>
                  <a:lnTo>
                    <a:pt x="65068" y="1559624"/>
                  </a:lnTo>
                  <a:lnTo>
                    <a:pt x="108720" y="1582199"/>
                  </a:lnTo>
                  <a:lnTo>
                    <a:pt x="159004" y="1590306"/>
                  </a:lnTo>
                  <a:lnTo>
                    <a:pt x="6901053" y="1590306"/>
                  </a:lnTo>
                  <a:lnTo>
                    <a:pt x="6951288" y="1582199"/>
                  </a:lnTo>
                  <a:lnTo>
                    <a:pt x="6994933" y="1559624"/>
                  </a:lnTo>
                  <a:lnTo>
                    <a:pt x="7029361" y="1525199"/>
                  </a:lnTo>
                  <a:lnTo>
                    <a:pt x="7051945" y="1481544"/>
                  </a:lnTo>
                  <a:lnTo>
                    <a:pt x="7060057" y="1431277"/>
                  </a:lnTo>
                  <a:lnTo>
                    <a:pt x="7060057" y="159003"/>
                  </a:lnTo>
                  <a:lnTo>
                    <a:pt x="7051945" y="108768"/>
                  </a:lnTo>
                  <a:lnTo>
                    <a:pt x="7029361" y="65123"/>
                  </a:lnTo>
                  <a:lnTo>
                    <a:pt x="6994933" y="30695"/>
                  </a:lnTo>
                  <a:lnTo>
                    <a:pt x="6951288" y="8111"/>
                  </a:lnTo>
                  <a:lnTo>
                    <a:pt x="690105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821288" y="5184636"/>
              <a:ext cx="788670" cy="378460"/>
            </a:xfrm>
            <a:custGeom>
              <a:avLst/>
              <a:gdLst/>
              <a:ahLst/>
              <a:cxnLst/>
              <a:rect l="l" t="t" r="r" b="b"/>
              <a:pathLst>
                <a:path w="788670" h="378460">
                  <a:moveTo>
                    <a:pt x="97053" y="275589"/>
                  </a:moveTo>
                  <a:lnTo>
                    <a:pt x="60081" y="275589"/>
                  </a:lnTo>
                  <a:lnTo>
                    <a:pt x="69827" y="316229"/>
                  </a:lnTo>
                  <a:lnTo>
                    <a:pt x="93259" y="349249"/>
                  </a:lnTo>
                  <a:lnTo>
                    <a:pt x="127103" y="370839"/>
                  </a:lnTo>
                  <a:lnTo>
                    <a:pt x="168088" y="378459"/>
                  </a:lnTo>
                  <a:lnTo>
                    <a:pt x="617504" y="378460"/>
                  </a:lnTo>
                  <a:lnTo>
                    <a:pt x="650903" y="373380"/>
                  </a:lnTo>
                  <a:lnTo>
                    <a:pt x="680397" y="359410"/>
                  </a:lnTo>
                  <a:lnTo>
                    <a:pt x="696550" y="342900"/>
                  </a:lnTo>
                  <a:lnTo>
                    <a:pt x="168088" y="342899"/>
                  </a:lnTo>
                  <a:lnTo>
                    <a:pt x="140037" y="337819"/>
                  </a:lnTo>
                  <a:lnTo>
                    <a:pt x="117130" y="321309"/>
                  </a:lnTo>
                  <a:lnTo>
                    <a:pt x="101686" y="298449"/>
                  </a:lnTo>
                  <a:lnTo>
                    <a:pt x="97053" y="275589"/>
                  </a:lnTo>
                  <a:close/>
                </a:path>
                <a:path w="788670" h="378460">
                  <a:moveTo>
                    <a:pt x="424497" y="210820"/>
                  </a:moveTo>
                  <a:lnTo>
                    <a:pt x="281018" y="210820"/>
                  </a:lnTo>
                  <a:lnTo>
                    <a:pt x="289281" y="212090"/>
                  </a:lnTo>
                  <a:lnTo>
                    <a:pt x="307714" y="212090"/>
                  </a:lnTo>
                  <a:lnTo>
                    <a:pt x="322127" y="214630"/>
                  </a:lnTo>
                  <a:lnTo>
                    <a:pt x="325280" y="214630"/>
                  </a:lnTo>
                  <a:lnTo>
                    <a:pt x="343426" y="217170"/>
                  </a:lnTo>
                  <a:lnTo>
                    <a:pt x="361312" y="222250"/>
                  </a:lnTo>
                  <a:lnTo>
                    <a:pt x="366751" y="223520"/>
                  </a:lnTo>
                  <a:lnTo>
                    <a:pt x="374960" y="226060"/>
                  </a:lnTo>
                  <a:lnTo>
                    <a:pt x="383101" y="229870"/>
                  </a:lnTo>
                  <a:lnTo>
                    <a:pt x="388337" y="231140"/>
                  </a:lnTo>
                  <a:lnTo>
                    <a:pt x="413544" y="240030"/>
                  </a:lnTo>
                  <a:lnTo>
                    <a:pt x="457495" y="257810"/>
                  </a:lnTo>
                  <a:lnTo>
                    <a:pt x="469320" y="262890"/>
                  </a:lnTo>
                  <a:lnTo>
                    <a:pt x="487336" y="269240"/>
                  </a:lnTo>
                  <a:lnTo>
                    <a:pt x="494961" y="271780"/>
                  </a:lnTo>
                  <a:lnTo>
                    <a:pt x="511647" y="278130"/>
                  </a:lnTo>
                  <a:lnTo>
                    <a:pt x="531762" y="284480"/>
                  </a:lnTo>
                  <a:lnTo>
                    <a:pt x="549672" y="289560"/>
                  </a:lnTo>
                  <a:lnTo>
                    <a:pt x="562095" y="293370"/>
                  </a:lnTo>
                  <a:lnTo>
                    <a:pt x="589601" y="299720"/>
                  </a:lnTo>
                  <a:lnTo>
                    <a:pt x="621599" y="306070"/>
                  </a:lnTo>
                  <a:lnTo>
                    <a:pt x="647501" y="309880"/>
                  </a:lnTo>
                  <a:lnTo>
                    <a:pt x="655424" y="309880"/>
                  </a:lnTo>
                  <a:lnTo>
                    <a:pt x="664740" y="311150"/>
                  </a:lnTo>
                  <a:lnTo>
                    <a:pt x="677047" y="311150"/>
                  </a:lnTo>
                  <a:lnTo>
                    <a:pt x="665473" y="325120"/>
                  </a:lnTo>
                  <a:lnTo>
                    <a:pt x="651231" y="334010"/>
                  </a:lnTo>
                  <a:lnTo>
                    <a:pt x="635011" y="340360"/>
                  </a:lnTo>
                  <a:lnTo>
                    <a:pt x="617504" y="342900"/>
                  </a:lnTo>
                  <a:lnTo>
                    <a:pt x="696550" y="342900"/>
                  </a:lnTo>
                  <a:lnTo>
                    <a:pt x="704005" y="335280"/>
                  </a:lnTo>
                  <a:lnTo>
                    <a:pt x="719746" y="306070"/>
                  </a:lnTo>
                  <a:lnTo>
                    <a:pt x="725013" y="304800"/>
                  </a:lnTo>
                  <a:lnTo>
                    <a:pt x="739535" y="300990"/>
                  </a:lnTo>
                  <a:lnTo>
                    <a:pt x="761391" y="289560"/>
                  </a:lnTo>
                  <a:lnTo>
                    <a:pt x="768662" y="284480"/>
                  </a:lnTo>
                  <a:lnTo>
                    <a:pt x="669120" y="284480"/>
                  </a:lnTo>
                  <a:lnTo>
                    <a:pt x="674270" y="275590"/>
                  </a:lnTo>
                  <a:lnTo>
                    <a:pt x="603901" y="275590"/>
                  </a:lnTo>
                  <a:lnTo>
                    <a:pt x="586335" y="271780"/>
                  </a:lnTo>
                  <a:lnTo>
                    <a:pt x="593152" y="254000"/>
                  </a:lnTo>
                  <a:lnTo>
                    <a:pt x="524269" y="254000"/>
                  </a:lnTo>
                  <a:lnTo>
                    <a:pt x="518504" y="251460"/>
                  </a:lnTo>
                  <a:lnTo>
                    <a:pt x="512829" y="250190"/>
                  </a:lnTo>
                  <a:lnTo>
                    <a:pt x="507154" y="247650"/>
                  </a:lnTo>
                  <a:lnTo>
                    <a:pt x="514039" y="222250"/>
                  </a:lnTo>
                  <a:lnTo>
                    <a:pt x="440404" y="222250"/>
                  </a:lnTo>
                  <a:lnTo>
                    <a:pt x="422928" y="215900"/>
                  </a:lnTo>
                  <a:lnTo>
                    <a:pt x="424497" y="210820"/>
                  </a:lnTo>
                  <a:close/>
                </a:path>
                <a:path w="788670" h="378460">
                  <a:moveTo>
                    <a:pt x="348251" y="0"/>
                  </a:moveTo>
                  <a:lnTo>
                    <a:pt x="299156" y="2539"/>
                  </a:lnTo>
                  <a:lnTo>
                    <a:pt x="251267" y="11429"/>
                  </a:lnTo>
                  <a:lnTo>
                    <a:pt x="205243" y="27939"/>
                  </a:lnTo>
                  <a:lnTo>
                    <a:pt x="161743" y="49529"/>
                  </a:lnTo>
                  <a:lnTo>
                    <a:pt x="121426" y="78739"/>
                  </a:lnTo>
                  <a:lnTo>
                    <a:pt x="115728" y="82549"/>
                  </a:lnTo>
                  <a:lnTo>
                    <a:pt x="110177" y="87629"/>
                  </a:lnTo>
                  <a:lnTo>
                    <a:pt x="104779" y="92709"/>
                  </a:lnTo>
                  <a:lnTo>
                    <a:pt x="99536" y="99059"/>
                  </a:lnTo>
                  <a:lnTo>
                    <a:pt x="69266" y="134619"/>
                  </a:lnTo>
                  <a:lnTo>
                    <a:pt x="45397" y="173989"/>
                  </a:lnTo>
                  <a:lnTo>
                    <a:pt x="27204" y="212089"/>
                  </a:lnTo>
                  <a:lnTo>
                    <a:pt x="13959" y="248919"/>
                  </a:lnTo>
                  <a:lnTo>
                    <a:pt x="10356" y="260349"/>
                  </a:lnTo>
                  <a:lnTo>
                    <a:pt x="10396" y="261619"/>
                  </a:lnTo>
                  <a:lnTo>
                    <a:pt x="7563" y="270509"/>
                  </a:lnTo>
                  <a:lnTo>
                    <a:pt x="7563" y="271779"/>
                  </a:lnTo>
                  <a:lnTo>
                    <a:pt x="7113" y="273049"/>
                  </a:lnTo>
                  <a:lnTo>
                    <a:pt x="6843" y="273049"/>
                  </a:lnTo>
                  <a:lnTo>
                    <a:pt x="6032" y="275589"/>
                  </a:lnTo>
                  <a:lnTo>
                    <a:pt x="3870" y="283209"/>
                  </a:lnTo>
                  <a:lnTo>
                    <a:pt x="4050" y="283209"/>
                  </a:lnTo>
                  <a:lnTo>
                    <a:pt x="3329" y="285749"/>
                  </a:lnTo>
                  <a:lnTo>
                    <a:pt x="2699" y="288289"/>
                  </a:lnTo>
                  <a:lnTo>
                    <a:pt x="1618" y="292099"/>
                  </a:lnTo>
                  <a:lnTo>
                    <a:pt x="807" y="295909"/>
                  </a:lnTo>
                  <a:lnTo>
                    <a:pt x="177" y="298449"/>
                  </a:lnTo>
                  <a:lnTo>
                    <a:pt x="0" y="298449"/>
                  </a:lnTo>
                  <a:lnTo>
                    <a:pt x="0" y="299719"/>
                  </a:lnTo>
                  <a:lnTo>
                    <a:pt x="177" y="300989"/>
                  </a:lnTo>
                  <a:lnTo>
                    <a:pt x="177" y="304799"/>
                  </a:lnTo>
                  <a:lnTo>
                    <a:pt x="604" y="304799"/>
                  </a:lnTo>
                  <a:lnTo>
                    <a:pt x="897" y="306069"/>
                  </a:lnTo>
                  <a:lnTo>
                    <a:pt x="2429" y="308609"/>
                  </a:lnTo>
                  <a:lnTo>
                    <a:pt x="12878" y="308609"/>
                  </a:lnTo>
                  <a:lnTo>
                    <a:pt x="25119" y="300989"/>
                  </a:lnTo>
                  <a:lnTo>
                    <a:pt x="37073" y="293369"/>
                  </a:lnTo>
                  <a:lnTo>
                    <a:pt x="48731" y="284479"/>
                  </a:lnTo>
                  <a:lnTo>
                    <a:pt x="60081" y="275589"/>
                  </a:lnTo>
                  <a:lnTo>
                    <a:pt x="97053" y="275589"/>
                  </a:lnTo>
                  <a:lnTo>
                    <a:pt x="96023" y="270509"/>
                  </a:lnTo>
                  <a:lnTo>
                    <a:pt x="96023" y="251459"/>
                  </a:lnTo>
                  <a:lnTo>
                    <a:pt x="103023" y="246379"/>
                  </a:lnTo>
                  <a:lnTo>
                    <a:pt x="110295" y="242569"/>
                  </a:lnTo>
                  <a:lnTo>
                    <a:pt x="61252" y="242569"/>
                  </a:lnTo>
                  <a:lnTo>
                    <a:pt x="64585" y="194309"/>
                  </a:lnTo>
                  <a:lnTo>
                    <a:pt x="90130" y="151129"/>
                  </a:lnTo>
                  <a:lnTo>
                    <a:pt x="100077" y="138429"/>
                  </a:lnTo>
                  <a:lnTo>
                    <a:pt x="162833" y="138429"/>
                  </a:lnTo>
                  <a:lnTo>
                    <a:pt x="166410" y="126999"/>
                  </a:lnTo>
                  <a:lnTo>
                    <a:pt x="181531" y="92709"/>
                  </a:lnTo>
                  <a:lnTo>
                    <a:pt x="200517" y="59689"/>
                  </a:lnTo>
                  <a:lnTo>
                    <a:pt x="215707" y="52069"/>
                  </a:lnTo>
                  <a:lnTo>
                    <a:pt x="231235" y="46989"/>
                  </a:lnTo>
                  <a:lnTo>
                    <a:pt x="307633" y="46989"/>
                  </a:lnTo>
                  <a:lnTo>
                    <a:pt x="322037" y="27939"/>
                  </a:lnTo>
                  <a:lnTo>
                    <a:pt x="330144" y="26669"/>
                  </a:lnTo>
                  <a:lnTo>
                    <a:pt x="503008" y="26670"/>
                  </a:lnTo>
                  <a:lnTo>
                    <a:pt x="483339" y="20320"/>
                  </a:lnTo>
                  <a:lnTo>
                    <a:pt x="439007" y="8890"/>
                  </a:lnTo>
                  <a:lnTo>
                    <a:pt x="393888" y="2540"/>
                  </a:lnTo>
                  <a:lnTo>
                    <a:pt x="348251" y="0"/>
                  </a:lnTo>
                  <a:close/>
                </a:path>
                <a:path w="788670" h="378460">
                  <a:moveTo>
                    <a:pt x="757190" y="223520"/>
                  </a:moveTo>
                  <a:lnTo>
                    <a:pt x="722373" y="223520"/>
                  </a:lnTo>
                  <a:lnTo>
                    <a:pt x="733258" y="238760"/>
                  </a:lnTo>
                  <a:lnTo>
                    <a:pt x="715601" y="250190"/>
                  </a:lnTo>
                  <a:lnTo>
                    <a:pt x="701786" y="265430"/>
                  </a:lnTo>
                  <a:lnTo>
                    <a:pt x="692785" y="279400"/>
                  </a:lnTo>
                  <a:lnTo>
                    <a:pt x="689569" y="284480"/>
                  </a:lnTo>
                  <a:lnTo>
                    <a:pt x="768662" y="284480"/>
                  </a:lnTo>
                  <a:lnTo>
                    <a:pt x="788658" y="270510"/>
                  </a:lnTo>
                  <a:lnTo>
                    <a:pt x="788132" y="269240"/>
                  </a:lnTo>
                  <a:lnTo>
                    <a:pt x="771879" y="243840"/>
                  </a:lnTo>
                  <a:lnTo>
                    <a:pt x="757190" y="223520"/>
                  </a:lnTo>
                  <a:close/>
                </a:path>
                <a:path w="788670" h="378460">
                  <a:moveTo>
                    <a:pt x="706652" y="161290"/>
                  </a:moveTo>
                  <a:lnTo>
                    <a:pt x="668219" y="161290"/>
                  </a:lnTo>
                  <a:lnTo>
                    <a:pt x="672633" y="165100"/>
                  </a:lnTo>
                  <a:lnTo>
                    <a:pt x="677227" y="170180"/>
                  </a:lnTo>
                  <a:lnTo>
                    <a:pt x="681011" y="173990"/>
                  </a:lnTo>
                  <a:lnTo>
                    <a:pt x="653242" y="196850"/>
                  </a:lnTo>
                  <a:lnTo>
                    <a:pt x="630937" y="222250"/>
                  </a:lnTo>
                  <a:lnTo>
                    <a:pt x="614391" y="248920"/>
                  </a:lnTo>
                  <a:lnTo>
                    <a:pt x="603901" y="275590"/>
                  </a:lnTo>
                  <a:lnTo>
                    <a:pt x="674270" y="275590"/>
                  </a:lnTo>
                  <a:lnTo>
                    <a:pt x="679420" y="266700"/>
                  </a:lnTo>
                  <a:lnTo>
                    <a:pt x="691836" y="251460"/>
                  </a:lnTo>
                  <a:lnTo>
                    <a:pt x="706208" y="236220"/>
                  </a:lnTo>
                  <a:lnTo>
                    <a:pt x="722373" y="223520"/>
                  </a:lnTo>
                  <a:lnTo>
                    <a:pt x="757190" y="223520"/>
                  </a:lnTo>
                  <a:lnTo>
                    <a:pt x="754436" y="219710"/>
                  </a:lnTo>
                  <a:lnTo>
                    <a:pt x="735825" y="195580"/>
                  </a:lnTo>
                  <a:lnTo>
                    <a:pt x="716067" y="172720"/>
                  </a:lnTo>
                  <a:lnTo>
                    <a:pt x="710267" y="165100"/>
                  </a:lnTo>
                  <a:lnTo>
                    <a:pt x="706652" y="161290"/>
                  </a:lnTo>
                  <a:close/>
                </a:path>
                <a:path w="788670" h="378460">
                  <a:moveTo>
                    <a:pt x="643987" y="102870"/>
                  </a:moveTo>
                  <a:lnTo>
                    <a:pt x="598136" y="102870"/>
                  </a:lnTo>
                  <a:lnTo>
                    <a:pt x="603271" y="106680"/>
                  </a:lnTo>
                  <a:lnTo>
                    <a:pt x="608315" y="110490"/>
                  </a:lnTo>
                  <a:lnTo>
                    <a:pt x="613270" y="114300"/>
                  </a:lnTo>
                  <a:lnTo>
                    <a:pt x="578702" y="146050"/>
                  </a:lnTo>
                  <a:lnTo>
                    <a:pt x="551981" y="181610"/>
                  </a:lnTo>
                  <a:lnTo>
                    <a:pt x="533653" y="217170"/>
                  </a:lnTo>
                  <a:lnTo>
                    <a:pt x="524269" y="254000"/>
                  </a:lnTo>
                  <a:lnTo>
                    <a:pt x="593152" y="254000"/>
                  </a:lnTo>
                  <a:lnTo>
                    <a:pt x="597534" y="242570"/>
                  </a:lnTo>
                  <a:lnTo>
                    <a:pt x="615116" y="213360"/>
                  </a:lnTo>
                  <a:lnTo>
                    <a:pt x="638780" y="186690"/>
                  </a:lnTo>
                  <a:lnTo>
                    <a:pt x="668219" y="161290"/>
                  </a:lnTo>
                  <a:lnTo>
                    <a:pt x="706652" y="161290"/>
                  </a:lnTo>
                  <a:lnTo>
                    <a:pt x="704242" y="158750"/>
                  </a:lnTo>
                  <a:lnTo>
                    <a:pt x="698001" y="152400"/>
                  </a:lnTo>
                  <a:lnTo>
                    <a:pt x="679840" y="134620"/>
                  </a:lnTo>
                  <a:lnTo>
                    <a:pt x="673714" y="129540"/>
                  </a:lnTo>
                  <a:lnTo>
                    <a:pt x="670381" y="125730"/>
                  </a:lnTo>
                  <a:lnTo>
                    <a:pt x="666958" y="123190"/>
                  </a:lnTo>
                  <a:lnTo>
                    <a:pt x="663895" y="120650"/>
                  </a:lnTo>
                  <a:lnTo>
                    <a:pt x="652095" y="110490"/>
                  </a:lnTo>
                  <a:lnTo>
                    <a:pt x="645609" y="104140"/>
                  </a:lnTo>
                  <a:lnTo>
                    <a:pt x="643987" y="102870"/>
                  </a:lnTo>
                  <a:close/>
                </a:path>
                <a:path w="788670" h="378460">
                  <a:moveTo>
                    <a:pt x="162833" y="138429"/>
                  </a:moveTo>
                  <a:lnTo>
                    <a:pt x="100077" y="138429"/>
                  </a:lnTo>
                  <a:lnTo>
                    <a:pt x="85439" y="182879"/>
                  </a:lnTo>
                  <a:lnTo>
                    <a:pt x="79268" y="229869"/>
                  </a:lnTo>
                  <a:lnTo>
                    <a:pt x="73233" y="233679"/>
                  </a:lnTo>
                  <a:lnTo>
                    <a:pt x="67197" y="238759"/>
                  </a:lnTo>
                  <a:lnTo>
                    <a:pt x="61252" y="242569"/>
                  </a:lnTo>
                  <a:lnTo>
                    <a:pt x="110295" y="242569"/>
                  </a:lnTo>
                  <a:lnTo>
                    <a:pt x="153796" y="226059"/>
                  </a:lnTo>
                  <a:lnTo>
                    <a:pt x="211693" y="214629"/>
                  </a:lnTo>
                  <a:lnTo>
                    <a:pt x="241144" y="212089"/>
                  </a:lnTo>
                  <a:lnTo>
                    <a:pt x="248373" y="212089"/>
                  </a:lnTo>
                  <a:lnTo>
                    <a:pt x="268912" y="210820"/>
                  </a:lnTo>
                  <a:lnTo>
                    <a:pt x="424497" y="210820"/>
                  </a:lnTo>
                  <a:lnTo>
                    <a:pt x="428027" y="199390"/>
                  </a:lnTo>
                  <a:lnTo>
                    <a:pt x="148270" y="199389"/>
                  </a:lnTo>
                  <a:lnTo>
                    <a:pt x="155281" y="162559"/>
                  </a:lnTo>
                  <a:lnTo>
                    <a:pt x="162833" y="138429"/>
                  </a:lnTo>
                  <a:close/>
                </a:path>
                <a:path w="788670" h="378460">
                  <a:moveTo>
                    <a:pt x="584556" y="62230"/>
                  </a:moveTo>
                  <a:lnTo>
                    <a:pt x="522558" y="62230"/>
                  </a:lnTo>
                  <a:lnTo>
                    <a:pt x="541205" y="69850"/>
                  </a:lnTo>
                  <a:lnTo>
                    <a:pt x="503058" y="106680"/>
                  </a:lnTo>
                  <a:lnTo>
                    <a:pt x="473171" y="146050"/>
                  </a:lnTo>
                  <a:lnTo>
                    <a:pt x="452100" y="184150"/>
                  </a:lnTo>
                  <a:lnTo>
                    <a:pt x="440404" y="222250"/>
                  </a:lnTo>
                  <a:lnTo>
                    <a:pt x="514039" y="222250"/>
                  </a:lnTo>
                  <a:lnTo>
                    <a:pt x="517481" y="209550"/>
                  </a:lnTo>
                  <a:lnTo>
                    <a:pt x="536397" y="172720"/>
                  </a:lnTo>
                  <a:lnTo>
                    <a:pt x="563436" y="137160"/>
                  </a:lnTo>
                  <a:lnTo>
                    <a:pt x="598136" y="102870"/>
                  </a:lnTo>
                  <a:lnTo>
                    <a:pt x="643987" y="102870"/>
                  </a:lnTo>
                  <a:lnTo>
                    <a:pt x="640744" y="100330"/>
                  </a:lnTo>
                  <a:lnTo>
                    <a:pt x="630745" y="92710"/>
                  </a:lnTo>
                  <a:lnTo>
                    <a:pt x="625611" y="88900"/>
                  </a:lnTo>
                  <a:lnTo>
                    <a:pt x="616242" y="82550"/>
                  </a:lnTo>
                  <a:lnTo>
                    <a:pt x="611468" y="80010"/>
                  </a:lnTo>
                  <a:lnTo>
                    <a:pt x="607324" y="76200"/>
                  </a:lnTo>
                  <a:lnTo>
                    <a:pt x="602910" y="73660"/>
                  </a:lnTo>
                  <a:lnTo>
                    <a:pt x="598316" y="71120"/>
                  </a:lnTo>
                  <a:lnTo>
                    <a:pt x="593812" y="67310"/>
                  </a:lnTo>
                  <a:lnTo>
                    <a:pt x="584556" y="62230"/>
                  </a:lnTo>
                  <a:close/>
                </a:path>
                <a:path w="788670" h="378460">
                  <a:moveTo>
                    <a:pt x="307633" y="46989"/>
                  </a:moveTo>
                  <a:lnTo>
                    <a:pt x="231235" y="46989"/>
                  </a:lnTo>
                  <a:lnTo>
                    <a:pt x="208134" y="80009"/>
                  </a:lnTo>
                  <a:lnTo>
                    <a:pt x="189482" y="116839"/>
                  </a:lnTo>
                  <a:lnTo>
                    <a:pt x="175470" y="154939"/>
                  </a:lnTo>
                  <a:lnTo>
                    <a:pt x="166286" y="195579"/>
                  </a:lnTo>
                  <a:lnTo>
                    <a:pt x="148270" y="199389"/>
                  </a:lnTo>
                  <a:lnTo>
                    <a:pt x="428027" y="199390"/>
                  </a:lnTo>
                  <a:lnTo>
                    <a:pt x="429988" y="193040"/>
                  </a:lnTo>
                  <a:lnTo>
                    <a:pt x="352124" y="193040"/>
                  </a:lnTo>
                  <a:lnTo>
                    <a:pt x="334648" y="189230"/>
                  </a:lnTo>
                  <a:lnTo>
                    <a:pt x="335913" y="185420"/>
                  </a:lnTo>
                  <a:lnTo>
                    <a:pt x="244657" y="185419"/>
                  </a:lnTo>
                  <a:lnTo>
                    <a:pt x="256216" y="142239"/>
                  </a:lnTo>
                  <a:lnTo>
                    <a:pt x="273128" y="101599"/>
                  </a:lnTo>
                  <a:lnTo>
                    <a:pt x="295150" y="63499"/>
                  </a:lnTo>
                  <a:lnTo>
                    <a:pt x="307633" y="46989"/>
                  </a:lnTo>
                  <a:close/>
                </a:path>
                <a:path w="788670" h="378460">
                  <a:moveTo>
                    <a:pt x="526611" y="34290"/>
                  </a:moveTo>
                  <a:lnTo>
                    <a:pt x="428333" y="34290"/>
                  </a:lnTo>
                  <a:lnTo>
                    <a:pt x="435449" y="35560"/>
                  </a:lnTo>
                  <a:lnTo>
                    <a:pt x="442476" y="38100"/>
                  </a:lnTo>
                  <a:lnTo>
                    <a:pt x="449682" y="39370"/>
                  </a:lnTo>
                  <a:lnTo>
                    <a:pt x="414398" y="76200"/>
                  </a:lnTo>
                  <a:lnTo>
                    <a:pt x="386107" y="114300"/>
                  </a:lnTo>
                  <a:lnTo>
                    <a:pt x="365214" y="153670"/>
                  </a:lnTo>
                  <a:lnTo>
                    <a:pt x="352124" y="193040"/>
                  </a:lnTo>
                  <a:lnTo>
                    <a:pt x="429988" y="193040"/>
                  </a:lnTo>
                  <a:lnTo>
                    <a:pt x="435088" y="176530"/>
                  </a:lnTo>
                  <a:lnTo>
                    <a:pt x="456022" y="138430"/>
                  </a:lnTo>
                  <a:lnTo>
                    <a:pt x="485316" y="99060"/>
                  </a:lnTo>
                  <a:lnTo>
                    <a:pt x="522558" y="62230"/>
                  </a:lnTo>
                  <a:lnTo>
                    <a:pt x="584556" y="62230"/>
                  </a:lnTo>
                  <a:lnTo>
                    <a:pt x="577615" y="58420"/>
                  </a:lnTo>
                  <a:lnTo>
                    <a:pt x="560997" y="49530"/>
                  </a:lnTo>
                  <a:lnTo>
                    <a:pt x="526611" y="34290"/>
                  </a:lnTo>
                  <a:close/>
                </a:path>
                <a:path w="788670" h="378460">
                  <a:moveTo>
                    <a:pt x="503008" y="26670"/>
                  </a:moveTo>
                  <a:lnTo>
                    <a:pt x="346539" y="26670"/>
                  </a:lnTo>
                  <a:lnTo>
                    <a:pt x="315789" y="64769"/>
                  </a:lnTo>
                  <a:lnTo>
                    <a:pt x="291330" y="105409"/>
                  </a:lnTo>
                  <a:lnTo>
                    <a:pt x="273510" y="144779"/>
                  </a:lnTo>
                  <a:lnTo>
                    <a:pt x="262673" y="184149"/>
                  </a:lnTo>
                  <a:lnTo>
                    <a:pt x="250693" y="184149"/>
                  </a:lnTo>
                  <a:lnTo>
                    <a:pt x="244657" y="185419"/>
                  </a:lnTo>
                  <a:lnTo>
                    <a:pt x="335913" y="185420"/>
                  </a:lnTo>
                  <a:lnTo>
                    <a:pt x="347716" y="149860"/>
                  </a:lnTo>
                  <a:lnTo>
                    <a:pt x="367843" y="110490"/>
                  </a:lnTo>
                  <a:lnTo>
                    <a:pt x="394794" y="71120"/>
                  </a:lnTo>
                  <a:lnTo>
                    <a:pt x="428333" y="34290"/>
                  </a:lnTo>
                  <a:lnTo>
                    <a:pt x="526611" y="34290"/>
                  </a:lnTo>
                  <a:lnTo>
                    <a:pt x="503008" y="26670"/>
                  </a:lnTo>
                  <a:close/>
                </a:path>
              </a:pathLst>
            </a:custGeom>
            <a:solidFill>
              <a:srgbClr val="49B63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6286880" y="4798898"/>
            <a:ext cx="4034790" cy="1099820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2700" marR="5080">
              <a:lnSpc>
                <a:spcPct val="91000"/>
              </a:lnSpc>
              <a:spcBef>
                <a:spcPts val="365"/>
              </a:spcBef>
            </a:pPr>
            <a:r>
              <a:rPr dirty="0" sz="2500" spc="-55" b="1">
                <a:latin typeface="Tahoma"/>
                <a:cs typeface="Tahoma"/>
              </a:rPr>
              <a:t>Raspberry</a:t>
            </a:r>
            <a:r>
              <a:rPr dirty="0" sz="2500" spc="-80" b="1">
                <a:latin typeface="Tahoma"/>
                <a:cs typeface="Tahoma"/>
              </a:rPr>
              <a:t> </a:t>
            </a:r>
            <a:r>
              <a:rPr dirty="0" sz="2500" spc="-95" b="1">
                <a:latin typeface="Tahoma"/>
                <a:cs typeface="Tahoma"/>
              </a:rPr>
              <a:t>Pi</a:t>
            </a:r>
            <a:r>
              <a:rPr dirty="0" sz="2500" spc="-95">
                <a:latin typeface="Tahoma"/>
                <a:cs typeface="Tahoma"/>
              </a:rPr>
              <a:t>:</a:t>
            </a:r>
            <a:r>
              <a:rPr dirty="0" sz="2500" spc="-155">
                <a:latin typeface="Tahoma"/>
                <a:cs typeface="Tahoma"/>
              </a:rPr>
              <a:t> </a:t>
            </a:r>
            <a:r>
              <a:rPr dirty="0" sz="2500" spc="70">
                <a:latin typeface="Tahoma"/>
                <a:cs typeface="Tahoma"/>
              </a:rPr>
              <a:t>Soporte</a:t>
            </a:r>
            <a:r>
              <a:rPr dirty="0" sz="2500" spc="-130">
                <a:latin typeface="Tahoma"/>
                <a:cs typeface="Tahoma"/>
              </a:rPr>
              <a:t> </a:t>
            </a:r>
            <a:r>
              <a:rPr dirty="0" sz="2500" spc="-20">
                <a:latin typeface="Tahoma"/>
                <a:cs typeface="Tahoma"/>
              </a:rPr>
              <a:t>para </a:t>
            </a:r>
            <a:r>
              <a:rPr dirty="0" sz="2500">
                <a:latin typeface="Tahoma"/>
                <a:cs typeface="Tahoma"/>
              </a:rPr>
              <a:t>sistemas</a:t>
            </a:r>
            <a:r>
              <a:rPr dirty="0" sz="2500" spc="185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operativos</a:t>
            </a:r>
            <a:r>
              <a:rPr dirty="0" sz="2500" spc="185">
                <a:latin typeface="Tahoma"/>
                <a:cs typeface="Tahoma"/>
              </a:rPr>
              <a:t> </a:t>
            </a:r>
            <a:r>
              <a:rPr dirty="0" sz="2500" spc="-50">
                <a:latin typeface="Tahoma"/>
                <a:cs typeface="Tahoma"/>
              </a:rPr>
              <a:t>y </a:t>
            </a:r>
            <a:r>
              <a:rPr dirty="0" sz="2500" spc="60">
                <a:latin typeface="Tahoma"/>
                <a:cs typeface="Tahoma"/>
              </a:rPr>
              <a:t>aplicaciones</a:t>
            </a:r>
            <a:r>
              <a:rPr dirty="0" sz="2500" spc="-95">
                <a:latin typeface="Tahoma"/>
                <a:cs typeface="Tahoma"/>
              </a:rPr>
              <a:t> </a:t>
            </a:r>
            <a:r>
              <a:rPr dirty="0" sz="2500" spc="40">
                <a:latin typeface="Tahoma"/>
                <a:cs typeface="Tahoma"/>
              </a:rPr>
              <a:t>complejas.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1085" y="2064766"/>
            <a:ext cx="3764279" cy="70142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66386" y="2064766"/>
            <a:ext cx="910840" cy="70142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53197" y="2064766"/>
            <a:ext cx="2096134" cy="92557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711055" y="2388489"/>
            <a:ext cx="117855" cy="37147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66392" y="3175635"/>
            <a:ext cx="2776124" cy="75895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74769" y="3175635"/>
            <a:ext cx="1450085" cy="575182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42025" y="3175635"/>
            <a:ext cx="3875785" cy="769873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146156" y="3175635"/>
            <a:ext cx="908176" cy="575182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299970" y="4192778"/>
            <a:ext cx="2691003" cy="606171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49011" y="4506086"/>
            <a:ext cx="114935" cy="203581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361685" y="4029075"/>
            <a:ext cx="3599307" cy="575182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199753" y="4029075"/>
            <a:ext cx="698912" cy="575182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354200" y="4838319"/>
            <a:ext cx="3956558" cy="578104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518911" y="5070855"/>
            <a:ext cx="344932" cy="537400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082538" y="4859909"/>
            <a:ext cx="4567046" cy="737362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0719054" y="5311394"/>
            <a:ext cx="96647" cy="96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89460" cy="6858000"/>
            <a:chOff x="0" y="0"/>
            <a:chExt cx="1218946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8952" cy="68580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75625" y="3183404"/>
              <a:ext cx="1062391" cy="920061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1902079" y="4617846"/>
            <a:ext cx="159829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 b="1">
                <a:latin typeface="Tahoma"/>
                <a:cs typeface="Tahoma"/>
              </a:rPr>
              <a:t>Zigbee</a:t>
            </a:r>
            <a:endParaRPr sz="3600">
              <a:latin typeface="Tahoma"/>
              <a:cs typeface="Tahoma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5798686" y="3068371"/>
            <a:ext cx="4139565" cy="1147445"/>
            <a:chOff x="5798686" y="3068371"/>
            <a:chExt cx="4139565" cy="1147445"/>
          </a:xfrm>
        </p:grpSpPr>
        <p:sp>
          <p:nvSpPr>
            <p:cNvPr id="7" name="object 7" descr=""/>
            <p:cNvSpPr/>
            <p:nvPr/>
          </p:nvSpPr>
          <p:spPr>
            <a:xfrm>
              <a:off x="5806498" y="3076183"/>
              <a:ext cx="570230" cy="1132205"/>
            </a:xfrm>
            <a:custGeom>
              <a:avLst/>
              <a:gdLst/>
              <a:ahLst/>
              <a:cxnLst/>
              <a:rect l="l" t="t" r="r" b="b"/>
              <a:pathLst>
                <a:path w="570229" h="1132204">
                  <a:moveTo>
                    <a:pt x="318451" y="663425"/>
                  </a:moveTo>
                  <a:lnTo>
                    <a:pt x="238101" y="663425"/>
                  </a:lnTo>
                  <a:lnTo>
                    <a:pt x="238101" y="1131717"/>
                  </a:lnTo>
                  <a:lnTo>
                    <a:pt x="432135" y="937969"/>
                  </a:lnTo>
                  <a:lnTo>
                    <a:pt x="318451" y="937969"/>
                  </a:lnTo>
                  <a:lnTo>
                    <a:pt x="318451" y="663425"/>
                  </a:lnTo>
                  <a:close/>
                </a:path>
                <a:path w="570229" h="1132204">
                  <a:moveTo>
                    <a:pt x="432413" y="662755"/>
                  </a:moveTo>
                  <a:lnTo>
                    <a:pt x="318451" y="662755"/>
                  </a:lnTo>
                  <a:lnTo>
                    <a:pt x="456250" y="800362"/>
                  </a:lnTo>
                  <a:lnTo>
                    <a:pt x="318451" y="937969"/>
                  </a:lnTo>
                  <a:lnTo>
                    <a:pt x="432135" y="937969"/>
                  </a:lnTo>
                  <a:lnTo>
                    <a:pt x="569944" y="800362"/>
                  </a:lnTo>
                  <a:lnTo>
                    <a:pt x="432413" y="662755"/>
                  </a:lnTo>
                  <a:close/>
                </a:path>
                <a:path w="570229" h="1132204">
                  <a:moveTo>
                    <a:pt x="56780" y="286915"/>
                  </a:moveTo>
                  <a:lnTo>
                    <a:pt x="0" y="343726"/>
                  </a:lnTo>
                  <a:lnTo>
                    <a:pt x="222031" y="565881"/>
                  </a:lnTo>
                  <a:lnTo>
                    <a:pt x="0" y="788035"/>
                  </a:lnTo>
                  <a:lnTo>
                    <a:pt x="56780" y="844846"/>
                  </a:lnTo>
                  <a:lnTo>
                    <a:pt x="238101" y="663425"/>
                  </a:lnTo>
                  <a:lnTo>
                    <a:pt x="318451" y="663425"/>
                  </a:lnTo>
                  <a:lnTo>
                    <a:pt x="318451" y="662755"/>
                  </a:lnTo>
                  <a:lnTo>
                    <a:pt x="432413" y="662755"/>
                  </a:lnTo>
                  <a:lnTo>
                    <a:pt x="335592" y="565881"/>
                  </a:lnTo>
                  <a:lnTo>
                    <a:pt x="432011" y="469408"/>
                  </a:lnTo>
                  <a:lnTo>
                    <a:pt x="318451" y="469408"/>
                  </a:lnTo>
                  <a:lnTo>
                    <a:pt x="318451" y="468336"/>
                  </a:lnTo>
                  <a:lnTo>
                    <a:pt x="238101" y="468336"/>
                  </a:lnTo>
                  <a:lnTo>
                    <a:pt x="56780" y="286915"/>
                  </a:lnTo>
                  <a:close/>
                </a:path>
                <a:path w="570229" h="1132204">
                  <a:moveTo>
                    <a:pt x="432153" y="193793"/>
                  </a:moveTo>
                  <a:lnTo>
                    <a:pt x="318451" y="193793"/>
                  </a:lnTo>
                  <a:lnTo>
                    <a:pt x="456250" y="331399"/>
                  </a:lnTo>
                  <a:lnTo>
                    <a:pt x="318451" y="469408"/>
                  </a:lnTo>
                  <a:lnTo>
                    <a:pt x="432011" y="469408"/>
                  </a:lnTo>
                  <a:lnTo>
                    <a:pt x="569944" y="331399"/>
                  </a:lnTo>
                  <a:lnTo>
                    <a:pt x="432153" y="193793"/>
                  </a:lnTo>
                  <a:close/>
                </a:path>
                <a:path w="570229" h="1132204">
                  <a:moveTo>
                    <a:pt x="238101" y="0"/>
                  </a:moveTo>
                  <a:lnTo>
                    <a:pt x="238101" y="468336"/>
                  </a:lnTo>
                  <a:lnTo>
                    <a:pt x="318451" y="468336"/>
                  </a:lnTo>
                  <a:lnTo>
                    <a:pt x="318451" y="193793"/>
                  </a:lnTo>
                  <a:lnTo>
                    <a:pt x="432153" y="193793"/>
                  </a:lnTo>
                  <a:lnTo>
                    <a:pt x="238101" y="0"/>
                  </a:lnTo>
                  <a:close/>
                </a:path>
              </a:pathLst>
            </a:custGeom>
            <a:solidFill>
              <a:srgbClr val="30AF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806498" y="3076183"/>
              <a:ext cx="570230" cy="1132205"/>
            </a:xfrm>
            <a:custGeom>
              <a:avLst/>
              <a:gdLst/>
              <a:ahLst/>
              <a:cxnLst/>
              <a:rect l="l" t="t" r="r" b="b"/>
              <a:pathLst>
                <a:path w="570229" h="1132204">
                  <a:moveTo>
                    <a:pt x="238101" y="1131717"/>
                  </a:moveTo>
                  <a:lnTo>
                    <a:pt x="238101" y="663425"/>
                  </a:lnTo>
                  <a:lnTo>
                    <a:pt x="56780" y="844846"/>
                  </a:lnTo>
                  <a:lnTo>
                    <a:pt x="0" y="788035"/>
                  </a:lnTo>
                  <a:lnTo>
                    <a:pt x="222031" y="565881"/>
                  </a:lnTo>
                  <a:lnTo>
                    <a:pt x="0" y="343726"/>
                  </a:lnTo>
                  <a:lnTo>
                    <a:pt x="56780" y="286915"/>
                  </a:lnTo>
                  <a:lnTo>
                    <a:pt x="238101" y="468336"/>
                  </a:lnTo>
                  <a:lnTo>
                    <a:pt x="238101" y="0"/>
                  </a:lnTo>
                  <a:lnTo>
                    <a:pt x="569944" y="331399"/>
                  </a:lnTo>
                  <a:lnTo>
                    <a:pt x="335592" y="565881"/>
                  </a:lnTo>
                  <a:lnTo>
                    <a:pt x="569944" y="800362"/>
                  </a:lnTo>
                  <a:lnTo>
                    <a:pt x="238101" y="1131717"/>
                  </a:lnTo>
                  <a:close/>
                </a:path>
                <a:path w="570229" h="1132204">
                  <a:moveTo>
                    <a:pt x="318451" y="662755"/>
                  </a:moveTo>
                  <a:lnTo>
                    <a:pt x="318451" y="937969"/>
                  </a:lnTo>
                  <a:lnTo>
                    <a:pt x="456250" y="800362"/>
                  </a:lnTo>
                  <a:lnTo>
                    <a:pt x="318451" y="662755"/>
                  </a:lnTo>
                  <a:close/>
                </a:path>
                <a:path w="570229" h="1132204">
                  <a:moveTo>
                    <a:pt x="318451" y="193793"/>
                  </a:moveTo>
                  <a:lnTo>
                    <a:pt x="318451" y="469408"/>
                  </a:lnTo>
                  <a:lnTo>
                    <a:pt x="456250" y="331399"/>
                  </a:lnTo>
                  <a:lnTo>
                    <a:pt x="318451" y="193793"/>
                  </a:lnTo>
                  <a:close/>
                </a:path>
              </a:pathLst>
            </a:custGeom>
            <a:ln w="15627">
              <a:solidFill>
                <a:srgbClr val="30AF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058031" y="3333889"/>
              <a:ext cx="871855" cy="257810"/>
            </a:xfrm>
            <a:custGeom>
              <a:avLst/>
              <a:gdLst/>
              <a:ahLst/>
              <a:cxnLst/>
              <a:rect l="l" t="t" r="r" b="b"/>
              <a:pathLst>
                <a:path w="871854" h="257810">
                  <a:moveTo>
                    <a:pt x="435225" y="0"/>
                  </a:moveTo>
                  <a:lnTo>
                    <a:pt x="384712" y="2062"/>
                  </a:lnTo>
                  <a:lnTo>
                    <a:pt x="335324" y="8135"/>
                  </a:lnTo>
                  <a:lnTo>
                    <a:pt x="287221" y="18052"/>
                  </a:lnTo>
                  <a:lnTo>
                    <a:pt x="240565" y="31642"/>
                  </a:lnTo>
                  <a:lnTo>
                    <a:pt x="195516" y="48738"/>
                  </a:lnTo>
                  <a:lnTo>
                    <a:pt x="152235" y="69170"/>
                  </a:lnTo>
                  <a:lnTo>
                    <a:pt x="110881" y="92770"/>
                  </a:lnTo>
                  <a:lnTo>
                    <a:pt x="71617" y="119368"/>
                  </a:lnTo>
                  <a:lnTo>
                    <a:pt x="34603" y="148796"/>
                  </a:lnTo>
                  <a:lnTo>
                    <a:pt x="0" y="180885"/>
                  </a:lnTo>
                  <a:lnTo>
                    <a:pt x="76331" y="257259"/>
                  </a:lnTo>
                  <a:lnTo>
                    <a:pt x="112130" y="224266"/>
                  </a:lnTo>
                  <a:lnTo>
                    <a:pt x="151052" y="194807"/>
                  </a:lnTo>
                  <a:lnTo>
                    <a:pt x="192830" y="169148"/>
                  </a:lnTo>
                  <a:lnTo>
                    <a:pt x="237197" y="147555"/>
                  </a:lnTo>
                  <a:lnTo>
                    <a:pt x="283887" y="130296"/>
                  </a:lnTo>
                  <a:lnTo>
                    <a:pt x="332633" y="117638"/>
                  </a:lnTo>
                  <a:lnTo>
                    <a:pt x="383168" y="109847"/>
                  </a:lnTo>
                  <a:lnTo>
                    <a:pt x="435225" y="107191"/>
                  </a:lnTo>
                  <a:lnTo>
                    <a:pt x="487284" y="109844"/>
                  </a:lnTo>
                  <a:lnTo>
                    <a:pt x="537838" y="117617"/>
                  </a:lnTo>
                  <a:lnTo>
                    <a:pt x="586633" y="130225"/>
                  </a:lnTo>
                  <a:lnTo>
                    <a:pt x="633420" y="147388"/>
                  </a:lnTo>
                  <a:lnTo>
                    <a:pt x="677947" y="168821"/>
                  </a:lnTo>
                  <a:lnTo>
                    <a:pt x="719963" y="194242"/>
                  </a:lnTo>
                  <a:lnTo>
                    <a:pt x="759217" y="223369"/>
                  </a:lnTo>
                  <a:lnTo>
                    <a:pt x="795458" y="255919"/>
                  </a:lnTo>
                  <a:lnTo>
                    <a:pt x="871789" y="179545"/>
                  </a:lnTo>
                  <a:lnTo>
                    <a:pt x="836497" y="147819"/>
                  </a:lnTo>
                  <a:lnTo>
                    <a:pt x="799004" y="118682"/>
                  </a:lnTo>
                  <a:lnTo>
                    <a:pt x="759437" y="92310"/>
                  </a:lnTo>
                  <a:lnTo>
                    <a:pt x="717926" y="68881"/>
                  </a:lnTo>
                  <a:lnTo>
                    <a:pt x="674599" y="48571"/>
                  </a:lnTo>
                  <a:lnTo>
                    <a:pt x="629584" y="31557"/>
                  </a:lnTo>
                  <a:lnTo>
                    <a:pt x="583011" y="18016"/>
                  </a:lnTo>
                  <a:lnTo>
                    <a:pt x="535008" y="8125"/>
                  </a:lnTo>
                  <a:lnTo>
                    <a:pt x="485703" y="2060"/>
                  </a:lnTo>
                  <a:lnTo>
                    <a:pt x="435225" y="0"/>
                  </a:lnTo>
                  <a:close/>
                </a:path>
              </a:pathLst>
            </a:custGeom>
            <a:solidFill>
              <a:srgbClr val="30AF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058031" y="3333889"/>
              <a:ext cx="871855" cy="257810"/>
            </a:xfrm>
            <a:custGeom>
              <a:avLst/>
              <a:gdLst/>
              <a:ahLst/>
              <a:cxnLst/>
              <a:rect l="l" t="t" r="r" b="b"/>
              <a:pathLst>
                <a:path w="871854" h="257810">
                  <a:moveTo>
                    <a:pt x="435225" y="0"/>
                  </a:moveTo>
                  <a:lnTo>
                    <a:pt x="384712" y="2062"/>
                  </a:lnTo>
                  <a:lnTo>
                    <a:pt x="335324" y="8135"/>
                  </a:lnTo>
                  <a:lnTo>
                    <a:pt x="287221" y="18052"/>
                  </a:lnTo>
                  <a:lnTo>
                    <a:pt x="240565" y="31642"/>
                  </a:lnTo>
                  <a:lnTo>
                    <a:pt x="195516" y="48738"/>
                  </a:lnTo>
                  <a:lnTo>
                    <a:pt x="152235" y="69170"/>
                  </a:lnTo>
                  <a:lnTo>
                    <a:pt x="110881" y="92770"/>
                  </a:lnTo>
                  <a:lnTo>
                    <a:pt x="71617" y="119368"/>
                  </a:lnTo>
                  <a:lnTo>
                    <a:pt x="34603" y="148796"/>
                  </a:lnTo>
                  <a:lnTo>
                    <a:pt x="0" y="180885"/>
                  </a:lnTo>
                  <a:lnTo>
                    <a:pt x="76331" y="257259"/>
                  </a:lnTo>
                  <a:lnTo>
                    <a:pt x="112130" y="224266"/>
                  </a:lnTo>
                  <a:lnTo>
                    <a:pt x="151052" y="194807"/>
                  </a:lnTo>
                  <a:lnTo>
                    <a:pt x="192830" y="169148"/>
                  </a:lnTo>
                  <a:lnTo>
                    <a:pt x="237197" y="147555"/>
                  </a:lnTo>
                  <a:lnTo>
                    <a:pt x="283887" y="130296"/>
                  </a:lnTo>
                  <a:lnTo>
                    <a:pt x="332633" y="117638"/>
                  </a:lnTo>
                  <a:lnTo>
                    <a:pt x="383168" y="109847"/>
                  </a:lnTo>
                  <a:lnTo>
                    <a:pt x="435225" y="107191"/>
                  </a:lnTo>
                  <a:lnTo>
                    <a:pt x="487284" y="109844"/>
                  </a:lnTo>
                  <a:lnTo>
                    <a:pt x="537838" y="117617"/>
                  </a:lnTo>
                  <a:lnTo>
                    <a:pt x="586633" y="130225"/>
                  </a:lnTo>
                  <a:lnTo>
                    <a:pt x="633420" y="147388"/>
                  </a:lnTo>
                  <a:lnTo>
                    <a:pt x="677947" y="168821"/>
                  </a:lnTo>
                  <a:lnTo>
                    <a:pt x="719963" y="194242"/>
                  </a:lnTo>
                  <a:lnTo>
                    <a:pt x="759217" y="223369"/>
                  </a:lnTo>
                  <a:lnTo>
                    <a:pt x="795458" y="255919"/>
                  </a:lnTo>
                  <a:lnTo>
                    <a:pt x="871789" y="179545"/>
                  </a:lnTo>
                  <a:lnTo>
                    <a:pt x="836497" y="147819"/>
                  </a:lnTo>
                  <a:lnTo>
                    <a:pt x="799004" y="118682"/>
                  </a:lnTo>
                  <a:lnTo>
                    <a:pt x="759437" y="92310"/>
                  </a:lnTo>
                  <a:lnTo>
                    <a:pt x="717926" y="68881"/>
                  </a:lnTo>
                  <a:lnTo>
                    <a:pt x="674599" y="48571"/>
                  </a:lnTo>
                  <a:lnTo>
                    <a:pt x="629584" y="31557"/>
                  </a:lnTo>
                  <a:lnTo>
                    <a:pt x="583011" y="18016"/>
                  </a:lnTo>
                  <a:lnTo>
                    <a:pt x="535008" y="8125"/>
                  </a:lnTo>
                  <a:lnTo>
                    <a:pt x="485703" y="2060"/>
                  </a:lnTo>
                  <a:lnTo>
                    <a:pt x="435225" y="0"/>
                  </a:lnTo>
                  <a:close/>
                </a:path>
              </a:pathLst>
            </a:custGeom>
            <a:ln w="15631">
              <a:solidFill>
                <a:srgbClr val="30AF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9171860" y="3494676"/>
              <a:ext cx="643255" cy="210820"/>
            </a:xfrm>
            <a:custGeom>
              <a:avLst/>
              <a:gdLst/>
              <a:ahLst/>
              <a:cxnLst/>
              <a:rect l="l" t="t" r="r" b="b"/>
              <a:pathLst>
                <a:path w="643254" h="210820">
                  <a:moveTo>
                    <a:pt x="321397" y="0"/>
                  </a:moveTo>
                  <a:lnTo>
                    <a:pt x="268666" y="3062"/>
                  </a:lnTo>
                  <a:lnTo>
                    <a:pt x="217505" y="12031"/>
                  </a:lnTo>
                  <a:lnTo>
                    <a:pt x="168335" y="26579"/>
                  </a:lnTo>
                  <a:lnTo>
                    <a:pt x="121578" y="46376"/>
                  </a:lnTo>
                  <a:lnTo>
                    <a:pt x="77655" y="71096"/>
                  </a:lnTo>
                  <a:lnTo>
                    <a:pt x="36988" y="100409"/>
                  </a:lnTo>
                  <a:lnTo>
                    <a:pt x="0" y="133989"/>
                  </a:lnTo>
                  <a:lnTo>
                    <a:pt x="76331" y="210362"/>
                  </a:lnTo>
                  <a:lnTo>
                    <a:pt x="108713" y="180389"/>
                  </a:lnTo>
                  <a:lnTo>
                    <a:pt x="145223" y="155030"/>
                  </a:lnTo>
                  <a:lnTo>
                    <a:pt x="185305" y="134659"/>
                  </a:lnTo>
                  <a:lnTo>
                    <a:pt x="228400" y="119647"/>
                  </a:lnTo>
                  <a:lnTo>
                    <a:pt x="273950" y="110367"/>
                  </a:lnTo>
                  <a:lnTo>
                    <a:pt x="321397" y="107191"/>
                  </a:lnTo>
                  <a:lnTo>
                    <a:pt x="368757" y="110361"/>
                  </a:lnTo>
                  <a:lnTo>
                    <a:pt x="414146" y="119597"/>
                  </a:lnTo>
                  <a:lnTo>
                    <a:pt x="457154" y="134491"/>
                  </a:lnTo>
                  <a:lnTo>
                    <a:pt x="497372" y="154633"/>
                  </a:lnTo>
                  <a:lnTo>
                    <a:pt x="534391" y="179613"/>
                  </a:lnTo>
                  <a:lnTo>
                    <a:pt x="567801" y="209023"/>
                  </a:lnTo>
                  <a:lnTo>
                    <a:pt x="642794" y="133989"/>
                  </a:lnTo>
                  <a:lnTo>
                    <a:pt x="605383" y="100409"/>
                  </a:lnTo>
                  <a:lnTo>
                    <a:pt x="564553" y="71096"/>
                  </a:lnTo>
                  <a:lnTo>
                    <a:pt x="520654" y="46376"/>
                  </a:lnTo>
                  <a:lnTo>
                    <a:pt x="474037" y="26579"/>
                  </a:lnTo>
                  <a:lnTo>
                    <a:pt x="425054" y="12031"/>
                  </a:lnTo>
                  <a:lnTo>
                    <a:pt x="374057" y="3062"/>
                  </a:lnTo>
                  <a:lnTo>
                    <a:pt x="321397" y="0"/>
                  </a:lnTo>
                  <a:close/>
                </a:path>
              </a:pathLst>
            </a:custGeom>
            <a:solidFill>
              <a:srgbClr val="30AF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9171860" y="3494676"/>
              <a:ext cx="643255" cy="210820"/>
            </a:xfrm>
            <a:custGeom>
              <a:avLst/>
              <a:gdLst/>
              <a:ahLst/>
              <a:cxnLst/>
              <a:rect l="l" t="t" r="r" b="b"/>
              <a:pathLst>
                <a:path w="643254" h="210820">
                  <a:moveTo>
                    <a:pt x="0" y="133989"/>
                  </a:moveTo>
                  <a:lnTo>
                    <a:pt x="76331" y="210362"/>
                  </a:lnTo>
                  <a:lnTo>
                    <a:pt x="108713" y="180389"/>
                  </a:lnTo>
                  <a:lnTo>
                    <a:pt x="145223" y="155030"/>
                  </a:lnTo>
                  <a:lnTo>
                    <a:pt x="185305" y="134659"/>
                  </a:lnTo>
                  <a:lnTo>
                    <a:pt x="228400" y="119647"/>
                  </a:lnTo>
                  <a:lnTo>
                    <a:pt x="273950" y="110367"/>
                  </a:lnTo>
                  <a:lnTo>
                    <a:pt x="321397" y="107191"/>
                  </a:lnTo>
                  <a:lnTo>
                    <a:pt x="368757" y="110361"/>
                  </a:lnTo>
                  <a:lnTo>
                    <a:pt x="414146" y="119597"/>
                  </a:lnTo>
                  <a:lnTo>
                    <a:pt x="457154" y="134491"/>
                  </a:lnTo>
                  <a:lnTo>
                    <a:pt x="497372" y="154633"/>
                  </a:lnTo>
                  <a:lnTo>
                    <a:pt x="534391" y="179613"/>
                  </a:lnTo>
                  <a:lnTo>
                    <a:pt x="567801" y="209023"/>
                  </a:lnTo>
                  <a:lnTo>
                    <a:pt x="642794" y="133989"/>
                  </a:lnTo>
                  <a:lnTo>
                    <a:pt x="605383" y="100409"/>
                  </a:lnTo>
                  <a:lnTo>
                    <a:pt x="564553" y="71096"/>
                  </a:lnTo>
                  <a:lnTo>
                    <a:pt x="520654" y="46376"/>
                  </a:lnTo>
                  <a:lnTo>
                    <a:pt x="474037" y="26579"/>
                  </a:lnTo>
                  <a:lnTo>
                    <a:pt x="425054" y="12031"/>
                  </a:lnTo>
                  <a:lnTo>
                    <a:pt x="374057" y="3062"/>
                  </a:lnTo>
                  <a:lnTo>
                    <a:pt x="321397" y="0"/>
                  </a:lnTo>
                  <a:lnTo>
                    <a:pt x="268666" y="3062"/>
                  </a:lnTo>
                  <a:lnTo>
                    <a:pt x="217505" y="12031"/>
                  </a:lnTo>
                  <a:lnTo>
                    <a:pt x="168335" y="26579"/>
                  </a:lnTo>
                  <a:lnTo>
                    <a:pt x="121578" y="46376"/>
                  </a:lnTo>
                  <a:lnTo>
                    <a:pt x="77655" y="71096"/>
                  </a:lnTo>
                  <a:lnTo>
                    <a:pt x="36988" y="100409"/>
                  </a:lnTo>
                  <a:lnTo>
                    <a:pt x="0" y="133989"/>
                  </a:lnTo>
                  <a:close/>
                </a:path>
              </a:pathLst>
            </a:custGeom>
            <a:ln w="15631">
              <a:solidFill>
                <a:srgbClr val="30AF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9285688" y="3655463"/>
              <a:ext cx="417830" cy="163830"/>
            </a:xfrm>
            <a:custGeom>
              <a:avLst/>
              <a:gdLst/>
              <a:ahLst/>
              <a:cxnLst/>
              <a:rect l="l" t="t" r="r" b="b"/>
              <a:pathLst>
                <a:path w="417829" h="163829">
                  <a:moveTo>
                    <a:pt x="210247" y="0"/>
                  </a:moveTo>
                  <a:lnTo>
                    <a:pt x="162541" y="3912"/>
                  </a:lnTo>
                  <a:lnTo>
                    <a:pt x="116570" y="15221"/>
                  </a:lnTo>
                  <a:lnTo>
                    <a:pt x="73428" y="33282"/>
                  </a:lnTo>
                  <a:lnTo>
                    <a:pt x="34207" y="57454"/>
                  </a:lnTo>
                  <a:lnTo>
                    <a:pt x="0" y="87092"/>
                  </a:lnTo>
                  <a:lnTo>
                    <a:pt x="76331" y="163466"/>
                  </a:lnTo>
                  <a:lnTo>
                    <a:pt x="103826" y="140751"/>
                  </a:lnTo>
                  <a:lnTo>
                    <a:pt x="135589" y="123437"/>
                  </a:lnTo>
                  <a:lnTo>
                    <a:pt x="170867" y="112404"/>
                  </a:lnTo>
                  <a:lnTo>
                    <a:pt x="208908" y="108531"/>
                  </a:lnTo>
                  <a:lnTo>
                    <a:pt x="246948" y="112404"/>
                  </a:lnTo>
                  <a:lnTo>
                    <a:pt x="282226" y="123437"/>
                  </a:lnTo>
                  <a:lnTo>
                    <a:pt x="313990" y="140751"/>
                  </a:lnTo>
                  <a:lnTo>
                    <a:pt x="341484" y="163466"/>
                  </a:lnTo>
                  <a:lnTo>
                    <a:pt x="417816" y="87093"/>
                  </a:lnTo>
                  <a:lnTo>
                    <a:pt x="383373" y="57454"/>
                  </a:lnTo>
                  <a:lnTo>
                    <a:pt x="344752" y="33282"/>
                  </a:lnTo>
                  <a:lnTo>
                    <a:pt x="302595" y="15221"/>
                  </a:lnTo>
                  <a:lnTo>
                    <a:pt x="257546" y="3912"/>
                  </a:lnTo>
                  <a:lnTo>
                    <a:pt x="210247" y="0"/>
                  </a:lnTo>
                  <a:close/>
                </a:path>
              </a:pathLst>
            </a:custGeom>
            <a:solidFill>
              <a:srgbClr val="30AF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9285688" y="3655463"/>
              <a:ext cx="417830" cy="163830"/>
            </a:xfrm>
            <a:custGeom>
              <a:avLst/>
              <a:gdLst/>
              <a:ahLst/>
              <a:cxnLst/>
              <a:rect l="l" t="t" r="r" b="b"/>
              <a:pathLst>
                <a:path w="417829" h="163829">
                  <a:moveTo>
                    <a:pt x="0" y="87092"/>
                  </a:moveTo>
                  <a:lnTo>
                    <a:pt x="76331" y="163466"/>
                  </a:lnTo>
                  <a:lnTo>
                    <a:pt x="103826" y="140751"/>
                  </a:lnTo>
                  <a:lnTo>
                    <a:pt x="135589" y="123437"/>
                  </a:lnTo>
                  <a:lnTo>
                    <a:pt x="170867" y="112404"/>
                  </a:lnTo>
                  <a:lnTo>
                    <a:pt x="208908" y="108531"/>
                  </a:lnTo>
                  <a:lnTo>
                    <a:pt x="246948" y="112404"/>
                  </a:lnTo>
                  <a:lnTo>
                    <a:pt x="282226" y="123437"/>
                  </a:lnTo>
                  <a:lnTo>
                    <a:pt x="313990" y="140751"/>
                  </a:lnTo>
                  <a:lnTo>
                    <a:pt x="341484" y="163466"/>
                  </a:lnTo>
                  <a:lnTo>
                    <a:pt x="417816" y="87093"/>
                  </a:lnTo>
                  <a:lnTo>
                    <a:pt x="383373" y="57454"/>
                  </a:lnTo>
                  <a:lnTo>
                    <a:pt x="344752" y="33282"/>
                  </a:lnTo>
                  <a:lnTo>
                    <a:pt x="302595" y="15221"/>
                  </a:lnTo>
                  <a:lnTo>
                    <a:pt x="257546" y="3912"/>
                  </a:lnTo>
                  <a:lnTo>
                    <a:pt x="210247" y="0"/>
                  </a:lnTo>
                  <a:lnTo>
                    <a:pt x="162541" y="3912"/>
                  </a:lnTo>
                  <a:lnTo>
                    <a:pt x="116570" y="15221"/>
                  </a:lnTo>
                  <a:lnTo>
                    <a:pt x="73428" y="33282"/>
                  </a:lnTo>
                  <a:lnTo>
                    <a:pt x="34207" y="57454"/>
                  </a:lnTo>
                  <a:lnTo>
                    <a:pt x="0" y="87092"/>
                  </a:lnTo>
                  <a:close/>
                </a:path>
              </a:pathLst>
            </a:custGeom>
            <a:ln w="15630">
              <a:solidFill>
                <a:srgbClr val="30AF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90363" y="3808435"/>
              <a:ext cx="205789" cy="149618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4985130" y="4617846"/>
            <a:ext cx="222123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5" b="1">
                <a:latin typeface="Tahoma"/>
                <a:cs typeface="Tahoma"/>
              </a:rPr>
              <a:t>Bluetooth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8906636" y="4617846"/>
            <a:ext cx="116268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55" b="1">
                <a:latin typeface="Tahoma"/>
                <a:cs typeface="Tahoma"/>
              </a:rPr>
              <a:t>Wi-</a:t>
            </a:r>
            <a:r>
              <a:rPr dirty="0" sz="3600" spc="-40" b="1">
                <a:latin typeface="Tahoma"/>
                <a:cs typeface="Tahoma"/>
              </a:rPr>
              <a:t>Fi</a:t>
            </a:r>
            <a:endParaRPr sz="3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89460" cy="6858000"/>
            <a:chOff x="0" y="0"/>
            <a:chExt cx="1218946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8952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838200" y="2828417"/>
              <a:ext cx="10515600" cy="1199515"/>
            </a:xfrm>
            <a:custGeom>
              <a:avLst/>
              <a:gdLst/>
              <a:ahLst/>
              <a:cxnLst/>
              <a:rect l="l" t="t" r="r" b="b"/>
              <a:pathLst>
                <a:path w="10515600" h="1199514">
                  <a:moveTo>
                    <a:pt x="10395712" y="0"/>
                  </a:moveTo>
                  <a:lnTo>
                    <a:pt x="119938" y="0"/>
                  </a:lnTo>
                  <a:lnTo>
                    <a:pt x="73252" y="9427"/>
                  </a:lnTo>
                  <a:lnTo>
                    <a:pt x="35128" y="35131"/>
                  </a:lnTo>
                  <a:lnTo>
                    <a:pt x="9424" y="73241"/>
                  </a:lnTo>
                  <a:lnTo>
                    <a:pt x="0" y="119887"/>
                  </a:lnTo>
                  <a:lnTo>
                    <a:pt x="0" y="1079500"/>
                  </a:lnTo>
                  <a:lnTo>
                    <a:pt x="9424" y="1126220"/>
                  </a:lnTo>
                  <a:lnTo>
                    <a:pt x="35128" y="1164367"/>
                  </a:lnTo>
                  <a:lnTo>
                    <a:pt x="73252" y="1190085"/>
                  </a:lnTo>
                  <a:lnTo>
                    <a:pt x="119938" y="1199515"/>
                  </a:lnTo>
                  <a:lnTo>
                    <a:pt x="10395712" y="1199515"/>
                  </a:lnTo>
                  <a:lnTo>
                    <a:pt x="10442358" y="1190085"/>
                  </a:lnTo>
                  <a:lnTo>
                    <a:pt x="10480468" y="1164367"/>
                  </a:lnTo>
                  <a:lnTo>
                    <a:pt x="10506172" y="1126220"/>
                  </a:lnTo>
                  <a:lnTo>
                    <a:pt x="10515600" y="1079500"/>
                  </a:lnTo>
                  <a:lnTo>
                    <a:pt x="10515600" y="119887"/>
                  </a:lnTo>
                  <a:lnTo>
                    <a:pt x="10506172" y="73241"/>
                  </a:lnTo>
                  <a:lnTo>
                    <a:pt x="10480468" y="35131"/>
                  </a:lnTo>
                  <a:lnTo>
                    <a:pt x="10442358" y="9427"/>
                  </a:lnTo>
                  <a:lnTo>
                    <a:pt x="10395712" y="0"/>
                  </a:lnTo>
                  <a:close/>
                </a:path>
              </a:pathLst>
            </a:custGeom>
            <a:solidFill>
              <a:srgbClr val="CDE3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311178" y="3272991"/>
              <a:ext cx="442595" cy="130810"/>
            </a:xfrm>
            <a:custGeom>
              <a:avLst/>
              <a:gdLst/>
              <a:ahLst/>
              <a:cxnLst/>
              <a:rect l="l" t="t" r="r" b="b"/>
              <a:pathLst>
                <a:path w="442594" h="130810">
                  <a:moveTo>
                    <a:pt x="220820" y="0"/>
                  </a:moveTo>
                  <a:lnTo>
                    <a:pt x="170133" y="4127"/>
                  </a:lnTo>
                  <a:lnTo>
                    <a:pt x="122055" y="16054"/>
                  </a:lnTo>
                  <a:lnTo>
                    <a:pt x="77239" y="35094"/>
                  </a:lnTo>
                  <a:lnTo>
                    <a:pt x="36336" y="60563"/>
                  </a:lnTo>
                  <a:lnTo>
                    <a:pt x="0" y="91775"/>
                  </a:lnTo>
                  <a:lnTo>
                    <a:pt x="38728" y="130525"/>
                  </a:lnTo>
                  <a:lnTo>
                    <a:pt x="76639" y="98839"/>
                  </a:lnTo>
                  <a:lnTo>
                    <a:pt x="120347" y="74865"/>
                  </a:lnTo>
                  <a:lnTo>
                    <a:pt x="168768" y="59686"/>
                  </a:lnTo>
                  <a:lnTo>
                    <a:pt x="220820" y="54385"/>
                  </a:lnTo>
                  <a:lnTo>
                    <a:pt x="272882" y="59675"/>
                  </a:lnTo>
                  <a:lnTo>
                    <a:pt x="321378" y="74780"/>
                  </a:lnTo>
                  <a:lnTo>
                    <a:pt x="365287" y="98552"/>
                  </a:lnTo>
                  <a:lnTo>
                    <a:pt x="403591" y="129845"/>
                  </a:lnTo>
                  <a:lnTo>
                    <a:pt x="442319" y="91096"/>
                  </a:lnTo>
                  <a:lnTo>
                    <a:pt x="405390" y="60215"/>
                  </a:lnTo>
                  <a:lnTo>
                    <a:pt x="364254" y="34948"/>
                  </a:lnTo>
                  <a:lnTo>
                    <a:pt x="319432" y="16011"/>
                  </a:lnTo>
                  <a:lnTo>
                    <a:pt x="271447" y="4122"/>
                  </a:lnTo>
                  <a:lnTo>
                    <a:pt x="220820" y="0"/>
                  </a:lnTo>
                  <a:close/>
                </a:path>
              </a:pathLst>
            </a:custGeom>
            <a:solidFill>
              <a:srgbClr val="30AF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311178" y="3272991"/>
              <a:ext cx="442595" cy="130810"/>
            </a:xfrm>
            <a:custGeom>
              <a:avLst/>
              <a:gdLst/>
              <a:ahLst/>
              <a:cxnLst/>
              <a:rect l="l" t="t" r="r" b="b"/>
              <a:pathLst>
                <a:path w="442594" h="130810">
                  <a:moveTo>
                    <a:pt x="220820" y="0"/>
                  </a:moveTo>
                  <a:lnTo>
                    <a:pt x="170133" y="4127"/>
                  </a:lnTo>
                  <a:lnTo>
                    <a:pt x="122055" y="16054"/>
                  </a:lnTo>
                  <a:lnTo>
                    <a:pt x="77239" y="35094"/>
                  </a:lnTo>
                  <a:lnTo>
                    <a:pt x="36336" y="60563"/>
                  </a:lnTo>
                  <a:lnTo>
                    <a:pt x="0" y="91775"/>
                  </a:lnTo>
                  <a:lnTo>
                    <a:pt x="38728" y="130525"/>
                  </a:lnTo>
                  <a:lnTo>
                    <a:pt x="76639" y="98839"/>
                  </a:lnTo>
                  <a:lnTo>
                    <a:pt x="120347" y="74865"/>
                  </a:lnTo>
                  <a:lnTo>
                    <a:pt x="168768" y="59686"/>
                  </a:lnTo>
                  <a:lnTo>
                    <a:pt x="220820" y="54385"/>
                  </a:lnTo>
                  <a:lnTo>
                    <a:pt x="272882" y="59675"/>
                  </a:lnTo>
                  <a:lnTo>
                    <a:pt x="321378" y="74780"/>
                  </a:lnTo>
                  <a:lnTo>
                    <a:pt x="365287" y="98552"/>
                  </a:lnTo>
                  <a:lnTo>
                    <a:pt x="403591" y="129845"/>
                  </a:lnTo>
                  <a:lnTo>
                    <a:pt x="442319" y="91096"/>
                  </a:lnTo>
                  <a:lnTo>
                    <a:pt x="405390" y="60215"/>
                  </a:lnTo>
                  <a:lnTo>
                    <a:pt x="364254" y="34948"/>
                  </a:lnTo>
                  <a:lnTo>
                    <a:pt x="319432" y="16011"/>
                  </a:lnTo>
                  <a:lnTo>
                    <a:pt x="271447" y="4122"/>
                  </a:lnTo>
                  <a:lnTo>
                    <a:pt x="220820" y="0"/>
                  </a:lnTo>
                  <a:close/>
                </a:path>
              </a:pathLst>
            </a:custGeom>
            <a:ln w="7930">
              <a:solidFill>
                <a:srgbClr val="30AF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368931" y="3354569"/>
              <a:ext cx="326390" cy="107314"/>
            </a:xfrm>
            <a:custGeom>
              <a:avLst/>
              <a:gdLst/>
              <a:ahLst/>
              <a:cxnLst/>
              <a:rect l="l" t="t" r="r" b="b"/>
              <a:pathLst>
                <a:path w="326389" h="107314">
                  <a:moveTo>
                    <a:pt x="163067" y="0"/>
                  </a:moveTo>
                  <a:lnTo>
                    <a:pt x="116758" y="4694"/>
                  </a:lnTo>
                  <a:lnTo>
                    <a:pt x="73380" y="18185"/>
                  </a:lnTo>
                  <a:lnTo>
                    <a:pt x="34078" y="39578"/>
                  </a:lnTo>
                  <a:lnTo>
                    <a:pt x="0" y="67981"/>
                  </a:lnTo>
                  <a:lnTo>
                    <a:pt x="38728" y="106731"/>
                  </a:lnTo>
                  <a:lnTo>
                    <a:pt x="64175" y="84786"/>
                  </a:lnTo>
                  <a:lnTo>
                    <a:pt x="94018" y="68321"/>
                  </a:lnTo>
                  <a:lnTo>
                    <a:pt x="127300" y="57975"/>
                  </a:lnTo>
                  <a:lnTo>
                    <a:pt x="163067" y="54385"/>
                  </a:lnTo>
                  <a:lnTo>
                    <a:pt x="198748" y="57965"/>
                  </a:lnTo>
                  <a:lnTo>
                    <a:pt x="231946" y="68237"/>
                  </a:lnTo>
                  <a:lnTo>
                    <a:pt x="261958" y="84499"/>
                  </a:lnTo>
                  <a:lnTo>
                    <a:pt x="288085" y="106052"/>
                  </a:lnTo>
                  <a:lnTo>
                    <a:pt x="326134" y="67982"/>
                  </a:lnTo>
                  <a:lnTo>
                    <a:pt x="291769" y="39578"/>
                  </a:lnTo>
                  <a:lnTo>
                    <a:pt x="252499" y="18185"/>
                  </a:lnTo>
                  <a:lnTo>
                    <a:pt x="209280" y="4695"/>
                  </a:lnTo>
                  <a:lnTo>
                    <a:pt x="163067" y="0"/>
                  </a:lnTo>
                  <a:close/>
                </a:path>
              </a:pathLst>
            </a:custGeom>
            <a:solidFill>
              <a:srgbClr val="30AF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368931" y="3354569"/>
              <a:ext cx="326390" cy="107314"/>
            </a:xfrm>
            <a:custGeom>
              <a:avLst/>
              <a:gdLst/>
              <a:ahLst/>
              <a:cxnLst/>
              <a:rect l="l" t="t" r="r" b="b"/>
              <a:pathLst>
                <a:path w="326389" h="107314">
                  <a:moveTo>
                    <a:pt x="0" y="67981"/>
                  </a:moveTo>
                  <a:lnTo>
                    <a:pt x="38728" y="106731"/>
                  </a:lnTo>
                  <a:lnTo>
                    <a:pt x="64175" y="84786"/>
                  </a:lnTo>
                  <a:lnTo>
                    <a:pt x="94018" y="68321"/>
                  </a:lnTo>
                  <a:lnTo>
                    <a:pt x="127300" y="57975"/>
                  </a:lnTo>
                  <a:lnTo>
                    <a:pt x="163067" y="54385"/>
                  </a:lnTo>
                  <a:lnTo>
                    <a:pt x="198748" y="57965"/>
                  </a:lnTo>
                  <a:lnTo>
                    <a:pt x="231946" y="68237"/>
                  </a:lnTo>
                  <a:lnTo>
                    <a:pt x="261958" y="84499"/>
                  </a:lnTo>
                  <a:lnTo>
                    <a:pt x="288085" y="106052"/>
                  </a:lnTo>
                  <a:lnTo>
                    <a:pt x="326134" y="67982"/>
                  </a:lnTo>
                  <a:lnTo>
                    <a:pt x="291769" y="39578"/>
                  </a:lnTo>
                  <a:lnTo>
                    <a:pt x="252499" y="18185"/>
                  </a:lnTo>
                  <a:lnTo>
                    <a:pt x="209280" y="4695"/>
                  </a:lnTo>
                  <a:lnTo>
                    <a:pt x="163067" y="0"/>
                  </a:lnTo>
                  <a:lnTo>
                    <a:pt x="116758" y="4694"/>
                  </a:lnTo>
                  <a:lnTo>
                    <a:pt x="73380" y="18185"/>
                  </a:lnTo>
                  <a:lnTo>
                    <a:pt x="34078" y="39578"/>
                  </a:lnTo>
                  <a:lnTo>
                    <a:pt x="0" y="67981"/>
                  </a:lnTo>
                  <a:close/>
                </a:path>
              </a:pathLst>
            </a:custGeom>
            <a:ln w="7930">
              <a:solidFill>
                <a:srgbClr val="30AF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22719" y="3432183"/>
              <a:ext cx="219918" cy="157490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201051" y="3098215"/>
              <a:ext cx="659765" cy="659765"/>
            </a:xfrm>
            <a:custGeom>
              <a:avLst/>
              <a:gdLst/>
              <a:ahLst/>
              <a:cxnLst/>
              <a:rect l="l" t="t" r="r" b="b"/>
              <a:pathLst>
                <a:path w="659764" h="659764">
                  <a:moveTo>
                    <a:pt x="0" y="659714"/>
                  </a:moveTo>
                  <a:lnTo>
                    <a:pt x="659714" y="659714"/>
                  </a:lnTo>
                  <a:lnTo>
                    <a:pt x="659714" y="0"/>
                  </a:lnTo>
                  <a:lnTo>
                    <a:pt x="0" y="0"/>
                  </a:lnTo>
                  <a:lnTo>
                    <a:pt x="0" y="65971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0"/>
              </a:spcBef>
            </a:pPr>
            <a:r>
              <a:rPr dirty="0" spc="-105" b="1">
                <a:latin typeface="Tahoma"/>
                <a:cs typeface="Tahoma"/>
              </a:rPr>
              <a:t>Ventajas</a:t>
            </a:r>
            <a:r>
              <a:rPr dirty="0" spc="-105"/>
              <a:t>:</a:t>
            </a:r>
            <a:r>
              <a:rPr dirty="0" spc="-70"/>
              <a:t> </a:t>
            </a:r>
            <a:r>
              <a:rPr dirty="0"/>
              <a:t>Baja</a:t>
            </a:r>
            <a:r>
              <a:rPr dirty="0" spc="-70"/>
              <a:t> </a:t>
            </a:r>
            <a:r>
              <a:rPr dirty="0" spc="55"/>
              <a:t>potencia,</a:t>
            </a:r>
            <a:r>
              <a:rPr dirty="0" spc="-160"/>
              <a:t> </a:t>
            </a:r>
            <a:r>
              <a:rPr dirty="0" spc="80"/>
              <a:t>ideal</a:t>
            </a:r>
            <a:r>
              <a:rPr dirty="0" spc="-90"/>
              <a:t> </a:t>
            </a:r>
            <a:r>
              <a:rPr dirty="0"/>
              <a:t>para</a:t>
            </a:r>
            <a:r>
              <a:rPr dirty="0" spc="-80"/>
              <a:t> </a:t>
            </a:r>
            <a:r>
              <a:rPr dirty="0" spc="70"/>
              <a:t>redes</a:t>
            </a:r>
            <a:r>
              <a:rPr dirty="0" spc="-75"/>
              <a:t> </a:t>
            </a:r>
            <a:r>
              <a:rPr dirty="0" spc="145"/>
              <a:t>de</a:t>
            </a:r>
            <a:r>
              <a:rPr dirty="0" spc="-90"/>
              <a:t> </a:t>
            </a:r>
            <a:r>
              <a:rPr dirty="0"/>
              <a:t>sensores</a:t>
            </a:r>
            <a:r>
              <a:rPr dirty="0" spc="-65"/>
              <a:t> </a:t>
            </a:r>
            <a:r>
              <a:rPr dirty="0" spc="60"/>
              <a:t>con </a:t>
            </a:r>
            <a:r>
              <a:rPr dirty="0" spc="70"/>
              <a:t>muchos</a:t>
            </a:r>
            <a:r>
              <a:rPr dirty="0" spc="-145"/>
              <a:t> </a:t>
            </a:r>
            <a:r>
              <a:rPr dirty="0" spc="60"/>
              <a:t>nodos.</a:t>
            </a:r>
          </a:p>
        </p:txBody>
      </p:sp>
      <p:grpSp>
        <p:nvGrpSpPr>
          <p:cNvPr id="12" name="object 12" descr=""/>
          <p:cNvGrpSpPr/>
          <p:nvPr/>
        </p:nvGrpSpPr>
        <p:grpSpPr>
          <a:xfrm>
            <a:off x="838200" y="4327778"/>
            <a:ext cx="10515600" cy="1199515"/>
            <a:chOff x="838200" y="4327778"/>
            <a:chExt cx="10515600" cy="1199515"/>
          </a:xfrm>
        </p:grpSpPr>
        <p:sp>
          <p:nvSpPr>
            <p:cNvPr id="13" name="object 13" descr=""/>
            <p:cNvSpPr/>
            <p:nvPr/>
          </p:nvSpPr>
          <p:spPr>
            <a:xfrm>
              <a:off x="838200" y="4327778"/>
              <a:ext cx="10515600" cy="1199515"/>
            </a:xfrm>
            <a:custGeom>
              <a:avLst/>
              <a:gdLst/>
              <a:ahLst/>
              <a:cxnLst/>
              <a:rect l="l" t="t" r="r" b="b"/>
              <a:pathLst>
                <a:path w="10515600" h="1199514">
                  <a:moveTo>
                    <a:pt x="10395712" y="0"/>
                  </a:moveTo>
                  <a:lnTo>
                    <a:pt x="119938" y="0"/>
                  </a:lnTo>
                  <a:lnTo>
                    <a:pt x="73252" y="9427"/>
                  </a:lnTo>
                  <a:lnTo>
                    <a:pt x="35128" y="35131"/>
                  </a:lnTo>
                  <a:lnTo>
                    <a:pt x="9424" y="73241"/>
                  </a:lnTo>
                  <a:lnTo>
                    <a:pt x="0" y="119888"/>
                  </a:lnTo>
                  <a:lnTo>
                    <a:pt x="0" y="1079500"/>
                  </a:lnTo>
                  <a:lnTo>
                    <a:pt x="9424" y="1126220"/>
                  </a:lnTo>
                  <a:lnTo>
                    <a:pt x="35128" y="1164367"/>
                  </a:lnTo>
                  <a:lnTo>
                    <a:pt x="73252" y="1190085"/>
                  </a:lnTo>
                  <a:lnTo>
                    <a:pt x="119938" y="1199515"/>
                  </a:lnTo>
                  <a:lnTo>
                    <a:pt x="10395712" y="1199515"/>
                  </a:lnTo>
                  <a:lnTo>
                    <a:pt x="10442358" y="1190085"/>
                  </a:lnTo>
                  <a:lnTo>
                    <a:pt x="10480468" y="1164367"/>
                  </a:lnTo>
                  <a:lnTo>
                    <a:pt x="10506172" y="1126220"/>
                  </a:lnTo>
                  <a:lnTo>
                    <a:pt x="10515600" y="1079500"/>
                  </a:lnTo>
                  <a:lnTo>
                    <a:pt x="10515600" y="119888"/>
                  </a:lnTo>
                  <a:lnTo>
                    <a:pt x="10506172" y="73241"/>
                  </a:lnTo>
                  <a:lnTo>
                    <a:pt x="10480468" y="35131"/>
                  </a:lnTo>
                  <a:lnTo>
                    <a:pt x="10442358" y="9427"/>
                  </a:lnTo>
                  <a:lnTo>
                    <a:pt x="10395712" y="0"/>
                  </a:lnTo>
                  <a:close/>
                </a:path>
              </a:pathLst>
            </a:custGeom>
            <a:solidFill>
              <a:srgbClr val="CDE3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457259" y="4645226"/>
              <a:ext cx="354330" cy="229235"/>
            </a:xfrm>
            <a:custGeom>
              <a:avLst/>
              <a:gdLst/>
              <a:ahLst/>
              <a:cxnLst/>
              <a:rect l="l" t="t" r="r" b="b"/>
              <a:pathLst>
                <a:path w="354330" h="229235">
                  <a:moveTo>
                    <a:pt x="153555" y="0"/>
                  </a:moveTo>
                  <a:lnTo>
                    <a:pt x="124009" y="4949"/>
                  </a:lnTo>
                  <a:lnTo>
                    <a:pt x="98604" y="18695"/>
                  </a:lnTo>
                  <a:lnTo>
                    <a:pt x="78932" y="39578"/>
                  </a:lnTo>
                  <a:lnTo>
                    <a:pt x="66585" y="65942"/>
                  </a:lnTo>
                  <a:lnTo>
                    <a:pt x="40129" y="76097"/>
                  </a:lnTo>
                  <a:lnTo>
                    <a:pt x="19024" y="94155"/>
                  </a:lnTo>
                  <a:lnTo>
                    <a:pt x="5053" y="118331"/>
                  </a:lnTo>
                  <a:lnTo>
                    <a:pt x="0" y="146841"/>
                  </a:lnTo>
                  <a:lnTo>
                    <a:pt x="6433" y="178909"/>
                  </a:lnTo>
                  <a:lnTo>
                    <a:pt x="23950" y="205050"/>
                  </a:lnTo>
                  <a:lnTo>
                    <a:pt x="49875" y="222651"/>
                  </a:lnTo>
                  <a:lnTo>
                    <a:pt x="81533" y="229099"/>
                  </a:lnTo>
                  <a:lnTo>
                    <a:pt x="285367" y="229099"/>
                  </a:lnTo>
                  <a:lnTo>
                    <a:pt x="312715" y="223491"/>
                  </a:lnTo>
                  <a:lnTo>
                    <a:pt x="334457" y="208195"/>
                  </a:lnTo>
                  <a:lnTo>
                    <a:pt x="347037" y="188310"/>
                  </a:lnTo>
                  <a:lnTo>
                    <a:pt x="80174" y="188310"/>
                  </a:lnTo>
                  <a:lnTo>
                    <a:pt x="68910" y="185930"/>
                  </a:lnTo>
                  <a:lnTo>
                    <a:pt x="40989" y="153512"/>
                  </a:lnTo>
                  <a:lnTo>
                    <a:pt x="40681" y="142252"/>
                  </a:lnTo>
                  <a:lnTo>
                    <a:pt x="43304" y="131247"/>
                  </a:lnTo>
                  <a:lnTo>
                    <a:pt x="72711" y="105138"/>
                  </a:lnTo>
                  <a:lnTo>
                    <a:pt x="82213" y="104012"/>
                  </a:lnTo>
                  <a:lnTo>
                    <a:pt x="101237" y="104012"/>
                  </a:lnTo>
                  <a:lnTo>
                    <a:pt x="101237" y="93135"/>
                  </a:lnTo>
                  <a:lnTo>
                    <a:pt x="125028" y="48968"/>
                  </a:lnTo>
                  <a:lnTo>
                    <a:pt x="149478" y="40789"/>
                  </a:lnTo>
                  <a:lnTo>
                    <a:pt x="264733" y="40789"/>
                  </a:lnTo>
                  <a:lnTo>
                    <a:pt x="258200" y="36954"/>
                  </a:lnTo>
                  <a:lnTo>
                    <a:pt x="238150" y="33311"/>
                  </a:lnTo>
                  <a:lnTo>
                    <a:pt x="223538" y="33311"/>
                  </a:lnTo>
                  <a:lnTo>
                    <a:pt x="209736" y="19502"/>
                  </a:lnTo>
                  <a:lnTo>
                    <a:pt x="193132" y="9007"/>
                  </a:lnTo>
                  <a:lnTo>
                    <a:pt x="174235" y="2336"/>
                  </a:lnTo>
                  <a:lnTo>
                    <a:pt x="153555" y="0"/>
                  </a:lnTo>
                  <a:close/>
                </a:path>
                <a:path w="354330" h="229235">
                  <a:moveTo>
                    <a:pt x="295483" y="72061"/>
                  </a:moveTo>
                  <a:lnTo>
                    <a:pt x="226255" y="72061"/>
                  </a:lnTo>
                  <a:lnTo>
                    <a:pt x="232753" y="72560"/>
                  </a:lnTo>
                  <a:lnTo>
                    <a:pt x="238995" y="74015"/>
                  </a:lnTo>
                  <a:lnTo>
                    <a:pt x="267150" y="104203"/>
                  </a:lnTo>
                  <a:lnTo>
                    <a:pt x="268381" y="125087"/>
                  </a:lnTo>
                  <a:lnTo>
                    <a:pt x="281970" y="125087"/>
                  </a:lnTo>
                  <a:lnTo>
                    <a:pt x="294412" y="127593"/>
                  </a:lnTo>
                  <a:lnTo>
                    <a:pt x="304562" y="134434"/>
                  </a:lnTo>
                  <a:lnTo>
                    <a:pt x="311399" y="144589"/>
                  </a:lnTo>
                  <a:lnTo>
                    <a:pt x="313904" y="157038"/>
                  </a:lnTo>
                  <a:lnTo>
                    <a:pt x="311006" y="169094"/>
                  </a:lnTo>
                  <a:lnTo>
                    <a:pt x="303967" y="179047"/>
                  </a:lnTo>
                  <a:lnTo>
                    <a:pt x="293744" y="185814"/>
                  </a:lnTo>
                  <a:lnTo>
                    <a:pt x="281291" y="188310"/>
                  </a:lnTo>
                  <a:lnTo>
                    <a:pt x="347037" y="188310"/>
                  </a:lnTo>
                  <a:lnTo>
                    <a:pt x="348811" y="185506"/>
                  </a:lnTo>
                  <a:lnTo>
                    <a:pt x="353991" y="157718"/>
                  </a:lnTo>
                  <a:lnTo>
                    <a:pt x="350003" y="134434"/>
                  </a:lnTo>
                  <a:lnTo>
                    <a:pt x="339044" y="114464"/>
                  </a:lnTo>
                  <a:lnTo>
                    <a:pt x="322461" y="98924"/>
                  </a:lnTo>
                  <a:lnTo>
                    <a:pt x="301674" y="89056"/>
                  </a:lnTo>
                  <a:lnTo>
                    <a:pt x="295483" y="72061"/>
                  </a:lnTo>
                  <a:close/>
                </a:path>
                <a:path w="354330" h="229235">
                  <a:moveTo>
                    <a:pt x="101237" y="104012"/>
                  </a:moveTo>
                  <a:lnTo>
                    <a:pt x="86969" y="104012"/>
                  </a:lnTo>
                  <a:lnTo>
                    <a:pt x="89007" y="104692"/>
                  </a:lnTo>
                  <a:lnTo>
                    <a:pt x="101237" y="106731"/>
                  </a:lnTo>
                  <a:lnTo>
                    <a:pt x="101237" y="104012"/>
                  </a:lnTo>
                  <a:close/>
                </a:path>
                <a:path w="354330" h="229235">
                  <a:moveTo>
                    <a:pt x="264733" y="40789"/>
                  </a:moveTo>
                  <a:lnTo>
                    <a:pt x="153555" y="40789"/>
                  </a:lnTo>
                  <a:lnTo>
                    <a:pt x="167844" y="42764"/>
                  </a:lnTo>
                  <a:lnTo>
                    <a:pt x="180732" y="48437"/>
                  </a:lnTo>
                  <a:lnTo>
                    <a:pt x="191582" y="57423"/>
                  </a:lnTo>
                  <a:lnTo>
                    <a:pt x="199757" y="69341"/>
                  </a:lnTo>
                  <a:lnTo>
                    <a:pt x="203834" y="77499"/>
                  </a:lnTo>
                  <a:lnTo>
                    <a:pt x="212666" y="74100"/>
                  </a:lnTo>
                  <a:lnTo>
                    <a:pt x="216743" y="72740"/>
                  </a:lnTo>
                  <a:lnTo>
                    <a:pt x="221499" y="72061"/>
                  </a:lnTo>
                  <a:lnTo>
                    <a:pt x="295483" y="72061"/>
                  </a:lnTo>
                  <a:lnTo>
                    <a:pt x="293552" y="66760"/>
                  </a:lnTo>
                  <a:lnTo>
                    <a:pt x="278488" y="48862"/>
                  </a:lnTo>
                  <a:lnTo>
                    <a:pt x="264733" y="40789"/>
                  </a:lnTo>
                  <a:close/>
                </a:path>
                <a:path w="354330" h="229235">
                  <a:moveTo>
                    <a:pt x="234409" y="32631"/>
                  </a:moveTo>
                  <a:lnTo>
                    <a:pt x="231011" y="32631"/>
                  </a:lnTo>
                  <a:lnTo>
                    <a:pt x="226935" y="33311"/>
                  </a:lnTo>
                  <a:lnTo>
                    <a:pt x="238150" y="33311"/>
                  </a:lnTo>
                  <a:lnTo>
                    <a:pt x="234409" y="32631"/>
                  </a:lnTo>
                  <a:close/>
                </a:path>
              </a:pathLst>
            </a:custGeom>
            <a:solidFill>
              <a:srgbClr val="30AF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457259" y="4645226"/>
              <a:ext cx="354330" cy="229235"/>
            </a:xfrm>
            <a:custGeom>
              <a:avLst/>
              <a:gdLst/>
              <a:ahLst/>
              <a:cxnLst/>
              <a:rect l="l" t="t" r="r" b="b"/>
              <a:pathLst>
                <a:path w="354330" h="229235">
                  <a:moveTo>
                    <a:pt x="301674" y="89056"/>
                  </a:moveTo>
                  <a:lnTo>
                    <a:pt x="278488" y="48862"/>
                  </a:lnTo>
                  <a:lnTo>
                    <a:pt x="234409" y="32631"/>
                  </a:lnTo>
                  <a:lnTo>
                    <a:pt x="231011" y="32631"/>
                  </a:lnTo>
                  <a:lnTo>
                    <a:pt x="226935" y="33311"/>
                  </a:lnTo>
                  <a:lnTo>
                    <a:pt x="223538" y="33311"/>
                  </a:lnTo>
                  <a:lnTo>
                    <a:pt x="209736" y="19502"/>
                  </a:lnTo>
                  <a:lnTo>
                    <a:pt x="193132" y="9007"/>
                  </a:lnTo>
                  <a:lnTo>
                    <a:pt x="174235" y="2336"/>
                  </a:lnTo>
                  <a:lnTo>
                    <a:pt x="153554" y="0"/>
                  </a:lnTo>
                  <a:lnTo>
                    <a:pt x="124009" y="4949"/>
                  </a:lnTo>
                  <a:lnTo>
                    <a:pt x="98604" y="18695"/>
                  </a:lnTo>
                  <a:lnTo>
                    <a:pt x="78932" y="39578"/>
                  </a:lnTo>
                  <a:lnTo>
                    <a:pt x="66585" y="65942"/>
                  </a:lnTo>
                  <a:lnTo>
                    <a:pt x="40129" y="76097"/>
                  </a:lnTo>
                  <a:lnTo>
                    <a:pt x="19024" y="94155"/>
                  </a:lnTo>
                  <a:lnTo>
                    <a:pt x="5053" y="118331"/>
                  </a:lnTo>
                  <a:lnTo>
                    <a:pt x="0" y="146841"/>
                  </a:lnTo>
                  <a:lnTo>
                    <a:pt x="6433" y="178909"/>
                  </a:lnTo>
                  <a:lnTo>
                    <a:pt x="23950" y="205050"/>
                  </a:lnTo>
                  <a:lnTo>
                    <a:pt x="49875" y="222651"/>
                  </a:lnTo>
                  <a:lnTo>
                    <a:pt x="81533" y="229099"/>
                  </a:lnTo>
                  <a:lnTo>
                    <a:pt x="113000" y="229099"/>
                  </a:lnTo>
                  <a:lnTo>
                    <a:pt x="182431" y="229099"/>
                  </a:lnTo>
                  <a:lnTo>
                    <a:pt x="252372" y="229099"/>
                  </a:lnTo>
                  <a:lnTo>
                    <a:pt x="312715" y="223491"/>
                  </a:lnTo>
                  <a:lnTo>
                    <a:pt x="348811" y="185506"/>
                  </a:lnTo>
                  <a:lnTo>
                    <a:pt x="353991" y="157718"/>
                  </a:lnTo>
                  <a:lnTo>
                    <a:pt x="350021" y="134466"/>
                  </a:lnTo>
                  <a:lnTo>
                    <a:pt x="339044" y="114464"/>
                  </a:lnTo>
                  <a:lnTo>
                    <a:pt x="322461" y="98924"/>
                  </a:lnTo>
                  <a:lnTo>
                    <a:pt x="301674" y="89056"/>
                  </a:lnTo>
                  <a:close/>
                </a:path>
                <a:path w="354330" h="229235">
                  <a:moveTo>
                    <a:pt x="281291" y="188310"/>
                  </a:moveTo>
                  <a:lnTo>
                    <a:pt x="80174" y="188310"/>
                  </a:lnTo>
                  <a:lnTo>
                    <a:pt x="44164" y="164516"/>
                  </a:lnTo>
                  <a:lnTo>
                    <a:pt x="40681" y="142252"/>
                  </a:lnTo>
                  <a:lnTo>
                    <a:pt x="43304" y="131247"/>
                  </a:lnTo>
                  <a:lnTo>
                    <a:pt x="72711" y="105138"/>
                  </a:lnTo>
                  <a:lnTo>
                    <a:pt x="82213" y="104012"/>
                  </a:lnTo>
                  <a:lnTo>
                    <a:pt x="84251" y="104012"/>
                  </a:lnTo>
                  <a:lnTo>
                    <a:pt x="86969" y="104012"/>
                  </a:lnTo>
                  <a:lnTo>
                    <a:pt x="89007" y="104692"/>
                  </a:lnTo>
                  <a:lnTo>
                    <a:pt x="101237" y="106731"/>
                  </a:lnTo>
                  <a:lnTo>
                    <a:pt x="112363" y="60504"/>
                  </a:lnTo>
                  <a:lnTo>
                    <a:pt x="145401" y="41469"/>
                  </a:lnTo>
                  <a:lnTo>
                    <a:pt x="149478" y="40789"/>
                  </a:lnTo>
                  <a:lnTo>
                    <a:pt x="153555" y="40789"/>
                  </a:lnTo>
                  <a:lnTo>
                    <a:pt x="167844" y="42764"/>
                  </a:lnTo>
                  <a:lnTo>
                    <a:pt x="180732" y="48437"/>
                  </a:lnTo>
                  <a:lnTo>
                    <a:pt x="191582" y="57423"/>
                  </a:lnTo>
                  <a:lnTo>
                    <a:pt x="199757" y="69341"/>
                  </a:lnTo>
                  <a:lnTo>
                    <a:pt x="203834" y="77499"/>
                  </a:lnTo>
                  <a:lnTo>
                    <a:pt x="212666" y="74100"/>
                  </a:lnTo>
                  <a:lnTo>
                    <a:pt x="216743" y="72740"/>
                  </a:lnTo>
                  <a:lnTo>
                    <a:pt x="221499" y="72061"/>
                  </a:lnTo>
                  <a:lnTo>
                    <a:pt x="226255" y="72061"/>
                  </a:lnTo>
                  <a:lnTo>
                    <a:pt x="263625" y="94835"/>
                  </a:lnTo>
                  <a:lnTo>
                    <a:pt x="268381" y="125087"/>
                  </a:lnTo>
                  <a:lnTo>
                    <a:pt x="281970" y="125087"/>
                  </a:lnTo>
                  <a:lnTo>
                    <a:pt x="294412" y="127593"/>
                  </a:lnTo>
                  <a:lnTo>
                    <a:pt x="304562" y="134434"/>
                  </a:lnTo>
                  <a:lnTo>
                    <a:pt x="311399" y="144589"/>
                  </a:lnTo>
                  <a:lnTo>
                    <a:pt x="313904" y="157038"/>
                  </a:lnTo>
                  <a:lnTo>
                    <a:pt x="311006" y="169094"/>
                  </a:lnTo>
                  <a:lnTo>
                    <a:pt x="303967" y="179047"/>
                  </a:lnTo>
                  <a:lnTo>
                    <a:pt x="293744" y="185814"/>
                  </a:lnTo>
                  <a:lnTo>
                    <a:pt x="281291" y="188310"/>
                  </a:lnTo>
                  <a:close/>
                </a:path>
              </a:pathLst>
            </a:custGeom>
            <a:ln w="7929">
              <a:solidFill>
                <a:srgbClr val="30AF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253425" y="4901518"/>
              <a:ext cx="326390" cy="306070"/>
            </a:xfrm>
            <a:custGeom>
              <a:avLst/>
              <a:gdLst/>
              <a:ahLst/>
              <a:cxnLst/>
              <a:rect l="l" t="t" r="r" b="b"/>
              <a:pathLst>
                <a:path w="326390" h="306070">
                  <a:moveTo>
                    <a:pt x="244600" y="265130"/>
                  </a:moveTo>
                  <a:lnTo>
                    <a:pt x="81533" y="265130"/>
                  </a:lnTo>
                  <a:lnTo>
                    <a:pt x="81533" y="305919"/>
                  </a:lnTo>
                  <a:lnTo>
                    <a:pt x="244600" y="305919"/>
                  </a:lnTo>
                  <a:lnTo>
                    <a:pt x="244600" y="265130"/>
                  </a:lnTo>
                  <a:close/>
                </a:path>
                <a:path w="326390" h="306070">
                  <a:moveTo>
                    <a:pt x="197039" y="237937"/>
                  </a:moveTo>
                  <a:lnTo>
                    <a:pt x="129094" y="237937"/>
                  </a:lnTo>
                  <a:lnTo>
                    <a:pt x="129094" y="265130"/>
                  </a:lnTo>
                  <a:lnTo>
                    <a:pt x="197039" y="265130"/>
                  </a:lnTo>
                  <a:lnTo>
                    <a:pt x="197039" y="237937"/>
                  </a:lnTo>
                  <a:close/>
                </a:path>
                <a:path w="326390" h="306070">
                  <a:moveTo>
                    <a:pt x="304392" y="0"/>
                  </a:moveTo>
                  <a:lnTo>
                    <a:pt x="21742" y="0"/>
                  </a:lnTo>
                  <a:lnTo>
                    <a:pt x="0" y="21754"/>
                  </a:lnTo>
                  <a:lnTo>
                    <a:pt x="0" y="216183"/>
                  </a:lnTo>
                  <a:lnTo>
                    <a:pt x="304392" y="237937"/>
                  </a:lnTo>
                  <a:lnTo>
                    <a:pt x="312949" y="236259"/>
                  </a:lnTo>
                  <a:lnTo>
                    <a:pt x="319849" y="231649"/>
                  </a:lnTo>
                  <a:lnTo>
                    <a:pt x="324457" y="224744"/>
                  </a:lnTo>
                  <a:lnTo>
                    <a:pt x="326134" y="216183"/>
                  </a:lnTo>
                  <a:lnTo>
                    <a:pt x="326134" y="197148"/>
                  </a:lnTo>
                  <a:lnTo>
                    <a:pt x="40766" y="197148"/>
                  </a:lnTo>
                  <a:lnTo>
                    <a:pt x="40766" y="40789"/>
                  </a:lnTo>
                  <a:lnTo>
                    <a:pt x="326134" y="40789"/>
                  </a:lnTo>
                  <a:lnTo>
                    <a:pt x="326134" y="21754"/>
                  </a:lnTo>
                  <a:lnTo>
                    <a:pt x="324457" y="13192"/>
                  </a:lnTo>
                  <a:lnTo>
                    <a:pt x="319849" y="6288"/>
                  </a:lnTo>
                  <a:lnTo>
                    <a:pt x="312949" y="1678"/>
                  </a:lnTo>
                  <a:lnTo>
                    <a:pt x="304392" y="0"/>
                  </a:lnTo>
                  <a:close/>
                </a:path>
                <a:path w="326390" h="306070">
                  <a:moveTo>
                    <a:pt x="326134" y="40789"/>
                  </a:moveTo>
                  <a:lnTo>
                    <a:pt x="285367" y="40789"/>
                  </a:lnTo>
                  <a:lnTo>
                    <a:pt x="285367" y="197148"/>
                  </a:lnTo>
                  <a:lnTo>
                    <a:pt x="326134" y="197148"/>
                  </a:lnTo>
                  <a:lnTo>
                    <a:pt x="326134" y="40789"/>
                  </a:lnTo>
                  <a:close/>
                </a:path>
              </a:pathLst>
            </a:custGeom>
            <a:solidFill>
              <a:srgbClr val="30AF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253425" y="4901518"/>
              <a:ext cx="326390" cy="306070"/>
            </a:xfrm>
            <a:custGeom>
              <a:avLst/>
              <a:gdLst/>
              <a:ahLst/>
              <a:cxnLst/>
              <a:rect l="l" t="t" r="r" b="b"/>
              <a:pathLst>
                <a:path w="326390" h="306070">
                  <a:moveTo>
                    <a:pt x="304392" y="0"/>
                  </a:moveTo>
                  <a:lnTo>
                    <a:pt x="21742" y="0"/>
                  </a:lnTo>
                  <a:lnTo>
                    <a:pt x="0" y="21754"/>
                  </a:lnTo>
                  <a:lnTo>
                    <a:pt x="0" y="216183"/>
                  </a:lnTo>
                  <a:lnTo>
                    <a:pt x="1677" y="224744"/>
                  </a:lnTo>
                  <a:lnTo>
                    <a:pt x="6284" y="231648"/>
                  </a:lnTo>
                  <a:lnTo>
                    <a:pt x="13185" y="236258"/>
                  </a:lnTo>
                  <a:lnTo>
                    <a:pt x="21742" y="237937"/>
                  </a:lnTo>
                  <a:lnTo>
                    <a:pt x="129094" y="237937"/>
                  </a:lnTo>
                  <a:lnTo>
                    <a:pt x="129094" y="265130"/>
                  </a:lnTo>
                  <a:lnTo>
                    <a:pt x="81533" y="265130"/>
                  </a:lnTo>
                  <a:lnTo>
                    <a:pt x="81533" y="305919"/>
                  </a:lnTo>
                  <a:lnTo>
                    <a:pt x="244600" y="305919"/>
                  </a:lnTo>
                  <a:lnTo>
                    <a:pt x="244600" y="265130"/>
                  </a:lnTo>
                  <a:lnTo>
                    <a:pt x="197039" y="265130"/>
                  </a:lnTo>
                  <a:lnTo>
                    <a:pt x="197039" y="237937"/>
                  </a:lnTo>
                  <a:lnTo>
                    <a:pt x="304392" y="237937"/>
                  </a:lnTo>
                  <a:lnTo>
                    <a:pt x="326134" y="216183"/>
                  </a:lnTo>
                  <a:lnTo>
                    <a:pt x="326134" y="21754"/>
                  </a:lnTo>
                  <a:lnTo>
                    <a:pt x="324457" y="13192"/>
                  </a:lnTo>
                  <a:lnTo>
                    <a:pt x="319849" y="6288"/>
                  </a:lnTo>
                  <a:lnTo>
                    <a:pt x="312949" y="1678"/>
                  </a:lnTo>
                  <a:lnTo>
                    <a:pt x="304392" y="0"/>
                  </a:lnTo>
                  <a:close/>
                </a:path>
                <a:path w="326390" h="306070">
                  <a:moveTo>
                    <a:pt x="285367" y="197148"/>
                  </a:moveTo>
                  <a:lnTo>
                    <a:pt x="40766" y="197148"/>
                  </a:lnTo>
                  <a:lnTo>
                    <a:pt x="40766" y="40789"/>
                  </a:lnTo>
                  <a:lnTo>
                    <a:pt x="285367" y="40789"/>
                  </a:lnTo>
                  <a:lnTo>
                    <a:pt x="285367" y="197148"/>
                  </a:lnTo>
                  <a:close/>
                </a:path>
              </a:pathLst>
            </a:custGeom>
            <a:ln w="7929">
              <a:solidFill>
                <a:srgbClr val="30AF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07529" y="4897554"/>
              <a:ext cx="126895" cy="158848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07150" y="4719441"/>
              <a:ext cx="126895" cy="158848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1201051" y="4597577"/>
              <a:ext cx="659765" cy="659765"/>
            </a:xfrm>
            <a:custGeom>
              <a:avLst/>
              <a:gdLst/>
              <a:ahLst/>
              <a:cxnLst/>
              <a:rect l="l" t="t" r="r" b="b"/>
              <a:pathLst>
                <a:path w="659764" h="659764">
                  <a:moveTo>
                    <a:pt x="0" y="659714"/>
                  </a:moveTo>
                  <a:lnTo>
                    <a:pt x="659714" y="659714"/>
                  </a:lnTo>
                  <a:lnTo>
                    <a:pt x="659714" y="0"/>
                  </a:lnTo>
                  <a:lnTo>
                    <a:pt x="0" y="0"/>
                  </a:lnTo>
                  <a:lnTo>
                    <a:pt x="0" y="65971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2338197" y="4712589"/>
            <a:ext cx="709612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40" b="1">
                <a:latin typeface="Tahoma"/>
                <a:cs typeface="Tahoma"/>
              </a:rPr>
              <a:t>Aplicaciones</a:t>
            </a:r>
            <a:r>
              <a:rPr dirty="0" sz="2500" spc="-40">
                <a:latin typeface="Tahoma"/>
                <a:cs typeface="Tahoma"/>
              </a:rPr>
              <a:t>:</a:t>
            </a:r>
            <a:r>
              <a:rPr dirty="0" sz="2500" spc="-95">
                <a:latin typeface="Tahoma"/>
                <a:cs typeface="Tahoma"/>
              </a:rPr>
              <a:t> </a:t>
            </a:r>
            <a:r>
              <a:rPr dirty="0" sz="2500" spc="60">
                <a:latin typeface="Tahoma"/>
                <a:cs typeface="Tahoma"/>
              </a:rPr>
              <a:t>Domótica,</a:t>
            </a:r>
            <a:r>
              <a:rPr dirty="0" sz="2500" spc="-160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sistemas</a:t>
            </a:r>
            <a:r>
              <a:rPr dirty="0" sz="2500" spc="-70">
                <a:latin typeface="Tahoma"/>
                <a:cs typeface="Tahoma"/>
              </a:rPr>
              <a:t> </a:t>
            </a:r>
            <a:r>
              <a:rPr dirty="0" sz="2500" spc="145">
                <a:latin typeface="Tahoma"/>
                <a:cs typeface="Tahoma"/>
              </a:rPr>
              <a:t>de</a:t>
            </a:r>
            <a:r>
              <a:rPr dirty="0" sz="2500" spc="-90">
                <a:latin typeface="Tahoma"/>
                <a:cs typeface="Tahoma"/>
              </a:rPr>
              <a:t> </a:t>
            </a:r>
            <a:r>
              <a:rPr dirty="0" sz="2500" spc="35">
                <a:latin typeface="Tahoma"/>
                <a:cs typeface="Tahoma"/>
              </a:rPr>
              <a:t>monitoreo.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89460" cy="6858000"/>
            <a:chOff x="0" y="0"/>
            <a:chExt cx="1218946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8952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838200" y="2828417"/>
              <a:ext cx="10515600" cy="1199515"/>
            </a:xfrm>
            <a:custGeom>
              <a:avLst/>
              <a:gdLst/>
              <a:ahLst/>
              <a:cxnLst/>
              <a:rect l="l" t="t" r="r" b="b"/>
              <a:pathLst>
                <a:path w="10515600" h="1199514">
                  <a:moveTo>
                    <a:pt x="10395712" y="0"/>
                  </a:moveTo>
                  <a:lnTo>
                    <a:pt x="119938" y="0"/>
                  </a:lnTo>
                  <a:lnTo>
                    <a:pt x="73252" y="9427"/>
                  </a:lnTo>
                  <a:lnTo>
                    <a:pt x="35128" y="35131"/>
                  </a:lnTo>
                  <a:lnTo>
                    <a:pt x="9424" y="73241"/>
                  </a:lnTo>
                  <a:lnTo>
                    <a:pt x="0" y="119887"/>
                  </a:lnTo>
                  <a:lnTo>
                    <a:pt x="0" y="1079500"/>
                  </a:lnTo>
                  <a:lnTo>
                    <a:pt x="9424" y="1126220"/>
                  </a:lnTo>
                  <a:lnTo>
                    <a:pt x="35128" y="1164367"/>
                  </a:lnTo>
                  <a:lnTo>
                    <a:pt x="73252" y="1190085"/>
                  </a:lnTo>
                  <a:lnTo>
                    <a:pt x="119938" y="1199515"/>
                  </a:lnTo>
                  <a:lnTo>
                    <a:pt x="10395712" y="1199515"/>
                  </a:lnTo>
                  <a:lnTo>
                    <a:pt x="10442358" y="1190085"/>
                  </a:lnTo>
                  <a:lnTo>
                    <a:pt x="10480468" y="1164367"/>
                  </a:lnTo>
                  <a:lnTo>
                    <a:pt x="10506172" y="1126220"/>
                  </a:lnTo>
                  <a:lnTo>
                    <a:pt x="10515600" y="1079500"/>
                  </a:lnTo>
                  <a:lnTo>
                    <a:pt x="10515600" y="119887"/>
                  </a:lnTo>
                  <a:lnTo>
                    <a:pt x="10506172" y="73241"/>
                  </a:lnTo>
                  <a:lnTo>
                    <a:pt x="10480468" y="35131"/>
                  </a:lnTo>
                  <a:lnTo>
                    <a:pt x="10442358" y="9427"/>
                  </a:lnTo>
                  <a:lnTo>
                    <a:pt x="10395712" y="0"/>
                  </a:lnTo>
                  <a:close/>
                </a:path>
              </a:pathLst>
            </a:custGeom>
            <a:solidFill>
              <a:srgbClr val="CDE3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384015" y="3142239"/>
              <a:ext cx="289560" cy="574675"/>
            </a:xfrm>
            <a:custGeom>
              <a:avLst/>
              <a:gdLst/>
              <a:ahLst/>
              <a:cxnLst/>
              <a:rect l="l" t="t" r="r" b="b"/>
              <a:pathLst>
                <a:path w="289560" h="574675">
                  <a:moveTo>
                    <a:pt x="161572" y="336601"/>
                  </a:moveTo>
                  <a:lnTo>
                    <a:pt x="120805" y="336601"/>
                  </a:lnTo>
                  <a:lnTo>
                    <a:pt x="120805" y="574199"/>
                  </a:lnTo>
                  <a:lnTo>
                    <a:pt x="219252" y="475897"/>
                  </a:lnTo>
                  <a:lnTo>
                    <a:pt x="161572" y="475897"/>
                  </a:lnTo>
                  <a:lnTo>
                    <a:pt x="161572" y="336601"/>
                  </a:lnTo>
                  <a:close/>
                </a:path>
                <a:path w="289560" h="574675">
                  <a:moveTo>
                    <a:pt x="219393" y="336262"/>
                  </a:moveTo>
                  <a:lnTo>
                    <a:pt x="161572" y="336262"/>
                  </a:lnTo>
                  <a:lnTo>
                    <a:pt x="231487" y="406079"/>
                  </a:lnTo>
                  <a:lnTo>
                    <a:pt x="161572" y="475897"/>
                  </a:lnTo>
                  <a:lnTo>
                    <a:pt x="219252" y="475897"/>
                  </a:lnTo>
                  <a:lnTo>
                    <a:pt x="289172" y="406079"/>
                  </a:lnTo>
                  <a:lnTo>
                    <a:pt x="219393" y="336262"/>
                  </a:lnTo>
                  <a:close/>
                </a:path>
                <a:path w="289560" h="574675">
                  <a:moveTo>
                    <a:pt x="28808" y="145572"/>
                  </a:moveTo>
                  <a:lnTo>
                    <a:pt x="0" y="174396"/>
                  </a:lnTo>
                  <a:lnTo>
                    <a:pt x="112652" y="287110"/>
                  </a:lnTo>
                  <a:lnTo>
                    <a:pt x="0" y="399825"/>
                  </a:lnTo>
                  <a:lnTo>
                    <a:pt x="28808" y="428649"/>
                  </a:lnTo>
                  <a:lnTo>
                    <a:pt x="120805" y="336601"/>
                  </a:lnTo>
                  <a:lnTo>
                    <a:pt x="161572" y="336601"/>
                  </a:lnTo>
                  <a:lnTo>
                    <a:pt x="161572" y="336262"/>
                  </a:lnTo>
                  <a:lnTo>
                    <a:pt x="219393" y="336262"/>
                  </a:lnTo>
                  <a:lnTo>
                    <a:pt x="170269" y="287111"/>
                  </a:lnTo>
                  <a:lnTo>
                    <a:pt x="219189" y="238163"/>
                  </a:lnTo>
                  <a:lnTo>
                    <a:pt x="161572" y="238163"/>
                  </a:lnTo>
                  <a:lnTo>
                    <a:pt x="161572" y="237620"/>
                  </a:lnTo>
                  <a:lnTo>
                    <a:pt x="120805" y="237620"/>
                  </a:lnTo>
                  <a:lnTo>
                    <a:pt x="28808" y="145572"/>
                  </a:lnTo>
                  <a:close/>
                </a:path>
                <a:path w="289560" h="574675">
                  <a:moveTo>
                    <a:pt x="219261" y="98324"/>
                  </a:moveTo>
                  <a:lnTo>
                    <a:pt x="161572" y="98324"/>
                  </a:lnTo>
                  <a:lnTo>
                    <a:pt x="231487" y="168142"/>
                  </a:lnTo>
                  <a:lnTo>
                    <a:pt x="161572" y="238163"/>
                  </a:lnTo>
                  <a:lnTo>
                    <a:pt x="219189" y="238163"/>
                  </a:lnTo>
                  <a:lnTo>
                    <a:pt x="289172" y="168142"/>
                  </a:lnTo>
                  <a:lnTo>
                    <a:pt x="219261" y="98324"/>
                  </a:lnTo>
                  <a:close/>
                </a:path>
                <a:path w="289560" h="574675">
                  <a:moveTo>
                    <a:pt x="120805" y="0"/>
                  </a:moveTo>
                  <a:lnTo>
                    <a:pt x="120805" y="237620"/>
                  </a:lnTo>
                  <a:lnTo>
                    <a:pt x="161572" y="237620"/>
                  </a:lnTo>
                  <a:lnTo>
                    <a:pt x="161572" y="98324"/>
                  </a:lnTo>
                  <a:lnTo>
                    <a:pt x="219261" y="98324"/>
                  </a:lnTo>
                  <a:lnTo>
                    <a:pt x="120805" y="0"/>
                  </a:lnTo>
                  <a:close/>
                </a:path>
              </a:pathLst>
            </a:custGeom>
            <a:solidFill>
              <a:srgbClr val="30AF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384015" y="3142239"/>
              <a:ext cx="289560" cy="574675"/>
            </a:xfrm>
            <a:custGeom>
              <a:avLst/>
              <a:gdLst/>
              <a:ahLst/>
              <a:cxnLst/>
              <a:rect l="l" t="t" r="r" b="b"/>
              <a:pathLst>
                <a:path w="289560" h="574675">
                  <a:moveTo>
                    <a:pt x="120805" y="574199"/>
                  </a:moveTo>
                  <a:lnTo>
                    <a:pt x="120805" y="336601"/>
                  </a:lnTo>
                  <a:lnTo>
                    <a:pt x="28808" y="428649"/>
                  </a:lnTo>
                  <a:lnTo>
                    <a:pt x="0" y="399825"/>
                  </a:lnTo>
                  <a:lnTo>
                    <a:pt x="112652" y="287110"/>
                  </a:lnTo>
                  <a:lnTo>
                    <a:pt x="0" y="174396"/>
                  </a:lnTo>
                  <a:lnTo>
                    <a:pt x="28808" y="145572"/>
                  </a:lnTo>
                  <a:lnTo>
                    <a:pt x="120805" y="237620"/>
                  </a:lnTo>
                  <a:lnTo>
                    <a:pt x="120805" y="0"/>
                  </a:lnTo>
                  <a:lnTo>
                    <a:pt x="289172" y="168142"/>
                  </a:lnTo>
                  <a:lnTo>
                    <a:pt x="170269" y="287111"/>
                  </a:lnTo>
                  <a:lnTo>
                    <a:pt x="289172" y="406079"/>
                  </a:lnTo>
                  <a:lnTo>
                    <a:pt x="120805" y="574199"/>
                  </a:lnTo>
                  <a:close/>
                </a:path>
                <a:path w="289560" h="574675">
                  <a:moveTo>
                    <a:pt x="161572" y="336262"/>
                  </a:moveTo>
                  <a:lnTo>
                    <a:pt x="161572" y="475897"/>
                  </a:lnTo>
                  <a:lnTo>
                    <a:pt x="231487" y="406079"/>
                  </a:lnTo>
                  <a:lnTo>
                    <a:pt x="161572" y="336262"/>
                  </a:lnTo>
                  <a:close/>
                </a:path>
                <a:path w="289560" h="574675">
                  <a:moveTo>
                    <a:pt x="161572" y="98324"/>
                  </a:moveTo>
                  <a:lnTo>
                    <a:pt x="161572" y="238163"/>
                  </a:lnTo>
                  <a:lnTo>
                    <a:pt x="231487" y="168142"/>
                  </a:lnTo>
                  <a:lnTo>
                    <a:pt x="161572" y="98324"/>
                  </a:lnTo>
                  <a:close/>
                </a:path>
              </a:pathLst>
            </a:custGeom>
            <a:ln w="7929">
              <a:solidFill>
                <a:srgbClr val="30AF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201051" y="3098215"/>
              <a:ext cx="659765" cy="659765"/>
            </a:xfrm>
            <a:custGeom>
              <a:avLst/>
              <a:gdLst/>
              <a:ahLst/>
              <a:cxnLst/>
              <a:rect l="l" t="t" r="r" b="b"/>
              <a:pathLst>
                <a:path w="659764" h="659764">
                  <a:moveTo>
                    <a:pt x="0" y="659714"/>
                  </a:moveTo>
                  <a:lnTo>
                    <a:pt x="659714" y="659714"/>
                  </a:lnTo>
                  <a:lnTo>
                    <a:pt x="659714" y="0"/>
                  </a:lnTo>
                  <a:lnTo>
                    <a:pt x="0" y="0"/>
                  </a:lnTo>
                  <a:lnTo>
                    <a:pt x="0" y="65971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472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0" b="1">
                <a:latin typeface="Tahoma"/>
                <a:cs typeface="Tahoma"/>
              </a:rPr>
              <a:t>Tipos</a:t>
            </a:r>
            <a:r>
              <a:rPr dirty="0" spc="-50"/>
              <a:t>:</a:t>
            </a:r>
            <a:r>
              <a:rPr dirty="0" spc="-65"/>
              <a:t> </a:t>
            </a:r>
            <a:r>
              <a:rPr dirty="0" spc="85"/>
              <a:t>Clásico</a:t>
            </a:r>
            <a:r>
              <a:rPr dirty="0" spc="-80"/>
              <a:t> </a:t>
            </a:r>
            <a:r>
              <a:rPr dirty="0" spc="-40"/>
              <a:t>y</a:t>
            </a:r>
            <a:r>
              <a:rPr dirty="0" spc="-85"/>
              <a:t> </a:t>
            </a:r>
            <a:r>
              <a:rPr dirty="0" spc="65"/>
              <a:t>BLE</a:t>
            </a:r>
            <a:r>
              <a:rPr dirty="0" spc="-75"/>
              <a:t> </a:t>
            </a:r>
            <a:r>
              <a:rPr dirty="0"/>
              <a:t>(Bluetooth</a:t>
            </a:r>
            <a:r>
              <a:rPr dirty="0" spc="-55"/>
              <a:t> </a:t>
            </a:r>
            <a:r>
              <a:rPr dirty="0"/>
              <a:t>Low</a:t>
            </a:r>
            <a:r>
              <a:rPr dirty="0" spc="-75"/>
              <a:t> </a:t>
            </a:r>
            <a:r>
              <a:rPr dirty="0" spc="-10"/>
              <a:t>Energy).</a:t>
            </a:r>
          </a:p>
        </p:txBody>
      </p:sp>
      <p:grpSp>
        <p:nvGrpSpPr>
          <p:cNvPr id="9" name="object 9" descr=""/>
          <p:cNvGrpSpPr/>
          <p:nvPr/>
        </p:nvGrpSpPr>
        <p:grpSpPr>
          <a:xfrm>
            <a:off x="838200" y="4327778"/>
            <a:ext cx="10515600" cy="1199515"/>
            <a:chOff x="838200" y="4327778"/>
            <a:chExt cx="10515600" cy="1199515"/>
          </a:xfrm>
        </p:grpSpPr>
        <p:sp>
          <p:nvSpPr>
            <p:cNvPr id="10" name="object 10" descr=""/>
            <p:cNvSpPr/>
            <p:nvPr/>
          </p:nvSpPr>
          <p:spPr>
            <a:xfrm>
              <a:off x="838200" y="4327778"/>
              <a:ext cx="10515600" cy="1199515"/>
            </a:xfrm>
            <a:custGeom>
              <a:avLst/>
              <a:gdLst/>
              <a:ahLst/>
              <a:cxnLst/>
              <a:rect l="l" t="t" r="r" b="b"/>
              <a:pathLst>
                <a:path w="10515600" h="1199514">
                  <a:moveTo>
                    <a:pt x="10395712" y="0"/>
                  </a:moveTo>
                  <a:lnTo>
                    <a:pt x="119938" y="0"/>
                  </a:lnTo>
                  <a:lnTo>
                    <a:pt x="73252" y="9427"/>
                  </a:lnTo>
                  <a:lnTo>
                    <a:pt x="35128" y="35131"/>
                  </a:lnTo>
                  <a:lnTo>
                    <a:pt x="9424" y="73241"/>
                  </a:lnTo>
                  <a:lnTo>
                    <a:pt x="0" y="119888"/>
                  </a:lnTo>
                  <a:lnTo>
                    <a:pt x="0" y="1079500"/>
                  </a:lnTo>
                  <a:lnTo>
                    <a:pt x="9424" y="1126220"/>
                  </a:lnTo>
                  <a:lnTo>
                    <a:pt x="35128" y="1164367"/>
                  </a:lnTo>
                  <a:lnTo>
                    <a:pt x="73252" y="1190085"/>
                  </a:lnTo>
                  <a:lnTo>
                    <a:pt x="119938" y="1199515"/>
                  </a:lnTo>
                  <a:lnTo>
                    <a:pt x="10395712" y="1199515"/>
                  </a:lnTo>
                  <a:lnTo>
                    <a:pt x="10442358" y="1190085"/>
                  </a:lnTo>
                  <a:lnTo>
                    <a:pt x="10480468" y="1164367"/>
                  </a:lnTo>
                  <a:lnTo>
                    <a:pt x="10506172" y="1126220"/>
                  </a:lnTo>
                  <a:lnTo>
                    <a:pt x="10515600" y="1079500"/>
                  </a:lnTo>
                  <a:lnTo>
                    <a:pt x="10515600" y="119888"/>
                  </a:lnTo>
                  <a:lnTo>
                    <a:pt x="10506172" y="73241"/>
                  </a:lnTo>
                  <a:lnTo>
                    <a:pt x="10480468" y="35131"/>
                  </a:lnTo>
                  <a:lnTo>
                    <a:pt x="10442358" y="9427"/>
                  </a:lnTo>
                  <a:lnTo>
                    <a:pt x="10395712" y="0"/>
                  </a:lnTo>
                  <a:close/>
                </a:path>
              </a:pathLst>
            </a:custGeom>
            <a:solidFill>
              <a:srgbClr val="CDE3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318652" y="4663581"/>
              <a:ext cx="425450" cy="531495"/>
            </a:xfrm>
            <a:custGeom>
              <a:avLst/>
              <a:gdLst/>
              <a:ahLst/>
              <a:cxnLst/>
              <a:rect l="l" t="t" r="r" b="b"/>
              <a:pathLst>
                <a:path w="425450" h="531495">
                  <a:moveTo>
                    <a:pt x="57073" y="0"/>
                  </a:moveTo>
                  <a:lnTo>
                    <a:pt x="42985" y="29752"/>
                  </a:lnTo>
                  <a:lnTo>
                    <a:pt x="32528" y="61608"/>
                  </a:lnTo>
                  <a:lnTo>
                    <a:pt x="26020" y="95121"/>
                  </a:lnTo>
                  <a:lnTo>
                    <a:pt x="23780" y="129845"/>
                  </a:lnTo>
                  <a:lnTo>
                    <a:pt x="28473" y="180460"/>
                  </a:lnTo>
                  <a:lnTo>
                    <a:pt x="41955" y="227824"/>
                  </a:lnTo>
                  <a:lnTo>
                    <a:pt x="63337" y="271237"/>
                  </a:lnTo>
                  <a:lnTo>
                    <a:pt x="91725" y="309998"/>
                  </a:lnTo>
                  <a:lnTo>
                    <a:pt x="2717" y="501707"/>
                  </a:lnTo>
                  <a:lnTo>
                    <a:pt x="0" y="507826"/>
                  </a:lnTo>
                  <a:lnTo>
                    <a:pt x="0" y="515304"/>
                  </a:lnTo>
                  <a:lnTo>
                    <a:pt x="8153" y="527540"/>
                  </a:lnTo>
                  <a:lnTo>
                    <a:pt x="14268" y="530940"/>
                  </a:lnTo>
                  <a:lnTo>
                    <a:pt x="197039" y="530940"/>
                  </a:lnTo>
                  <a:lnTo>
                    <a:pt x="203834" y="527540"/>
                  </a:lnTo>
                  <a:lnTo>
                    <a:pt x="210628" y="515304"/>
                  </a:lnTo>
                  <a:lnTo>
                    <a:pt x="211308" y="508506"/>
                  </a:lnTo>
                  <a:lnTo>
                    <a:pt x="209133" y="503067"/>
                  </a:lnTo>
                  <a:lnTo>
                    <a:pt x="63188" y="503067"/>
                  </a:lnTo>
                  <a:lnTo>
                    <a:pt x="75418" y="490830"/>
                  </a:lnTo>
                  <a:lnTo>
                    <a:pt x="37369" y="490830"/>
                  </a:lnTo>
                  <a:lnTo>
                    <a:pt x="68624" y="424208"/>
                  </a:lnTo>
                  <a:lnTo>
                    <a:pt x="172304" y="424208"/>
                  </a:lnTo>
                  <a:lnTo>
                    <a:pt x="171667" y="422848"/>
                  </a:lnTo>
                  <a:lnTo>
                    <a:pt x="105314" y="422848"/>
                  </a:lnTo>
                  <a:lnTo>
                    <a:pt x="80854" y="398374"/>
                  </a:lnTo>
                  <a:lnTo>
                    <a:pt x="105314" y="345348"/>
                  </a:lnTo>
                  <a:lnTo>
                    <a:pt x="402676" y="345349"/>
                  </a:lnTo>
                  <a:lnTo>
                    <a:pt x="390681" y="333112"/>
                  </a:lnTo>
                  <a:lnTo>
                    <a:pt x="390681" y="305919"/>
                  </a:lnTo>
                  <a:lnTo>
                    <a:pt x="363504" y="305919"/>
                  </a:lnTo>
                  <a:lnTo>
                    <a:pt x="249357" y="191709"/>
                  </a:lnTo>
                  <a:lnTo>
                    <a:pt x="267275" y="173354"/>
                  </a:lnTo>
                  <a:lnTo>
                    <a:pt x="230332" y="173354"/>
                  </a:lnTo>
                  <a:lnTo>
                    <a:pt x="112108" y="54385"/>
                  </a:lnTo>
                  <a:lnTo>
                    <a:pt x="402066" y="54385"/>
                  </a:lnTo>
                  <a:lnTo>
                    <a:pt x="403973" y="51560"/>
                  </a:lnTo>
                  <a:lnTo>
                    <a:pt x="406139" y="40789"/>
                  </a:lnTo>
                  <a:lnTo>
                    <a:pt x="403973" y="30018"/>
                  </a:lnTo>
                  <a:lnTo>
                    <a:pt x="402066" y="27192"/>
                  </a:lnTo>
                  <a:lnTo>
                    <a:pt x="84930" y="27192"/>
                  </a:lnTo>
                  <a:lnTo>
                    <a:pt x="57073" y="0"/>
                  </a:lnTo>
                  <a:close/>
                </a:path>
                <a:path w="425450" h="531495">
                  <a:moveTo>
                    <a:pt x="142683" y="460918"/>
                  </a:moveTo>
                  <a:lnTo>
                    <a:pt x="105314" y="460918"/>
                  </a:lnTo>
                  <a:lnTo>
                    <a:pt x="147439" y="503067"/>
                  </a:lnTo>
                  <a:lnTo>
                    <a:pt x="209133" y="503067"/>
                  </a:lnTo>
                  <a:lnTo>
                    <a:pt x="208590" y="501707"/>
                  </a:lnTo>
                  <a:lnTo>
                    <a:pt x="203815" y="491510"/>
                  </a:lnTo>
                  <a:lnTo>
                    <a:pt x="173258" y="491510"/>
                  </a:lnTo>
                  <a:lnTo>
                    <a:pt x="142683" y="460918"/>
                  </a:lnTo>
                  <a:close/>
                </a:path>
                <a:path w="425450" h="531495">
                  <a:moveTo>
                    <a:pt x="172622" y="424888"/>
                  </a:moveTo>
                  <a:lnTo>
                    <a:pt x="142004" y="424888"/>
                  </a:lnTo>
                  <a:lnTo>
                    <a:pt x="173258" y="491510"/>
                  </a:lnTo>
                  <a:lnTo>
                    <a:pt x="203815" y="491510"/>
                  </a:lnTo>
                  <a:lnTo>
                    <a:pt x="172622" y="424888"/>
                  </a:lnTo>
                  <a:close/>
                </a:path>
                <a:path w="425450" h="531495">
                  <a:moveTo>
                    <a:pt x="172304" y="424208"/>
                  </a:moveTo>
                  <a:lnTo>
                    <a:pt x="68624" y="424208"/>
                  </a:lnTo>
                  <a:lnTo>
                    <a:pt x="86289" y="441883"/>
                  </a:lnTo>
                  <a:lnTo>
                    <a:pt x="37369" y="490830"/>
                  </a:lnTo>
                  <a:lnTo>
                    <a:pt x="75418" y="490830"/>
                  </a:lnTo>
                  <a:lnTo>
                    <a:pt x="105314" y="460918"/>
                  </a:lnTo>
                  <a:lnTo>
                    <a:pt x="142683" y="460918"/>
                  </a:lnTo>
                  <a:lnTo>
                    <a:pt x="124338" y="442563"/>
                  </a:lnTo>
                  <a:lnTo>
                    <a:pt x="142004" y="424888"/>
                  </a:lnTo>
                  <a:lnTo>
                    <a:pt x="172622" y="424888"/>
                  </a:lnTo>
                  <a:lnTo>
                    <a:pt x="172304" y="424208"/>
                  </a:lnTo>
                  <a:close/>
                </a:path>
                <a:path w="425450" h="531495">
                  <a:moveTo>
                    <a:pt x="402676" y="345349"/>
                  </a:moveTo>
                  <a:lnTo>
                    <a:pt x="105314" y="345348"/>
                  </a:lnTo>
                  <a:lnTo>
                    <a:pt x="129774" y="398375"/>
                  </a:lnTo>
                  <a:lnTo>
                    <a:pt x="105314" y="422848"/>
                  </a:lnTo>
                  <a:lnTo>
                    <a:pt x="171667" y="422848"/>
                  </a:lnTo>
                  <a:lnTo>
                    <a:pt x="137927" y="350787"/>
                  </a:lnTo>
                  <a:lnTo>
                    <a:pt x="408007" y="350787"/>
                  </a:lnTo>
                  <a:lnTo>
                    <a:pt x="402676" y="345349"/>
                  </a:lnTo>
                  <a:close/>
                </a:path>
                <a:path w="425450" h="531495">
                  <a:moveTo>
                    <a:pt x="408007" y="350787"/>
                  </a:moveTo>
                  <a:lnTo>
                    <a:pt x="137927" y="350787"/>
                  </a:lnTo>
                  <a:lnTo>
                    <a:pt x="173258" y="371840"/>
                  </a:lnTo>
                  <a:lnTo>
                    <a:pt x="211647" y="387667"/>
                  </a:lnTo>
                  <a:lnTo>
                    <a:pt x="252584" y="397631"/>
                  </a:lnTo>
                  <a:lnTo>
                    <a:pt x="295559" y="401094"/>
                  </a:lnTo>
                  <a:lnTo>
                    <a:pt x="330168" y="399150"/>
                  </a:lnTo>
                  <a:lnTo>
                    <a:pt x="363504" y="392681"/>
                  </a:lnTo>
                  <a:lnTo>
                    <a:pt x="395310" y="382261"/>
                  </a:lnTo>
                  <a:lnTo>
                    <a:pt x="425333" y="368462"/>
                  </a:lnTo>
                  <a:lnTo>
                    <a:pt x="408007" y="350787"/>
                  </a:lnTo>
                  <a:close/>
                </a:path>
                <a:path w="425450" h="531495">
                  <a:moveTo>
                    <a:pt x="390681" y="74780"/>
                  </a:moveTo>
                  <a:lnTo>
                    <a:pt x="363504" y="74780"/>
                  </a:lnTo>
                  <a:lnTo>
                    <a:pt x="363504" y="305919"/>
                  </a:lnTo>
                  <a:lnTo>
                    <a:pt x="390681" y="305919"/>
                  </a:lnTo>
                  <a:lnTo>
                    <a:pt x="390681" y="74780"/>
                  </a:lnTo>
                  <a:close/>
                </a:path>
                <a:path w="425450" h="531495">
                  <a:moveTo>
                    <a:pt x="402066" y="54385"/>
                  </a:moveTo>
                  <a:lnTo>
                    <a:pt x="345159" y="54385"/>
                  </a:lnTo>
                  <a:lnTo>
                    <a:pt x="230332" y="173354"/>
                  </a:lnTo>
                  <a:lnTo>
                    <a:pt x="267275" y="173354"/>
                  </a:lnTo>
                  <a:lnTo>
                    <a:pt x="363504" y="74780"/>
                  </a:lnTo>
                  <a:lnTo>
                    <a:pt x="390681" y="74780"/>
                  </a:lnTo>
                  <a:lnTo>
                    <a:pt x="390681" y="67982"/>
                  </a:lnTo>
                  <a:lnTo>
                    <a:pt x="397476" y="61183"/>
                  </a:lnTo>
                  <a:lnTo>
                    <a:pt x="402066" y="54385"/>
                  </a:lnTo>
                  <a:close/>
                </a:path>
                <a:path w="425450" h="531495">
                  <a:moveTo>
                    <a:pt x="377093" y="11726"/>
                  </a:moveTo>
                  <a:lnTo>
                    <a:pt x="366328" y="13893"/>
                  </a:lnTo>
                  <a:lnTo>
                    <a:pt x="356709" y="20394"/>
                  </a:lnTo>
                  <a:lnTo>
                    <a:pt x="349915" y="27192"/>
                  </a:lnTo>
                  <a:lnTo>
                    <a:pt x="402066" y="27192"/>
                  </a:lnTo>
                  <a:lnTo>
                    <a:pt x="397476" y="20394"/>
                  </a:lnTo>
                  <a:lnTo>
                    <a:pt x="387858" y="13893"/>
                  </a:lnTo>
                  <a:lnTo>
                    <a:pt x="377093" y="11726"/>
                  </a:lnTo>
                  <a:close/>
                </a:path>
              </a:pathLst>
            </a:custGeom>
            <a:solidFill>
              <a:srgbClr val="30AFB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26796" y="4714002"/>
              <a:ext cx="259324" cy="259462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52058" y="5004966"/>
              <a:ext cx="143817" cy="165647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1318652" y="4663581"/>
              <a:ext cx="425450" cy="531495"/>
            </a:xfrm>
            <a:custGeom>
              <a:avLst/>
              <a:gdLst/>
              <a:ahLst/>
              <a:cxnLst/>
              <a:rect l="l" t="t" r="r" b="b"/>
              <a:pathLst>
                <a:path w="425450" h="531495">
                  <a:moveTo>
                    <a:pt x="425333" y="368462"/>
                  </a:moveTo>
                  <a:lnTo>
                    <a:pt x="390681" y="333112"/>
                  </a:lnTo>
                  <a:lnTo>
                    <a:pt x="390681" y="67982"/>
                  </a:lnTo>
                  <a:lnTo>
                    <a:pt x="397476" y="61183"/>
                  </a:lnTo>
                  <a:lnTo>
                    <a:pt x="403973" y="51560"/>
                  </a:lnTo>
                  <a:lnTo>
                    <a:pt x="387857" y="13893"/>
                  </a:lnTo>
                  <a:lnTo>
                    <a:pt x="377093" y="11726"/>
                  </a:lnTo>
                  <a:lnTo>
                    <a:pt x="366328" y="13893"/>
                  </a:lnTo>
                  <a:lnTo>
                    <a:pt x="356709" y="20394"/>
                  </a:lnTo>
                  <a:lnTo>
                    <a:pt x="349915" y="27192"/>
                  </a:lnTo>
                  <a:lnTo>
                    <a:pt x="84930" y="27192"/>
                  </a:lnTo>
                  <a:lnTo>
                    <a:pt x="57073" y="0"/>
                  </a:lnTo>
                  <a:lnTo>
                    <a:pt x="32528" y="61608"/>
                  </a:lnTo>
                  <a:lnTo>
                    <a:pt x="23780" y="129845"/>
                  </a:lnTo>
                  <a:lnTo>
                    <a:pt x="28473" y="180460"/>
                  </a:lnTo>
                  <a:lnTo>
                    <a:pt x="41955" y="227824"/>
                  </a:lnTo>
                  <a:lnTo>
                    <a:pt x="63337" y="271237"/>
                  </a:lnTo>
                  <a:lnTo>
                    <a:pt x="91725" y="309998"/>
                  </a:lnTo>
                  <a:lnTo>
                    <a:pt x="2717" y="501707"/>
                  </a:lnTo>
                  <a:lnTo>
                    <a:pt x="0" y="507826"/>
                  </a:lnTo>
                  <a:lnTo>
                    <a:pt x="0" y="515304"/>
                  </a:lnTo>
                  <a:lnTo>
                    <a:pt x="4076" y="521422"/>
                  </a:lnTo>
                  <a:lnTo>
                    <a:pt x="8153" y="527540"/>
                  </a:lnTo>
                  <a:lnTo>
                    <a:pt x="14268" y="530940"/>
                  </a:lnTo>
                  <a:lnTo>
                    <a:pt x="21062" y="530940"/>
                  </a:lnTo>
                  <a:lnTo>
                    <a:pt x="190245" y="530940"/>
                  </a:lnTo>
                  <a:lnTo>
                    <a:pt x="211308" y="508505"/>
                  </a:lnTo>
                  <a:lnTo>
                    <a:pt x="208590" y="501707"/>
                  </a:lnTo>
                  <a:lnTo>
                    <a:pt x="137927" y="350787"/>
                  </a:lnTo>
                  <a:lnTo>
                    <a:pt x="173258" y="371840"/>
                  </a:lnTo>
                  <a:lnTo>
                    <a:pt x="211647" y="387667"/>
                  </a:lnTo>
                  <a:lnTo>
                    <a:pt x="252584" y="397631"/>
                  </a:lnTo>
                  <a:lnTo>
                    <a:pt x="295559" y="401094"/>
                  </a:lnTo>
                  <a:lnTo>
                    <a:pt x="330168" y="399150"/>
                  </a:lnTo>
                  <a:lnTo>
                    <a:pt x="363504" y="392681"/>
                  </a:lnTo>
                  <a:lnTo>
                    <a:pt x="395310" y="382261"/>
                  </a:lnTo>
                  <a:lnTo>
                    <a:pt x="425333" y="368462"/>
                  </a:lnTo>
                  <a:close/>
                </a:path>
              </a:pathLst>
            </a:custGeom>
            <a:ln w="7928">
              <a:solidFill>
                <a:srgbClr val="30AF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201051" y="4597577"/>
              <a:ext cx="659765" cy="659765"/>
            </a:xfrm>
            <a:custGeom>
              <a:avLst/>
              <a:gdLst/>
              <a:ahLst/>
              <a:cxnLst/>
              <a:rect l="l" t="t" r="r" b="b"/>
              <a:pathLst>
                <a:path w="659764" h="659764">
                  <a:moveTo>
                    <a:pt x="0" y="659714"/>
                  </a:moveTo>
                  <a:lnTo>
                    <a:pt x="659714" y="659714"/>
                  </a:lnTo>
                  <a:lnTo>
                    <a:pt x="659714" y="0"/>
                  </a:lnTo>
                  <a:lnTo>
                    <a:pt x="0" y="0"/>
                  </a:lnTo>
                  <a:lnTo>
                    <a:pt x="0" y="65971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2338197" y="4519929"/>
            <a:ext cx="8377555" cy="78994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0"/>
              </a:spcBef>
            </a:pPr>
            <a:r>
              <a:rPr dirty="0" sz="2500" spc="-85" b="1">
                <a:latin typeface="Tahoma"/>
                <a:cs typeface="Tahoma"/>
              </a:rPr>
              <a:t>Usos</a:t>
            </a:r>
            <a:r>
              <a:rPr dirty="0" sz="2500" spc="-85">
                <a:latin typeface="Tahoma"/>
                <a:cs typeface="Tahoma"/>
              </a:rPr>
              <a:t>:</a:t>
            </a:r>
            <a:r>
              <a:rPr dirty="0" sz="2500" spc="-114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Transmisión</a:t>
            </a:r>
            <a:r>
              <a:rPr dirty="0" sz="2500" spc="-55">
                <a:latin typeface="Tahoma"/>
                <a:cs typeface="Tahoma"/>
              </a:rPr>
              <a:t> </a:t>
            </a:r>
            <a:r>
              <a:rPr dirty="0" sz="2500" spc="145">
                <a:latin typeface="Tahoma"/>
                <a:cs typeface="Tahoma"/>
              </a:rPr>
              <a:t>de</a:t>
            </a:r>
            <a:r>
              <a:rPr dirty="0" sz="2500" spc="-80">
                <a:latin typeface="Tahoma"/>
                <a:cs typeface="Tahoma"/>
              </a:rPr>
              <a:t> </a:t>
            </a:r>
            <a:r>
              <a:rPr dirty="0" sz="2500" spc="55">
                <a:latin typeface="Tahoma"/>
                <a:cs typeface="Tahoma"/>
              </a:rPr>
              <a:t>datos</a:t>
            </a:r>
            <a:r>
              <a:rPr dirty="0" sz="2500" spc="-70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a</a:t>
            </a:r>
            <a:r>
              <a:rPr dirty="0" sz="2500" spc="-80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corta</a:t>
            </a:r>
            <a:r>
              <a:rPr dirty="0" sz="2500" spc="-65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distancia</a:t>
            </a:r>
            <a:r>
              <a:rPr dirty="0" sz="2500" spc="-70">
                <a:latin typeface="Tahoma"/>
                <a:cs typeface="Tahoma"/>
              </a:rPr>
              <a:t> </a:t>
            </a:r>
            <a:r>
              <a:rPr dirty="0" sz="2500" spc="-40">
                <a:latin typeface="Tahoma"/>
                <a:cs typeface="Tahoma"/>
              </a:rPr>
              <a:t>y</a:t>
            </a:r>
            <a:r>
              <a:rPr dirty="0" sz="2500" spc="-80">
                <a:latin typeface="Tahoma"/>
                <a:cs typeface="Tahoma"/>
              </a:rPr>
              <a:t> </a:t>
            </a:r>
            <a:r>
              <a:rPr dirty="0" sz="2500" spc="60">
                <a:latin typeface="Tahoma"/>
                <a:cs typeface="Tahoma"/>
              </a:rPr>
              <a:t>conexiones </a:t>
            </a:r>
            <a:r>
              <a:rPr dirty="0" sz="2500" spc="75">
                <a:latin typeface="Tahoma"/>
                <a:cs typeface="Tahoma"/>
              </a:rPr>
              <a:t>punto</a:t>
            </a:r>
            <a:r>
              <a:rPr dirty="0" sz="2500" spc="-150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a</a:t>
            </a:r>
            <a:r>
              <a:rPr dirty="0" sz="2500" spc="-150">
                <a:latin typeface="Tahoma"/>
                <a:cs typeface="Tahoma"/>
              </a:rPr>
              <a:t> </a:t>
            </a:r>
            <a:r>
              <a:rPr dirty="0" sz="2500" spc="-10">
                <a:latin typeface="Tahoma"/>
                <a:cs typeface="Tahoma"/>
              </a:rPr>
              <a:t>punto.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89460" cy="6858000"/>
            <a:chOff x="0" y="0"/>
            <a:chExt cx="1218946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8952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838200" y="2178685"/>
              <a:ext cx="10515600" cy="1999614"/>
            </a:xfrm>
            <a:custGeom>
              <a:avLst/>
              <a:gdLst/>
              <a:ahLst/>
              <a:cxnLst/>
              <a:rect l="l" t="t" r="r" b="b"/>
              <a:pathLst>
                <a:path w="10515600" h="1999614">
                  <a:moveTo>
                    <a:pt x="0" y="0"/>
                  </a:moveTo>
                  <a:lnTo>
                    <a:pt x="10515600" y="0"/>
                  </a:lnTo>
                </a:path>
                <a:path w="10515600" h="1999614">
                  <a:moveTo>
                    <a:pt x="0" y="1999107"/>
                  </a:moveTo>
                  <a:lnTo>
                    <a:pt x="10515600" y="1999107"/>
                  </a:lnTo>
                </a:path>
              </a:pathLst>
            </a:custGeom>
            <a:ln w="12700">
              <a:solidFill>
                <a:srgbClr val="30AFB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008380" y="2253488"/>
            <a:ext cx="9986645" cy="3421379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12700" marR="704215">
              <a:lnSpc>
                <a:spcPts val="5230"/>
              </a:lnSpc>
              <a:spcBef>
                <a:spcPts val="715"/>
              </a:spcBef>
            </a:pPr>
            <a:r>
              <a:rPr dirty="0" sz="4800" spc="-150" b="1">
                <a:latin typeface="Tahoma"/>
                <a:cs typeface="Tahoma"/>
              </a:rPr>
              <a:t>Características</a:t>
            </a:r>
            <a:r>
              <a:rPr dirty="0" sz="4800" spc="-150">
                <a:latin typeface="Tahoma"/>
                <a:cs typeface="Tahoma"/>
              </a:rPr>
              <a:t>:</a:t>
            </a:r>
            <a:r>
              <a:rPr dirty="0" sz="4800" spc="-270">
                <a:latin typeface="Tahoma"/>
                <a:cs typeface="Tahoma"/>
              </a:rPr>
              <a:t> </a:t>
            </a:r>
            <a:r>
              <a:rPr dirty="0" sz="4800" spc="155">
                <a:latin typeface="Tahoma"/>
                <a:cs typeface="Tahoma"/>
              </a:rPr>
              <a:t>Mayor</a:t>
            </a:r>
            <a:r>
              <a:rPr dirty="0" sz="4800" spc="-295">
                <a:latin typeface="Tahoma"/>
                <a:cs typeface="Tahoma"/>
              </a:rPr>
              <a:t> </a:t>
            </a:r>
            <a:r>
              <a:rPr dirty="0" sz="4800" spc="150">
                <a:latin typeface="Tahoma"/>
                <a:cs typeface="Tahoma"/>
              </a:rPr>
              <a:t>ancho</a:t>
            </a:r>
            <a:r>
              <a:rPr dirty="0" sz="4800" spc="-290">
                <a:latin typeface="Tahoma"/>
                <a:cs typeface="Tahoma"/>
              </a:rPr>
              <a:t> </a:t>
            </a:r>
            <a:r>
              <a:rPr dirty="0" sz="4800" spc="285">
                <a:latin typeface="Tahoma"/>
                <a:cs typeface="Tahoma"/>
              </a:rPr>
              <a:t>de </a:t>
            </a:r>
            <a:r>
              <a:rPr dirty="0" sz="4800" spc="114">
                <a:latin typeface="Tahoma"/>
                <a:cs typeface="Tahoma"/>
              </a:rPr>
              <a:t>banda,</a:t>
            </a:r>
            <a:r>
              <a:rPr dirty="0" sz="4800" spc="-440">
                <a:latin typeface="Tahoma"/>
                <a:cs typeface="Tahoma"/>
              </a:rPr>
              <a:t> </a:t>
            </a:r>
            <a:r>
              <a:rPr dirty="0" sz="4800" spc="55">
                <a:latin typeface="Tahoma"/>
                <a:cs typeface="Tahoma"/>
              </a:rPr>
              <a:t>más</a:t>
            </a:r>
            <a:r>
              <a:rPr dirty="0" sz="4800" spc="-290">
                <a:latin typeface="Tahoma"/>
                <a:cs typeface="Tahoma"/>
              </a:rPr>
              <a:t> </a:t>
            </a:r>
            <a:r>
              <a:rPr dirty="0" sz="4800" spc="160">
                <a:latin typeface="Tahoma"/>
                <a:cs typeface="Tahoma"/>
              </a:rPr>
              <a:t>consumo</a:t>
            </a:r>
            <a:r>
              <a:rPr dirty="0" sz="4800" spc="-295">
                <a:latin typeface="Tahoma"/>
                <a:cs typeface="Tahoma"/>
              </a:rPr>
              <a:t> </a:t>
            </a:r>
            <a:r>
              <a:rPr dirty="0" sz="4800" spc="310">
                <a:latin typeface="Tahoma"/>
                <a:cs typeface="Tahoma"/>
              </a:rPr>
              <a:t>de</a:t>
            </a:r>
            <a:r>
              <a:rPr dirty="0" sz="4800" spc="-290">
                <a:latin typeface="Tahoma"/>
                <a:cs typeface="Tahoma"/>
              </a:rPr>
              <a:t> </a:t>
            </a:r>
            <a:r>
              <a:rPr dirty="0" sz="4800" spc="75">
                <a:latin typeface="Tahoma"/>
                <a:cs typeface="Tahoma"/>
              </a:rPr>
              <a:t>energía.</a:t>
            </a:r>
            <a:endParaRPr sz="4800">
              <a:latin typeface="Tahoma"/>
              <a:cs typeface="Tahoma"/>
            </a:endParaRPr>
          </a:p>
          <a:p>
            <a:pPr marL="12700" marR="5080">
              <a:lnSpc>
                <a:spcPts val="5230"/>
              </a:lnSpc>
              <a:spcBef>
                <a:spcPts val="5285"/>
              </a:spcBef>
            </a:pPr>
            <a:r>
              <a:rPr dirty="0" sz="4800" spc="-80" b="1">
                <a:latin typeface="Tahoma"/>
                <a:cs typeface="Tahoma"/>
              </a:rPr>
              <a:t>Aplicaciones</a:t>
            </a:r>
            <a:r>
              <a:rPr dirty="0" sz="4800" spc="-80">
                <a:latin typeface="Tahoma"/>
                <a:cs typeface="Tahoma"/>
              </a:rPr>
              <a:t>:</a:t>
            </a:r>
            <a:r>
              <a:rPr dirty="0" sz="4800" spc="-300">
                <a:latin typeface="Tahoma"/>
                <a:cs typeface="Tahoma"/>
              </a:rPr>
              <a:t> </a:t>
            </a:r>
            <a:r>
              <a:rPr dirty="0" sz="4800">
                <a:latin typeface="Tahoma"/>
                <a:cs typeface="Tahoma"/>
              </a:rPr>
              <a:t>Transmisión</a:t>
            </a:r>
            <a:r>
              <a:rPr dirty="0" sz="4800" spc="-195">
                <a:latin typeface="Tahoma"/>
                <a:cs typeface="Tahoma"/>
              </a:rPr>
              <a:t> </a:t>
            </a:r>
            <a:r>
              <a:rPr dirty="0" sz="4800" spc="310">
                <a:latin typeface="Tahoma"/>
                <a:cs typeface="Tahoma"/>
              </a:rPr>
              <a:t>de</a:t>
            </a:r>
            <a:r>
              <a:rPr dirty="0" sz="4800" spc="-190">
                <a:latin typeface="Tahoma"/>
                <a:cs typeface="Tahoma"/>
              </a:rPr>
              <a:t> </a:t>
            </a:r>
            <a:r>
              <a:rPr dirty="0" sz="4800" spc="100">
                <a:latin typeface="Tahoma"/>
                <a:cs typeface="Tahoma"/>
              </a:rPr>
              <a:t>datos </a:t>
            </a:r>
            <a:r>
              <a:rPr dirty="0" sz="4800" spc="150">
                <a:latin typeface="Tahoma"/>
                <a:cs typeface="Tahoma"/>
              </a:rPr>
              <a:t>en</a:t>
            </a:r>
            <a:r>
              <a:rPr dirty="0" sz="4800" spc="-300">
                <a:latin typeface="Tahoma"/>
                <a:cs typeface="Tahoma"/>
              </a:rPr>
              <a:t> </a:t>
            </a:r>
            <a:r>
              <a:rPr dirty="0" sz="4800" spc="190">
                <a:latin typeface="Tahoma"/>
                <a:cs typeface="Tahoma"/>
              </a:rPr>
              <a:t>tiempo</a:t>
            </a:r>
            <a:r>
              <a:rPr dirty="0" sz="4800" spc="-295">
                <a:latin typeface="Tahoma"/>
                <a:cs typeface="Tahoma"/>
              </a:rPr>
              <a:t> </a:t>
            </a:r>
            <a:r>
              <a:rPr dirty="0" sz="4800" spc="60">
                <a:latin typeface="Tahoma"/>
                <a:cs typeface="Tahoma"/>
              </a:rPr>
              <a:t>real</a:t>
            </a:r>
            <a:r>
              <a:rPr dirty="0" sz="4800" spc="-295">
                <a:latin typeface="Tahoma"/>
                <a:cs typeface="Tahoma"/>
              </a:rPr>
              <a:t> </a:t>
            </a:r>
            <a:r>
              <a:rPr dirty="0" sz="4800">
                <a:latin typeface="Tahoma"/>
                <a:cs typeface="Tahoma"/>
              </a:rPr>
              <a:t>y</a:t>
            </a:r>
            <a:r>
              <a:rPr dirty="0" sz="4800" spc="-295">
                <a:latin typeface="Tahoma"/>
                <a:cs typeface="Tahoma"/>
              </a:rPr>
              <a:t> </a:t>
            </a:r>
            <a:r>
              <a:rPr dirty="0" sz="4800" spc="150">
                <a:latin typeface="Tahoma"/>
                <a:cs typeface="Tahoma"/>
              </a:rPr>
              <a:t>acceso</a:t>
            </a:r>
            <a:r>
              <a:rPr dirty="0" sz="4800" spc="-365">
                <a:latin typeface="Tahoma"/>
                <a:cs typeface="Tahoma"/>
              </a:rPr>
              <a:t> </a:t>
            </a:r>
            <a:r>
              <a:rPr dirty="0" sz="4800">
                <a:latin typeface="Tahoma"/>
                <a:cs typeface="Tahoma"/>
              </a:rPr>
              <a:t>a</a:t>
            </a:r>
            <a:r>
              <a:rPr dirty="0" sz="4800" spc="-295">
                <a:latin typeface="Tahoma"/>
                <a:cs typeface="Tahoma"/>
              </a:rPr>
              <a:t> </a:t>
            </a:r>
            <a:r>
              <a:rPr dirty="0" sz="4800" spc="-10">
                <a:latin typeface="Tahoma"/>
                <a:cs typeface="Tahoma"/>
              </a:rPr>
              <a:t>internet.</a:t>
            </a:r>
            <a:endParaRPr sz="4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89460" cy="6858000"/>
            <a:chOff x="0" y="0"/>
            <a:chExt cx="1218946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8952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517269" y="2580258"/>
              <a:ext cx="1887220" cy="1887220"/>
            </a:xfrm>
            <a:custGeom>
              <a:avLst/>
              <a:gdLst/>
              <a:ahLst/>
              <a:cxnLst/>
              <a:rect l="l" t="t" r="r" b="b"/>
              <a:pathLst>
                <a:path w="1887220" h="1887220">
                  <a:moveTo>
                    <a:pt x="943610" y="0"/>
                  </a:moveTo>
                  <a:lnTo>
                    <a:pt x="895046" y="1227"/>
                  </a:lnTo>
                  <a:lnTo>
                    <a:pt x="847120" y="4872"/>
                  </a:lnTo>
                  <a:lnTo>
                    <a:pt x="799892" y="10873"/>
                  </a:lnTo>
                  <a:lnTo>
                    <a:pt x="753420" y="19173"/>
                  </a:lnTo>
                  <a:lnTo>
                    <a:pt x="707764" y="29711"/>
                  </a:lnTo>
                  <a:lnTo>
                    <a:pt x="662984" y="42428"/>
                  </a:lnTo>
                  <a:lnTo>
                    <a:pt x="619138" y="57264"/>
                  </a:lnTo>
                  <a:lnTo>
                    <a:pt x="576286" y="74162"/>
                  </a:lnTo>
                  <a:lnTo>
                    <a:pt x="534487" y="93060"/>
                  </a:lnTo>
                  <a:lnTo>
                    <a:pt x="493799" y="113900"/>
                  </a:lnTo>
                  <a:lnTo>
                    <a:pt x="454284" y="136623"/>
                  </a:lnTo>
                  <a:lnTo>
                    <a:pt x="415999" y="161169"/>
                  </a:lnTo>
                  <a:lnTo>
                    <a:pt x="379004" y="187479"/>
                  </a:lnTo>
                  <a:lnTo>
                    <a:pt x="343358" y="215494"/>
                  </a:lnTo>
                  <a:lnTo>
                    <a:pt x="309121" y="245153"/>
                  </a:lnTo>
                  <a:lnTo>
                    <a:pt x="276351" y="276399"/>
                  </a:lnTo>
                  <a:lnTo>
                    <a:pt x="245109" y="309171"/>
                  </a:lnTo>
                  <a:lnTo>
                    <a:pt x="215453" y="343411"/>
                  </a:lnTo>
                  <a:lnTo>
                    <a:pt x="187442" y="379059"/>
                  </a:lnTo>
                  <a:lnTo>
                    <a:pt x="161136" y="416055"/>
                  </a:lnTo>
                  <a:lnTo>
                    <a:pt x="136594" y="454340"/>
                  </a:lnTo>
                  <a:lnTo>
                    <a:pt x="113875" y="493856"/>
                  </a:lnTo>
                  <a:lnTo>
                    <a:pt x="93038" y="534542"/>
                  </a:lnTo>
                  <a:lnTo>
                    <a:pt x="74144" y="576339"/>
                  </a:lnTo>
                  <a:lnTo>
                    <a:pt x="57250" y="619189"/>
                  </a:lnTo>
                  <a:lnTo>
                    <a:pt x="42417" y="663031"/>
                  </a:lnTo>
                  <a:lnTo>
                    <a:pt x="29703" y="707807"/>
                  </a:lnTo>
                  <a:lnTo>
                    <a:pt x="19168" y="753457"/>
                  </a:lnTo>
                  <a:lnTo>
                    <a:pt x="10870" y="799921"/>
                  </a:lnTo>
                  <a:lnTo>
                    <a:pt x="4871" y="847141"/>
                  </a:lnTo>
                  <a:lnTo>
                    <a:pt x="1227" y="895057"/>
                  </a:lnTo>
                  <a:lnTo>
                    <a:pt x="0" y="943610"/>
                  </a:lnTo>
                  <a:lnTo>
                    <a:pt x="1227" y="992173"/>
                  </a:lnTo>
                  <a:lnTo>
                    <a:pt x="4871" y="1040099"/>
                  </a:lnTo>
                  <a:lnTo>
                    <a:pt x="10870" y="1087327"/>
                  </a:lnTo>
                  <a:lnTo>
                    <a:pt x="19168" y="1133799"/>
                  </a:lnTo>
                  <a:lnTo>
                    <a:pt x="29703" y="1179455"/>
                  </a:lnTo>
                  <a:lnTo>
                    <a:pt x="42417" y="1224235"/>
                  </a:lnTo>
                  <a:lnTo>
                    <a:pt x="57250" y="1268081"/>
                  </a:lnTo>
                  <a:lnTo>
                    <a:pt x="74144" y="1310933"/>
                  </a:lnTo>
                  <a:lnTo>
                    <a:pt x="93038" y="1352732"/>
                  </a:lnTo>
                  <a:lnTo>
                    <a:pt x="113875" y="1393420"/>
                  </a:lnTo>
                  <a:lnTo>
                    <a:pt x="136594" y="1432935"/>
                  </a:lnTo>
                  <a:lnTo>
                    <a:pt x="161136" y="1471220"/>
                  </a:lnTo>
                  <a:lnTo>
                    <a:pt x="187442" y="1508215"/>
                  </a:lnTo>
                  <a:lnTo>
                    <a:pt x="215453" y="1543861"/>
                  </a:lnTo>
                  <a:lnTo>
                    <a:pt x="245109" y="1578098"/>
                  </a:lnTo>
                  <a:lnTo>
                    <a:pt x="276351" y="1610867"/>
                  </a:lnTo>
                  <a:lnTo>
                    <a:pt x="309121" y="1642110"/>
                  </a:lnTo>
                  <a:lnTo>
                    <a:pt x="343358" y="1671766"/>
                  </a:lnTo>
                  <a:lnTo>
                    <a:pt x="379004" y="1699777"/>
                  </a:lnTo>
                  <a:lnTo>
                    <a:pt x="415999" y="1726083"/>
                  </a:lnTo>
                  <a:lnTo>
                    <a:pt x="454284" y="1750625"/>
                  </a:lnTo>
                  <a:lnTo>
                    <a:pt x="493799" y="1773344"/>
                  </a:lnTo>
                  <a:lnTo>
                    <a:pt x="534487" y="1794181"/>
                  </a:lnTo>
                  <a:lnTo>
                    <a:pt x="576286" y="1813075"/>
                  </a:lnTo>
                  <a:lnTo>
                    <a:pt x="619138" y="1829969"/>
                  </a:lnTo>
                  <a:lnTo>
                    <a:pt x="662984" y="1844802"/>
                  </a:lnTo>
                  <a:lnTo>
                    <a:pt x="707764" y="1857516"/>
                  </a:lnTo>
                  <a:lnTo>
                    <a:pt x="753420" y="1868051"/>
                  </a:lnTo>
                  <a:lnTo>
                    <a:pt x="799892" y="1876349"/>
                  </a:lnTo>
                  <a:lnTo>
                    <a:pt x="847120" y="1882348"/>
                  </a:lnTo>
                  <a:lnTo>
                    <a:pt x="895046" y="1885992"/>
                  </a:lnTo>
                  <a:lnTo>
                    <a:pt x="943610" y="1887220"/>
                  </a:lnTo>
                  <a:lnTo>
                    <a:pt x="992162" y="1885992"/>
                  </a:lnTo>
                  <a:lnTo>
                    <a:pt x="1040078" y="1882348"/>
                  </a:lnTo>
                  <a:lnTo>
                    <a:pt x="1087298" y="1876349"/>
                  </a:lnTo>
                  <a:lnTo>
                    <a:pt x="1133762" y="1868051"/>
                  </a:lnTo>
                  <a:lnTo>
                    <a:pt x="1179412" y="1857516"/>
                  </a:lnTo>
                  <a:lnTo>
                    <a:pt x="1224188" y="1844802"/>
                  </a:lnTo>
                  <a:lnTo>
                    <a:pt x="1268030" y="1829969"/>
                  </a:lnTo>
                  <a:lnTo>
                    <a:pt x="1310880" y="1813075"/>
                  </a:lnTo>
                  <a:lnTo>
                    <a:pt x="1352677" y="1794181"/>
                  </a:lnTo>
                  <a:lnTo>
                    <a:pt x="1393363" y="1773344"/>
                  </a:lnTo>
                  <a:lnTo>
                    <a:pt x="1432879" y="1750625"/>
                  </a:lnTo>
                  <a:lnTo>
                    <a:pt x="1471164" y="1726083"/>
                  </a:lnTo>
                  <a:lnTo>
                    <a:pt x="1508160" y="1699777"/>
                  </a:lnTo>
                  <a:lnTo>
                    <a:pt x="1543808" y="1671766"/>
                  </a:lnTo>
                  <a:lnTo>
                    <a:pt x="1578048" y="1642110"/>
                  </a:lnTo>
                  <a:lnTo>
                    <a:pt x="1610820" y="1610867"/>
                  </a:lnTo>
                  <a:lnTo>
                    <a:pt x="1642066" y="1578098"/>
                  </a:lnTo>
                  <a:lnTo>
                    <a:pt x="1671725" y="1543861"/>
                  </a:lnTo>
                  <a:lnTo>
                    <a:pt x="1699740" y="1508215"/>
                  </a:lnTo>
                  <a:lnTo>
                    <a:pt x="1726050" y="1471220"/>
                  </a:lnTo>
                  <a:lnTo>
                    <a:pt x="1750596" y="1432935"/>
                  </a:lnTo>
                  <a:lnTo>
                    <a:pt x="1773319" y="1393420"/>
                  </a:lnTo>
                  <a:lnTo>
                    <a:pt x="1794159" y="1352732"/>
                  </a:lnTo>
                  <a:lnTo>
                    <a:pt x="1813057" y="1310933"/>
                  </a:lnTo>
                  <a:lnTo>
                    <a:pt x="1829955" y="1268081"/>
                  </a:lnTo>
                  <a:lnTo>
                    <a:pt x="1844791" y="1224235"/>
                  </a:lnTo>
                  <a:lnTo>
                    <a:pt x="1857508" y="1179455"/>
                  </a:lnTo>
                  <a:lnTo>
                    <a:pt x="1868046" y="1133799"/>
                  </a:lnTo>
                  <a:lnTo>
                    <a:pt x="1876346" y="1087327"/>
                  </a:lnTo>
                  <a:lnTo>
                    <a:pt x="1882347" y="1040099"/>
                  </a:lnTo>
                  <a:lnTo>
                    <a:pt x="1885992" y="992173"/>
                  </a:lnTo>
                  <a:lnTo>
                    <a:pt x="1887220" y="943610"/>
                  </a:lnTo>
                  <a:lnTo>
                    <a:pt x="1885992" y="895057"/>
                  </a:lnTo>
                  <a:lnTo>
                    <a:pt x="1882347" y="847141"/>
                  </a:lnTo>
                  <a:lnTo>
                    <a:pt x="1876346" y="799921"/>
                  </a:lnTo>
                  <a:lnTo>
                    <a:pt x="1868046" y="753457"/>
                  </a:lnTo>
                  <a:lnTo>
                    <a:pt x="1857508" y="707807"/>
                  </a:lnTo>
                  <a:lnTo>
                    <a:pt x="1844791" y="663031"/>
                  </a:lnTo>
                  <a:lnTo>
                    <a:pt x="1829955" y="619189"/>
                  </a:lnTo>
                  <a:lnTo>
                    <a:pt x="1813057" y="576339"/>
                  </a:lnTo>
                  <a:lnTo>
                    <a:pt x="1794159" y="534542"/>
                  </a:lnTo>
                  <a:lnTo>
                    <a:pt x="1773319" y="493856"/>
                  </a:lnTo>
                  <a:lnTo>
                    <a:pt x="1750596" y="454340"/>
                  </a:lnTo>
                  <a:lnTo>
                    <a:pt x="1726050" y="416055"/>
                  </a:lnTo>
                  <a:lnTo>
                    <a:pt x="1699740" y="379059"/>
                  </a:lnTo>
                  <a:lnTo>
                    <a:pt x="1671725" y="343411"/>
                  </a:lnTo>
                  <a:lnTo>
                    <a:pt x="1642066" y="309171"/>
                  </a:lnTo>
                  <a:lnTo>
                    <a:pt x="1610820" y="276399"/>
                  </a:lnTo>
                  <a:lnTo>
                    <a:pt x="1578048" y="245153"/>
                  </a:lnTo>
                  <a:lnTo>
                    <a:pt x="1543808" y="215494"/>
                  </a:lnTo>
                  <a:lnTo>
                    <a:pt x="1508160" y="187479"/>
                  </a:lnTo>
                  <a:lnTo>
                    <a:pt x="1471164" y="161169"/>
                  </a:lnTo>
                  <a:lnTo>
                    <a:pt x="1432879" y="136623"/>
                  </a:lnTo>
                  <a:lnTo>
                    <a:pt x="1393363" y="113900"/>
                  </a:lnTo>
                  <a:lnTo>
                    <a:pt x="1352677" y="93060"/>
                  </a:lnTo>
                  <a:lnTo>
                    <a:pt x="1310880" y="74162"/>
                  </a:lnTo>
                  <a:lnTo>
                    <a:pt x="1268030" y="57264"/>
                  </a:lnTo>
                  <a:lnTo>
                    <a:pt x="1224188" y="42428"/>
                  </a:lnTo>
                  <a:lnTo>
                    <a:pt x="1179412" y="29711"/>
                  </a:lnTo>
                  <a:lnTo>
                    <a:pt x="1133762" y="19173"/>
                  </a:lnTo>
                  <a:lnTo>
                    <a:pt x="1087298" y="10873"/>
                  </a:lnTo>
                  <a:lnTo>
                    <a:pt x="1040078" y="4872"/>
                  </a:lnTo>
                  <a:lnTo>
                    <a:pt x="992162" y="1227"/>
                  </a:lnTo>
                  <a:lnTo>
                    <a:pt x="943610" y="0"/>
                  </a:lnTo>
                  <a:close/>
                </a:path>
              </a:pathLst>
            </a:custGeom>
            <a:solidFill>
              <a:srgbClr val="CDE3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229277" y="3146575"/>
              <a:ext cx="467359" cy="758825"/>
            </a:xfrm>
            <a:custGeom>
              <a:avLst/>
              <a:gdLst/>
              <a:ahLst/>
              <a:cxnLst/>
              <a:rect l="l" t="t" r="r" b="b"/>
              <a:pathLst>
                <a:path w="467360" h="758825">
                  <a:moveTo>
                    <a:pt x="233399" y="0"/>
                  </a:moveTo>
                  <a:lnTo>
                    <a:pt x="187961" y="4463"/>
                  </a:lnTo>
                  <a:lnTo>
                    <a:pt x="144771" y="17496"/>
                  </a:lnTo>
                  <a:lnTo>
                    <a:pt x="105008" y="38562"/>
                  </a:lnTo>
                  <a:lnTo>
                    <a:pt x="69847" y="67127"/>
                  </a:lnTo>
                  <a:lnTo>
                    <a:pt x="40468" y="102655"/>
                  </a:lnTo>
                  <a:lnTo>
                    <a:pt x="18539" y="142744"/>
                  </a:lnTo>
                  <a:lnTo>
                    <a:pt x="5013" y="185833"/>
                  </a:lnTo>
                  <a:lnTo>
                    <a:pt x="0" y="230636"/>
                  </a:lnTo>
                  <a:lnTo>
                    <a:pt x="3604" y="275867"/>
                  </a:lnTo>
                  <a:lnTo>
                    <a:pt x="15934" y="320241"/>
                  </a:lnTo>
                  <a:lnTo>
                    <a:pt x="121879" y="554563"/>
                  </a:lnTo>
                  <a:lnTo>
                    <a:pt x="213326" y="746485"/>
                  </a:lnTo>
                  <a:lnTo>
                    <a:pt x="216671" y="754296"/>
                  </a:lnTo>
                  <a:lnTo>
                    <a:pt x="224478" y="758759"/>
                  </a:lnTo>
                  <a:lnTo>
                    <a:pt x="242321" y="758759"/>
                  </a:lnTo>
                  <a:lnTo>
                    <a:pt x="250128" y="754296"/>
                  </a:lnTo>
                  <a:lnTo>
                    <a:pt x="253473" y="746485"/>
                  </a:lnTo>
                  <a:lnTo>
                    <a:pt x="344920" y="554563"/>
                  </a:lnTo>
                  <a:lnTo>
                    <a:pt x="444307" y="334746"/>
                  </a:lnTo>
                  <a:lnTo>
                    <a:pt x="233399" y="334746"/>
                  </a:lnTo>
                  <a:lnTo>
                    <a:pt x="194193" y="326901"/>
                  </a:lnTo>
                  <a:lnTo>
                    <a:pt x="162305" y="305456"/>
                  </a:lnTo>
                  <a:lnTo>
                    <a:pt x="140872" y="273550"/>
                  </a:lnTo>
                  <a:lnTo>
                    <a:pt x="133031" y="234322"/>
                  </a:lnTo>
                  <a:lnTo>
                    <a:pt x="140872" y="195094"/>
                  </a:lnTo>
                  <a:lnTo>
                    <a:pt x="162305" y="163189"/>
                  </a:lnTo>
                  <a:lnTo>
                    <a:pt x="194193" y="141744"/>
                  </a:lnTo>
                  <a:lnTo>
                    <a:pt x="233399" y="133898"/>
                  </a:lnTo>
                  <a:lnTo>
                    <a:pt x="443421" y="133898"/>
                  </a:lnTo>
                  <a:lnTo>
                    <a:pt x="426331" y="102655"/>
                  </a:lnTo>
                  <a:lnTo>
                    <a:pt x="396951" y="67127"/>
                  </a:lnTo>
                  <a:lnTo>
                    <a:pt x="361791" y="38562"/>
                  </a:lnTo>
                  <a:lnTo>
                    <a:pt x="322027" y="17496"/>
                  </a:lnTo>
                  <a:lnTo>
                    <a:pt x="278837" y="4463"/>
                  </a:lnTo>
                  <a:lnTo>
                    <a:pt x="233399" y="0"/>
                  </a:lnTo>
                  <a:close/>
                </a:path>
                <a:path w="467360" h="758825">
                  <a:moveTo>
                    <a:pt x="443421" y="133898"/>
                  </a:moveTo>
                  <a:lnTo>
                    <a:pt x="233399" y="133898"/>
                  </a:lnTo>
                  <a:lnTo>
                    <a:pt x="272606" y="141744"/>
                  </a:lnTo>
                  <a:lnTo>
                    <a:pt x="304494" y="163189"/>
                  </a:lnTo>
                  <a:lnTo>
                    <a:pt x="325927" y="195094"/>
                  </a:lnTo>
                  <a:lnTo>
                    <a:pt x="333768" y="234322"/>
                  </a:lnTo>
                  <a:lnTo>
                    <a:pt x="325927" y="273550"/>
                  </a:lnTo>
                  <a:lnTo>
                    <a:pt x="304494" y="305456"/>
                  </a:lnTo>
                  <a:lnTo>
                    <a:pt x="272606" y="326901"/>
                  </a:lnTo>
                  <a:lnTo>
                    <a:pt x="233399" y="334746"/>
                  </a:lnTo>
                  <a:lnTo>
                    <a:pt x="444307" y="334746"/>
                  </a:lnTo>
                  <a:lnTo>
                    <a:pt x="450865" y="320241"/>
                  </a:lnTo>
                  <a:lnTo>
                    <a:pt x="463195" y="275867"/>
                  </a:lnTo>
                  <a:lnTo>
                    <a:pt x="466799" y="230636"/>
                  </a:lnTo>
                  <a:lnTo>
                    <a:pt x="461785" y="185833"/>
                  </a:lnTo>
                  <a:lnTo>
                    <a:pt x="448260" y="142744"/>
                  </a:lnTo>
                  <a:lnTo>
                    <a:pt x="443421" y="133898"/>
                  </a:lnTo>
                  <a:close/>
                </a:path>
              </a:pathLst>
            </a:custGeom>
            <a:solidFill>
              <a:srgbClr val="30AFB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55801" y="3273967"/>
              <a:ext cx="213752" cy="213862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2229277" y="3146575"/>
              <a:ext cx="467359" cy="758825"/>
            </a:xfrm>
            <a:custGeom>
              <a:avLst/>
              <a:gdLst/>
              <a:ahLst/>
              <a:cxnLst/>
              <a:rect l="l" t="t" r="r" b="b"/>
              <a:pathLst>
                <a:path w="467360" h="758825">
                  <a:moveTo>
                    <a:pt x="233399" y="0"/>
                  </a:moveTo>
                  <a:lnTo>
                    <a:pt x="187961" y="4463"/>
                  </a:lnTo>
                  <a:lnTo>
                    <a:pt x="144771" y="17496"/>
                  </a:lnTo>
                  <a:lnTo>
                    <a:pt x="105008" y="38562"/>
                  </a:lnTo>
                  <a:lnTo>
                    <a:pt x="69847" y="67127"/>
                  </a:lnTo>
                  <a:lnTo>
                    <a:pt x="40468" y="102655"/>
                  </a:lnTo>
                  <a:lnTo>
                    <a:pt x="18539" y="142744"/>
                  </a:lnTo>
                  <a:lnTo>
                    <a:pt x="5013" y="185833"/>
                  </a:lnTo>
                  <a:lnTo>
                    <a:pt x="0" y="230636"/>
                  </a:lnTo>
                  <a:lnTo>
                    <a:pt x="3604" y="275867"/>
                  </a:lnTo>
                  <a:lnTo>
                    <a:pt x="15934" y="320241"/>
                  </a:lnTo>
                  <a:lnTo>
                    <a:pt x="121879" y="554563"/>
                  </a:lnTo>
                  <a:lnTo>
                    <a:pt x="213326" y="746485"/>
                  </a:lnTo>
                  <a:lnTo>
                    <a:pt x="216671" y="754296"/>
                  </a:lnTo>
                  <a:lnTo>
                    <a:pt x="224478" y="758759"/>
                  </a:lnTo>
                  <a:lnTo>
                    <a:pt x="233399" y="758759"/>
                  </a:lnTo>
                  <a:lnTo>
                    <a:pt x="242321" y="758759"/>
                  </a:lnTo>
                  <a:lnTo>
                    <a:pt x="250128" y="754296"/>
                  </a:lnTo>
                  <a:lnTo>
                    <a:pt x="253473" y="746485"/>
                  </a:lnTo>
                  <a:lnTo>
                    <a:pt x="344920" y="554563"/>
                  </a:lnTo>
                  <a:lnTo>
                    <a:pt x="450865" y="320241"/>
                  </a:lnTo>
                  <a:lnTo>
                    <a:pt x="463195" y="275867"/>
                  </a:lnTo>
                  <a:lnTo>
                    <a:pt x="466799" y="230636"/>
                  </a:lnTo>
                  <a:lnTo>
                    <a:pt x="461785" y="185833"/>
                  </a:lnTo>
                  <a:lnTo>
                    <a:pt x="448260" y="142744"/>
                  </a:lnTo>
                  <a:lnTo>
                    <a:pt x="426331" y="102655"/>
                  </a:lnTo>
                  <a:lnTo>
                    <a:pt x="396951" y="67127"/>
                  </a:lnTo>
                  <a:lnTo>
                    <a:pt x="361791" y="38562"/>
                  </a:lnTo>
                  <a:lnTo>
                    <a:pt x="322027" y="17496"/>
                  </a:lnTo>
                  <a:lnTo>
                    <a:pt x="278837" y="4463"/>
                  </a:lnTo>
                  <a:lnTo>
                    <a:pt x="233399" y="0"/>
                  </a:lnTo>
                  <a:close/>
                </a:path>
              </a:pathLst>
            </a:custGeom>
            <a:ln w="13012">
              <a:solidFill>
                <a:srgbClr val="30AF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919477" y="2982455"/>
              <a:ext cx="1083310" cy="1083310"/>
            </a:xfrm>
            <a:custGeom>
              <a:avLst/>
              <a:gdLst/>
              <a:ahLst/>
              <a:cxnLst/>
              <a:rect l="l" t="t" r="r" b="b"/>
              <a:pathLst>
                <a:path w="1083310" h="1083310">
                  <a:moveTo>
                    <a:pt x="0" y="1082814"/>
                  </a:moveTo>
                  <a:lnTo>
                    <a:pt x="1082814" y="1082814"/>
                  </a:lnTo>
                  <a:lnTo>
                    <a:pt x="1082814" y="0"/>
                  </a:lnTo>
                  <a:lnTo>
                    <a:pt x="0" y="0"/>
                  </a:lnTo>
                  <a:lnTo>
                    <a:pt x="0" y="108281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575053" y="5033009"/>
            <a:ext cx="1772285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>
                <a:latin typeface="Tahoma"/>
                <a:cs typeface="Tahoma"/>
              </a:rPr>
              <a:t>EL</a:t>
            </a:r>
            <a:r>
              <a:rPr dirty="0" sz="2300" spc="-155">
                <a:latin typeface="Tahoma"/>
                <a:cs typeface="Tahoma"/>
              </a:rPr>
              <a:t> </a:t>
            </a:r>
            <a:r>
              <a:rPr dirty="0" sz="2300" spc="155">
                <a:latin typeface="Tahoma"/>
                <a:cs typeface="Tahoma"/>
              </a:rPr>
              <a:t>ALCANCE</a:t>
            </a:r>
            <a:endParaRPr sz="2300">
              <a:latin typeface="Tahoma"/>
              <a:cs typeface="Tahom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5152390" y="2580258"/>
            <a:ext cx="5522595" cy="1887220"/>
            <a:chOff x="5152390" y="2580258"/>
            <a:chExt cx="5522595" cy="1887220"/>
          </a:xfrm>
        </p:grpSpPr>
        <p:sp>
          <p:nvSpPr>
            <p:cNvPr id="11" name="object 11" descr=""/>
            <p:cNvSpPr/>
            <p:nvPr/>
          </p:nvSpPr>
          <p:spPr>
            <a:xfrm>
              <a:off x="5152390" y="2580258"/>
              <a:ext cx="1887220" cy="1887220"/>
            </a:xfrm>
            <a:custGeom>
              <a:avLst/>
              <a:gdLst/>
              <a:ahLst/>
              <a:cxnLst/>
              <a:rect l="l" t="t" r="r" b="b"/>
              <a:pathLst>
                <a:path w="1887220" h="1887220">
                  <a:moveTo>
                    <a:pt x="943610" y="0"/>
                  </a:moveTo>
                  <a:lnTo>
                    <a:pt x="895057" y="1227"/>
                  </a:lnTo>
                  <a:lnTo>
                    <a:pt x="847141" y="4872"/>
                  </a:lnTo>
                  <a:lnTo>
                    <a:pt x="799921" y="10873"/>
                  </a:lnTo>
                  <a:lnTo>
                    <a:pt x="753457" y="19173"/>
                  </a:lnTo>
                  <a:lnTo>
                    <a:pt x="707807" y="29711"/>
                  </a:lnTo>
                  <a:lnTo>
                    <a:pt x="663031" y="42428"/>
                  </a:lnTo>
                  <a:lnTo>
                    <a:pt x="619189" y="57264"/>
                  </a:lnTo>
                  <a:lnTo>
                    <a:pt x="576339" y="74162"/>
                  </a:lnTo>
                  <a:lnTo>
                    <a:pt x="534542" y="93060"/>
                  </a:lnTo>
                  <a:lnTo>
                    <a:pt x="493856" y="113900"/>
                  </a:lnTo>
                  <a:lnTo>
                    <a:pt x="454340" y="136623"/>
                  </a:lnTo>
                  <a:lnTo>
                    <a:pt x="416055" y="161169"/>
                  </a:lnTo>
                  <a:lnTo>
                    <a:pt x="379059" y="187479"/>
                  </a:lnTo>
                  <a:lnTo>
                    <a:pt x="343411" y="215494"/>
                  </a:lnTo>
                  <a:lnTo>
                    <a:pt x="309171" y="245153"/>
                  </a:lnTo>
                  <a:lnTo>
                    <a:pt x="276399" y="276399"/>
                  </a:lnTo>
                  <a:lnTo>
                    <a:pt x="245153" y="309171"/>
                  </a:lnTo>
                  <a:lnTo>
                    <a:pt x="215494" y="343411"/>
                  </a:lnTo>
                  <a:lnTo>
                    <a:pt x="187479" y="379059"/>
                  </a:lnTo>
                  <a:lnTo>
                    <a:pt x="161169" y="416055"/>
                  </a:lnTo>
                  <a:lnTo>
                    <a:pt x="136623" y="454340"/>
                  </a:lnTo>
                  <a:lnTo>
                    <a:pt x="113900" y="493856"/>
                  </a:lnTo>
                  <a:lnTo>
                    <a:pt x="93060" y="534542"/>
                  </a:lnTo>
                  <a:lnTo>
                    <a:pt x="74162" y="576339"/>
                  </a:lnTo>
                  <a:lnTo>
                    <a:pt x="57264" y="619189"/>
                  </a:lnTo>
                  <a:lnTo>
                    <a:pt x="42428" y="663031"/>
                  </a:lnTo>
                  <a:lnTo>
                    <a:pt x="29711" y="707807"/>
                  </a:lnTo>
                  <a:lnTo>
                    <a:pt x="19173" y="753457"/>
                  </a:lnTo>
                  <a:lnTo>
                    <a:pt x="10873" y="799921"/>
                  </a:lnTo>
                  <a:lnTo>
                    <a:pt x="4872" y="847141"/>
                  </a:lnTo>
                  <a:lnTo>
                    <a:pt x="1227" y="895057"/>
                  </a:lnTo>
                  <a:lnTo>
                    <a:pt x="0" y="943610"/>
                  </a:lnTo>
                  <a:lnTo>
                    <a:pt x="1227" y="992173"/>
                  </a:lnTo>
                  <a:lnTo>
                    <a:pt x="4872" y="1040099"/>
                  </a:lnTo>
                  <a:lnTo>
                    <a:pt x="10873" y="1087327"/>
                  </a:lnTo>
                  <a:lnTo>
                    <a:pt x="19173" y="1133799"/>
                  </a:lnTo>
                  <a:lnTo>
                    <a:pt x="29711" y="1179455"/>
                  </a:lnTo>
                  <a:lnTo>
                    <a:pt x="42428" y="1224235"/>
                  </a:lnTo>
                  <a:lnTo>
                    <a:pt x="57264" y="1268081"/>
                  </a:lnTo>
                  <a:lnTo>
                    <a:pt x="74162" y="1310933"/>
                  </a:lnTo>
                  <a:lnTo>
                    <a:pt x="93060" y="1352732"/>
                  </a:lnTo>
                  <a:lnTo>
                    <a:pt x="113900" y="1393420"/>
                  </a:lnTo>
                  <a:lnTo>
                    <a:pt x="136623" y="1432935"/>
                  </a:lnTo>
                  <a:lnTo>
                    <a:pt x="161169" y="1471220"/>
                  </a:lnTo>
                  <a:lnTo>
                    <a:pt x="187479" y="1508215"/>
                  </a:lnTo>
                  <a:lnTo>
                    <a:pt x="215494" y="1543861"/>
                  </a:lnTo>
                  <a:lnTo>
                    <a:pt x="245153" y="1578098"/>
                  </a:lnTo>
                  <a:lnTo>
                    <a:pt x="276399" y="1610867"/>
                  </a:lnTo>
                  <a:lnTo>
                    <a:pt x="309171" y="1642110"/>
                  </a:lnTo>
                  <a:lnTo>
                    <a:pt x="343411" y="1671766"/>
                  </a:lnTo>
                  <a:lnTo>
                    <a:pt x="379059" y="1699777"/>
                  </a:lnTo>
                  <a:lnTo>
                    <a:pt x="416055" y="1726083"/>
                  </a:lnTo>
                  <a:lnTo>
                    <a:pt x="454340" y="1750625"/>
                  </a:lnTo>
                  <a:lnTo>
                    <a:pt x="493856" y="1773344"/>
                  </a:lnTo>
                  <a:lnTo>
                    <a:pt x="534542" y="1794181"/>
                  </a:lnTo>
                  <a:lnTo>
                    <a:pt x="576339" y="1813075"/>
                  </a:lnTo>
                  <a:lnTo>
                    <a:pt x="619189" y="1829969"/>
                  </a:lnTo>
                  <a:lnTo>
                    <a:pt x="663031" y="1844802"/>
                  </a:lnTo>
                  <a:lnTo>
                    <a:pt x="707807" y="1857516"/>
                  </a:lnTo>
                  <a:lnTo>
                    <a:pt x="753457" y="1868051"/>
                  </a:lnTo>
                  <a:lnTo>
                    <a:pt x="799921" y="1876349"/>
                  </a:lnTo>
                  <a:lnTo>
                    <a:pt x="847141" y="1882348"/>
                  </a:lnTo>
                  <a:lnTo>
                    <a:pt x="895057" y="1885992"/>
                  </a:lnTo>
                  <a:lnTo>
                    <a:pt x="943610" y="1887220"/>
                  </a:lnTo>
                  <a:lnTo>
                    <a:pt x="992162" y="1885992"/>
                  </a:lnTo>
                  <a:lnTo>
                    <a:pt x="1040078" y="1882348"/>
                  </a:lnTo>
                  <a:lnTo>
                    <a:pt x="1087298" y="1876349"/>
                  </a:lnTo>
                  <a:lnTo>
                    <a:pt x="1133762" y="1868051"/>
                  </a:lnTo>
                  <a:lnTo>
                    <a:pt x="1179412" y="1857516"/>
                  </a:lnTo>
                  <a:lnTo>
                    <a:pt x="1224188" y="1844802"/>
                  </a:lnTo>
                  <a:lnTo>
                    <a:pt x="1268030" y="1829969"/>
                  </a:lnTo>
                  <a:lnTo>
                    <a:pt x="1310880" y="1813075"/>
                  </a:lnTo>
                  <a:lnTo>
                    <a:pt x="1352677" y="1794181"/>
                  </a:lnTo>
                  <a:lnTo>
                    <a:pt x="1393363" y="1773344"/>
                  </a:lnTo>
                  <a:lnTo>
                    <a:pt x="1432879" y="1750625"/>
                  </a:lnTo>
                  <a:lnTo>
                    <a:pt x="1471164" y="1726083"/>
                  </a:lnTo>
                  <a:lnTo>
                    <a:pt x="1508160" y="1699777"/>
                  </a:lnTo>
                  <a:lnTo>
                    <a:pt x="1543808" y="1671766"/>
                  </a:lnTo>
                  <a:lnTo>
                    <a:pt x="1578048" y="1642110"/>
                  </a:lnTo>
                  <a:lnTo>
                    <a:pt x="1610820" y="1610867"/>
                  </a:lnTo>
                  <a:lnTo>
                    <a:pt x="1642066" y="1578098"/>
                  </a:lnTo>
                  <a:lnTo>
                    <a:pt x="1671725" y="1543861"/>
                  </a:lnTo>
                  <a:lnTo>
                    <a:pt x="1699740" y="1508215"/>
                  </a:lnTo>
                  <a:lnTo>
                    <a:pt x="1726050" y="1471220"/>
                  </a:lnTo>
                  <a:lnTo>
                    <a:pt x="1750596" y="1432935"/>
                  </a:lnTo>
                  <a:lnTo>
                    <a:pt x="1773319" y="1393420"/>
                  </a:lnTo>
                  <a:lnTo>
                    <a:pt x="1794159" y="1352732"/>
                  </a:lnTo>
                  <a:lnTo>
                    <a:pt x="1813057" y="1310933"/>
                  </a:lnTo>
                  <a:lnTo>
                    <a:pt x="1829955" y="1268081"/>
                  </a:lnTo>
                  <a:lnTo>
                    <a:pt x="1844791" y="1224235"/>
                  </a:lnTo>
                  <a:lnTo>
                    <a:pt x="1857508" y="1179455"/>
                  </a:lnTo>
                  <a:lnTo>
                    <a:pt x="1868046" y="1133799"/>
                  </a:lnTo>
                  <a:lnTo>
                    <a:pt x="1876346" y="1087327"/>
                  </a:lnTo>
                  <a:lnTo>
                    <a:pt x="1882347" y="1040099"/>
                  </a:lnTo>
                  <a:lnTo>
                    <a:pt x="1885992" y="992173"/>
                  </a:lnTo>
                  <a:lnTo>
                    <a:pt x="1887219" y="943610"/>
                  </a:lnTo>
                  <a:lnTo>
                    <a:pt x="1885992" y="895057"/>
                  </a:lnTo>
                  <a:lnTo>
                    <a:pt x="1882347" y="847141"/>
                  </a:lnTo>
                  <a:lnTo>
                    <a:pt x="1876346" y="799921"/>
                  </a:lnTo>
                  <a:lnTo>
                    <a:pt x="1868046" y="753457"/>
                  </a:lnTo>
                  <a:lnTo>
                    <a:pt x="1857508" y="707807"/>
                  </a:lnTo>
                  <a:lnTo>
                    <a:pt x="1844791" y="663031"/>
                  </a:lnTo>
                  <a:lnTo>
                    <a:pt x="1829955" y="619189"/>
                  </a:lnTo>
                  <a:lnTo>
                    <a:pt x="1813057" y="576339"/>
                  </a:lnTo>
                  <a:lnTo>
                    <a:pt x="1794159" y="534542"/>
                  </a:lnTo>
                  <a:lnTo>
                    <a:pt x="1773319" y="493856"/>
                  </a:lnTo>
                  <a:lnTo>
                    <a:pt x="1750596" y="454340"/>
                  </a:lnTo>
                  <a:lnTo>
                    <a:pt x="1726050" y="416055"/>
                  </a:lnTo>
                  <a:lnTo>
                    <a:pt x="1699740" y="379059"/>
                  </a:lnTo>
                  <a:lnTo>
                    <a:pt x="1671725" y="343411"/>
                  </a:lnTo>
                  <a:lnTo>
                    <a:pt x="1642066" y="309171"/>
                  </a:lnTo>
                  <a:lnTo>
                    <a:pt x="1610820" y="276399"/>
                  </a:lnTo>
                  <a:lnTo>
                    <a:pt x="1578048" y="245153"/>
                  </a:lnTo>
                  <a:lnTo>
                    <a:pt x="1543808" y="215494"/>
                  </a:lnTo>
                  <a:lnTo>
                    <a:pt x="1508160" y="187479"/>
                  </a:lnTo>
                  <a:lnTo>
                    <a:pt x="1471164" y="161169"/>
                  </a:lnTo>
                  <a:lnTo>
                    <a:pt x="1432879" y="136623"/>
                  </a:lnTo>
                  <a:lnTo>
                    <a:pt x="1393363" y="113900"/>
                  </a:lnTo>
                  <a:lnTo>
                    <a:pt x="1352677" y="93060"/>
                  </a:lnTo>
                  <a:lnTo>
                    <a:pt x="1310880" y="74162"/>
                  </a:lnTo>
                  <a:lnTo>
                    <a:pt x="1268030" y="57264"/>
                  </a:lnTo>
                  <a:lnTo>
                    <a:pt x="1224188" y="42428"/>
                  </a:lnTo>
                  <a:lnTo>
                    <a:pt x="1179412" y="29711"/>
                  </a:lnTo>
                  <a:lnTo>
                    <a:pt x="1133762" y="19173"/>
                  </a:lnTo>
                  <a:lnTo>
                    <a:pt x="1087298" y="10873"/>
                  </a:lnTo>
                  <a:lnTo>
                    <a:pt x="1040078" y="4872"/>
                  </a:lnTo>
                  <a:lnTo>
                    <a:pt x="992162" y="1227"/>
                  </a:lnTo>
                  <a:lnTo>
                    <a:pt x="943610" y="0"/>
                  </a:lnTo>
                  <a:close/>
                </a:path>
              </a:pathLst>
            </a:custGeom>
            <a:solidFill>
              <a:srgbClr val="CDE3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607106" y="3492481"/>
              <a:ext cx="201295" cy="67310"/>
            </a:xfrm>
            <a:custGeom>
              <a:avLst/>
              <a:gdLst/>
              <a:ahLst/>
              <a:cxnLst/>
              <a:rect l="l" t="t" r="r" b="b"/>
              <a:pathLst>
                <a:path w="201295" h="67310">
                  <a:moveTo>
                    <a:pt x="200737" y="0"/>
                  </a:moveTo>
                  <a:lnTo>
                    <a:pt x="0" y="0"/>
                  </a:lnTo>
                  <a:lnTo>
                    <a:pt x="0" y="66949"/>
                  </a:lnTo>
                  <a:lnTo>
                    <a:pt x="200737" y="66949"/>
                  </a:lnTo>
                  <a:lnTo>
                    <a:pt x="200737" y="0"/>
                  </a:lnTo>
                  <a:close/>
                </a:path>
              </a:pathLst>
            </a:custGeom>
            <a:solidFill>
              <a:srgbClr val="30AF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607106" y="3492481"/>
              <a:ext cx="201295" cy="67310"/>
            </a:xfrm>
            <a:custGeom>
              <a:avLst/>
              <a:gdLst/>
              <a:ahLst/>
              <a:cxnLst/>
              <a:rect l="l" t="t" r="r" b="b"/>
              <a:pathLst>
                <a:path w="201295" h="67310">
                  <a:moveTo>
                    <a:pt x="0" y="66949"/>
                  </a:moveTo>
                  <a:lnTo>
                    <a:pt x="200737" y="66949"/>
                  </a:lnTo>
                  <a:lnTo>
                    <a:pt x="200737" y="0"/>
                  </a:lnTo>
                  <a:lnTo>
                    <a:pt x="0" y="0"/>
                  </a:lnTo>
                  <a:lnTo>
                    <a:pt x="0" y="66949"/>
                  </a:lnTo>
                  <a:close/>
                </a:path>
              </a:pathLst>
            </a:custGeom>
            <a:ln w="13017">
              <a:solidFill>
                <a:srgbClr val="30AF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387753" y="3492481"/>
              <a:ext cx="201295" cy="67310"/>
            </a:xfrm>
            <a:custGeom>
              <a:avLst/>
              <a:gdLst/>
              <a:ahLst/>
              <a:cxnLst/>
              <a:rect l="l" t="t" r="r" b="b"/>
              <a:pathLst>
                <a:path w="201295" h="67310">
                  <a:moveTo>
                    <a:pt x="200737" y="0"/>
                  </a:moveTo>
                  <a:lnTo>
                    <a:pt x="0" y="0"/>
                  </a:lnTo>
                  <a:lnTo>
                    <a:pt x="0" y="66949"/>
                  </a:lnTo>
                  <a:lnTo>
                    <a:pt x="200737" y="66949"/>
                  </a:lnTo>
                  <a:lnTo>
                    <a:pt x="200737" y="0"/>
                  </a:lnTo>
                  <a:close/>
                </a:path>
              </a:pathLst>
            </a:custGeom>
            <a:solidFill>
              <a:srgbClr val="30AF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387753" y="3492481"/>
              <a:ext cx="201295" cy="67310"/>
            </a:xfrm>
            <a:custGeom>
              <a:avLst/>
              <a:gdLst/>
              <a:ahLst/>
              <a:cxnLst/>
              <a:rect l="l" t="t" r="r" b="b"/>
              <a:pathLst>
                <a:path w="201295" h="67310">
                  <a:moveTo>
                    <a:pt x="0" y="66949"/>
                  </a:moveTo>
                  <a:lnTo>
                    <a:pt x="200737" y="66949"/>
                  </a:lnTo>
                  <a:lnTo>
                    <a:pt x="200737" y="0"/>
                  </a:lnTo>
                  <a:lnTo>
                    <a:pt x="0" y="0"/>
                  </a:lnTo>
                  <a:lnTo>
                    <a:pt x="0" y="66949"/>
                  </a:lnTo>
                  <a:close/>
                </a:path>
              </a:pathLst>
            </a:custGeom>
            <a:ln w="13017">
              <a:solidFill>
                <a:srgbClr val="30AF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852452" y="3280474"/>
              <a:ext cx="490855" cy="491490"/>
            </a:xfrm>
            <a:custGeom>
              <a:avLst/>
              <a:gdLst/>
              <a:ahLst/>
              <a:cxnLst/>
              <a:rect l="l" t="t" r="r" b="b"/>
              <a:pathLst>
                <a:path w="490854" h="491489">
                  <a:moveTo>
                    <a:pt x="245345" y="0"/>
                  </a:moveTo>
                  <a:lnTo>
                    <a:pt x="195901" y="4987"/>
                  </a:lnTo>
                  <a:lnTo>
                    <a:pt x="149847" y="19291"/>
                  </a:lnTo>
                  <a:lnTo>
                    <a:pt x="108171" y="41925"/>
                  </a:lnTo>
                  <a:lnTo>
                    <a:pt x="71861" y="71900"/>
                  </a:lnTo>
                  <a:lnTo>
                    <a:pt x="41901" y="108231"/>
                  </a:lnTo>
                  <a:lnTo>
                    <a:pt x="19280" y="149929"/>
                  </a:lnTo>
                  <a:lnTo>
                    <a:pt x="4984" y="196008"/>
                  </a:lnTo>
                  <a:lnTo>
                    <a:pt x="0" y="245481"/>
                  </a:lnTo>
                  <a:lnTo>
                    <a:pt x="4984" y="294953"/>
                  </a:lnTo>
                  <a:lnTo>
                    <a:pt x="19280" y="341032"/>
                  </a:lnTo>
                  <a:lnTo>
                    <a:pt x="41902" y="382730"/>
                  </a:lnTo>
                  <a:lnTo>
                    <a:pt x="71861" y="419061"/>
                  </a:lnTo>
                  <a:lnTo>
                    <a:pt x="108172" y="449036"/>
                  </a:lnTo>
                  <a:lnTo>
                    <a:pt x="149847" y="471670"/>
                  </a:lnTo>
                  <a:lnTo>
                    <a:pt x="195901" y="485974"/>
                  </a:lnTo>
                  <a:lnTo>
                    <a:pt x="245346" y="490962"/>
                  </a:lnTo>
                  <a:lnTo>
                    <a:pt x="294791" y="485974"/>
                  </a:lnTo>
                  <a:lnTo>
                    <a:pt x="340844" y="471670"/>
                  </a:lnTo>
                  <a:lnTo>
                    <a:pt x="382520" y="449036"/>
                  </a:lnTo>
                  <a:lnTo>
                    <a:pt x="418830" y="419061"/>
                  </a:lnTo>
                  <a:lnTo>
                    <a:pt x="448790" y="382730"/>
                  </a:lnTo>
                  <a:lnTo>
                    <a:pt x="471411" y="341032"/>
                  </a:lnTo>
                  <a:lnTo>
                    <a:pt x="485707" y="294953"/>
                  </a:lnTo>
                  <a:lnTo>
                    <a:pt x="490692" y="245481"/>
                  </a:lnTo>
                  <a:lnTo>
                    <a:pt x="485707" y="196008"/>
                  </a:lnTo>
                  <a:lnTo>
                    <a:pt x="471411" y="149929"/>
                  </a:lnTo>
                  <a:lnTo>
                    <a:pt x="448789" y="108231"/>
                  </a:lnTo>
                  <a:lnTo>
                    <a:pt x="418830" y="71900"/>
                  </a:lnTo>
                  <a:lnTo>
                    <a:pt x="382519" y="41925"/>
                  </a:lnTo>
                  <a:lnTo>
                    <a:pt x="340844" y="19291"/>
                  </a:lnTo>
                  <a:lnTo>
                    <a:pt x="294790" y="4987"/>
                  </a:lnTo>
                  <a:lnTo>
                    <a:pt x="245345" y="0"/>
                  </a:lnTo>
                  <a:close/>
                </a:path>
              </a:pathLst>
            </a:custGeom>
            <a:solidFill>
              <a:srgbClr val="30AF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852452" y="3280474"/>
              <a:ext cx="490855" cy="491490"/>
            </a:xfrm>
            <a:custGeom>
              <a:avLst/>
              <a:gdLst/>
              <a:ahLst/>
              <a:cxnLst/>
              <a:rect l="l" t="t" r="r" b="b"/>
              <a:pathLst>
                <a:path w="490854" h="491489">
                  <a:moveTo>
                    <a:pt x="490692" y="245481"/>
                  </a:moveTo>
                  <a:lnTo>
                    <a:pt x="485707" y="294953"/>
                  </a:lnTo>
                  <a:lnTo>
                    <a:pt x="471411" y="341032"/>
                  </a:lnTo>
                  <a:lnTo>
                    <a:pt x="448790" y="382730"/>
                  </a:lnTo>
                  <a:lnTo>
                    <a:pt x="418830" y="419061"/>
                  </a:lnTo>
                  <a:lnTo>
                    <a:pt x="382520" y="449036"/>
                  </a:lnTo>
                  <a:lnTo>
                    <a:pt x="340844" y="471670"/>
                  </a:lnTo>
                  <a:lnTo>
                    <a:pt x="294791" y="485974"/>
                  </a:lnTo>
                  <a:lnTo>
                    <a:pt x="245346" y="490962"/>
                  </a:lnTo>
                  <a:lnTo>
                    <a:pt x="195901" y="485974"/>
                  </a:lnTo>
                  <a:lnTo>
                    <a:pt x="149847" y="471670"/>
                  </a:lnTo>
                  <a:lnTo>
                    <a:pt x="108172" y="449036"/>
                  </a:lnTo>
                  <a:lnTo>
                    <a:pt x="71861" y="419061"/>
                  </a:lnTo>
                  <a:lnTo>
                    <a:pt x="41902" y="382730"/>
                  </a:lnTo>
                  <a:lnTo>
                    <a:pt x="19280" y="341032"/>
                  </a:lnTo>
                  <a:lnTo>
                    <a:pt x="4984" y="294953"/>
                  </a:lnTo>
                  <a:lnTo>
                    <a:pt x="0" y="245481"/>
                  </a:lnTo>
                  <a:lnTo>
                    <a:pt x="4984" y="196008"/>
                  </a:lnTo>
                  <a:lnTo>
                    <a:pt x="19280" y="149929"/>
                  </a:lnTo>
                  <a:lnTo>
                    <a:pt x="41901" y="108231"/>
                  </a:lnTo>
                  <a:lnTo>
                    <a:pt x="71861" y="71900"/>
                  </a:lnTo>
                  <a:lnTo>
                    <a:pt x="108171" y="41925"/>
                  </a:lnTo>
                  <a:lnTo>
                    <a:pt x="149847" y="19291"/>
                  </a:lnTo>
                  <a:lnTo>
                    <a:pt x="195901" y="4987"/>
                  </a:lnTo>
                  <a:lnTo>
                    <a:pt x="245345" y="0"/>
                  </a:lnTo>
                  <a:lnTo>
                    <a:pt x="294790" y="4987"/>
                  </a:lnTo>
                  <a:lnTo>
                    <a:pt x="340844" y="19291"/>
                  </a:lnTo>
                  <a:lnTo>
                    <a:pt x="382519" y="41925"/>
                  </a:lnTo>
                  <a:lnTo>
                    <a:pt x="418830" y="71900"/>
                  </a:lnTo>
                  <a:lnTo>
                    <a:pt x="448789" y="108231"/>
                  </a:lnTo>
                  <a:lnTo>
                    <a:pt x="471411" y="149929"/>
                  </a:lnTo>
                  <a:lnTo>
                    <a:pt x="485707" y="196008"/>
                  </a:lnTo>
                  <a:lnTo>
                    <a:pt x="490692" y="245481"/>
                  </a:lnTo>
                  <a:close/>
                </a:path>
              </a:pathLst>
            </a:custGeom>
            <a:ln w="13014">
              <a:solidFill>
                <a:srgbClr val="30AF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064342" y="3816069"/>
              <a:ext cx="67310" cy="201295"/>
            </a:xfrm>
            <a:custGeom>
              <a:avLst/>
              <a:gdLst/>
              <a:ahLst/>
              <a:cxnLst/>
              <a:rect l="l" t="t" r="r" b="b"/>
              <a:pathLst>
                <a:path w="67310" h="201295">
                  <a:moveTo>
                    <a:pt x="66912" y="0"/>
                  </a:moveTo>
                  <a:lnTo>
                    <a:pt x="0" y="0"/>
                  </a:lnTo>
                  <a:lnTo>
                    <a:pt x="0" y="200848"/>
                  </a:lnTo>
                  <a:lnTo>
                    <a:pt x="66912" y="200848"/>
                  </a:lnTo>
                  <a:lnTo>
                    <a:pt x="66912" y="0"/>
                  </a:lnTo>
                  <a:close/>
                </a:path>
              </a:pathLst>
            </a:custGeom>
            <a:solidFill>
              <a:srgbClr val="30AF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064342" y="3816069"/>
              <a:ext cx="67310" cy="201295"/>
            </a:xfrm>
            <a:custGeom>
              <a:avLst/>
              <a:gdLst/>
              <a:ahLst/>
              <a:cxnLst/>
              <a:rect l="l" t="t" r="r" b="b"/>
              <a:pathLst>
                <a:path w="67310" h="201295">
                  <a:moveTo>
                    <a:pt x="0" y="200848"/>
                  </a:moveTo>
                  <a:lnTo>
                    <a:pt x="66912" y="200848"/>
                  </a:lnTo>
                  <a:lnTo>
                    <a:pt x="66912" y="0"/>
                  </a:lnTo>
                  <a:lnTo>
                    <a:pt x="0" y="0"/>
                  </a:lnTo>
                  <a:lnTo>
                    <a:pt x="0" y="200848"/>
                  </a:lnTo>
                  <a:close/>
                </a:path>
              </a:pathLst>
            </a:custGeom>
            <a:ln w="13011">
              <a:solidFill>
                <a:srgbClr val="30AF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064342" y="3034993"/>
              <a:ext cx="67310" cy="201295"/>
            </a:xfrm>
            <a:custGeom>
              <a:avLst/>
              <a:gdLst/>
              <a:ahLst/>
              <a:cxnLst/>
              <a:rect l="l" t="t" r="r" b="b"/>
              <a:pathLst>
                <a:path w="67310" h="201294">
                  <a:moveTo>
                    <a:pt x="66912" y="0"/>
                  </a:moveTo>
                  <a:lnTo>
                    <a:pt x="0" y="0"/>
                  </a:lnTo>
                  <a:lnTo>
                    <a:pt x="0" y="200848"/>
                  </a:lnTo>
                  <a:lnTo>
                    <a:pt x="66912" y="200848"/>
                  </a:lnTo>
                  <a:lnTo>
                    <a:pt x="66912" y="0"/>
                  </a:lnTo>
                  <a:close/>
                </a:path>
              </a:pathLst>
            </a:custGeom>
            <a:solidFill>
              <a:srgbClr val="30AF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064342" y="3034993"/>
              <a:ext cx="67310" cy="201295"/>
            </a:xfrm>
            <a:custGeom>
              <a:avLst/>
              <a:gdLst/>
              <a:ahLst/>
              <a:cxnLst/>
              <a:rect l="l" t="t" r="r" b="b"/>
              <a:pathLst>
                <a:path w="67310" h="201294">
                  <a:moveTo>
                    <a:pt x="0" y="200848"/>
                  </a:moveTo>
                  <a:lnTo>
                    <a:pt x="66912" y="200848"/>
                  </a:lnTo>
                  <a:lnTo>
                    <a:pt x="66912" y="0"/>
                  </a:lnTo>
                  <a:lnTo>
                    <a:pt x="0" y="0"/>
                  </a:lnTo>
                  <a:lnTo>
                    <a:pt x="0" y="200848"/>
                  </a:lnTo>
                  <a:close/>
                </a:path>
              </a:pathLst>
            </a:custGeom>
            <a:ln w="13011">
              <a:solidFill>
                <a:srgbClr val="30AF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20112" y="3700332"/>
              <a:ext cx="202274" cy="202378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73210" y="3149172"/>
              <a:ext cx="202265" cy="202378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21209" y="3148074"/>
              <a:ext cx="202265" cy="202378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72104" y="3701439"/>
              <a:ext cx="202274" cy="202378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5554599" y="2982455"/>
              <a:ext cx="1083310" cy="1083310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814"/>
                  </a:moveTo>
                  <a:lnTo>
                    <a:pt x="1082814" y="1082814"/>
                  </a:lnTo>
                  <a:lnTo>
                    <a:pt x="1082814" y="0"/>
                  </a:lnTo>
                  <a:lnTo>
                    <a:pt x="0" y="0"/>
                  </a:lnTo>
                  <a:lnTo>
                    <a:pt x="0" y="108281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8787511" y="2580258"/>
              <a:ext cx="1887220" cy="1887220"/>
            </a:xfrm>
            <a:custGeom>
              <a:avLst/>
              <a:gdLst/>
              <a:ahLst/>
              <a:cxnLst/>
              <a:rect l="l" t="t" r="r" b="b"/>
              <a:pathLst>
                <a:path w="1887220" h="1887220">
                  <a:moveTo>
                    <a:pt x="943610" y="0"/>
                  </a:moveTo>
                  <a:lnTo>
                    <a:pt x="895057" y="1227"/>
                  </a:lnTo>
                  <a:lnTo>
                    <a:pt x="847141" y="4872"/>
                  </a:lnTo>
                  <a:lnTo>
                    <a:pt x="799921" y="10873"/>
                  </a:lnTo>
                  <a:lnTo>
                    <a:pt x="753457" y="19173"/>
                  </a:lnTo>
                  <a:lnTo>
                    <a:pt x="707807" y="29711"/>
                  </a:lnTo>
                  <a:lnTo>
                    <a:pt x="663031" y="42428"/>
                  </a:lnTo>
                  <a:lnTo>
                    <a:pt x="619189" y="57264"/>
                  </a:lnTo>
                  <a:lnTo>
                    <a:pt x="576339" y="74162"/>
                  </a:lnTo>
                  <a:lnTo>
                    <a:pt x="534542" y="93060"/>
                  </a:lnTo>
                  <a:lnTo>
                    <a:pt x="493856" y="113900"/>
                  </a:lnTo>
                  <a:lnTo>
                    <a:pt x="454340" y="136623"/>
                  </a:lnTo>
                  <a:lnTo>
                    <a:pt x="416055" y="161169"/>
                  </a:lnTo>
                  <a:lnTo>
                    <a:pt x="379059" y="187479"/>
                  </a:lnTo>
                  <a:lnTo>
                    <a:pt x="343411" y="215494"/>
                  </a:lnTo>
                  <a:lnTo>
                    <a:pt x="309171" y="245153"/>
                  </a:lnTo>
                  <a:lnTo>
                    <a:pt x="276399" y="276399"/>
                  </a:lnTo>
                  <a:lnTo>
                    <a:pt x="245153" y="309171"/>
                  </a:lnTo>
                  <a:lnTo>
                    <a:pt x="215494" y="343411"/>
                  </a:lnTo>
                  <a:lnTo>
                    <a:pt x="187479" y="379059"/>
                  </a:lnTo>
                  <a:lnTo>
                    <a:pt x="161169" y="416055"/>
                  </a:lnTo>
                  <a:lnTo>
                    <a:pt x="136623" y="454340"/>
                  </a:lnTo>
                  <a:lnTo>
                    <a:pt x="113900" y="493856"/>
                  </a:lnTo>
                  <a:lnTo>
                    <a:pt x="93060" y="534542"/>
                  </a:lnTo>
                  <a:lnTo>
                    <a:pt x="74162" y="576339"/>
                  </a:lnTo>
                  <a:lnTo>
                    <a:pt x="57264" y="619189"/>
                  </a:lnTo>
                  <a:lnTo>
                    <a:pt x="42428" y="663031"/>
                  </a:lnTo>
                  <a:lnTo>
                    <a:pt x="29711" y="707807"/>
                  </a:lnTo>
                  <a:lnTo>
                    <a:pt x="19173" y="753457"/>
                  </a:lnTo>
                  <a:lnTo>
                    <a:pt x="10873" y="799921"/>
                  </a:lnTo>
                  <a:lnTo>
                    <a:pt x="4872" y="847141"/>
                  </a:lnTo>
                  <a:lnTo>
                    <a:pt x="1227" y="895057"/>
                  </a:lnTo>
                  <a:lnTo>
                    <a:pt x="0" y="943610"/>
                  </a:lnTo>
                  <a:lnTo>
                    <a:pt x="1227" y="992173"/>
                  </a:lnTo>
                  <a:lnTo>
                    <a:pt x="4872" y="1040099"/>
                  </a:lnTo>
                  <a:lnTo>
                    <a:pt x="10873" y="1087327"/>
                  </a:lnTo>
                  <a:lnTo>
                    <a:pt x="19173" y="1133799"/>
                  </a:lnTo>
                  <a:lnTo>
                    <a:pt x="29711" y="1179455"/>
                  </a:lnTo>
                  <a:lnTo>
                    <a:pt x="42428" y="1224235"/>
                  </a:lnTo>
                  <a:lnTo>
                    <a:pt x="57264" y="1268081"/>
                  </a:lnTo>
                  <a:lnTo>
                    <a:pt x="74162" y="1310933"/>
                  </a:lnTo>
                  <a:lnTo>
                    <a:pt x="93060" y="1352732"/>
                  </a:lnTo>
                  <a:lnTo>
                    <a:pt x="113900" y="1393420"/>
                  </a:lnTo>
                  <a:lnTo>
                    <a:pt x="136623" y="1432935"/>
                  </a:lnTo>
                  <a:lnTo>
                    <a:pt x="161169" y="1471220"/>
                  </a:lnTo>
                  <a:lnTo>
                    <a:pt x="187479" y="1508215"/>
                  </a:lnTo>
                  <a:lnTo>
                    <a:pt x="215494" y="1543861"/>
                  </a:lnTo>
                  <a:lnTo>
                    <a:pt x="245153" y="1578098"/>
                  </a:lnTo>
                  <a:lnTo>
                    <a:pt x="276399" y="1610867"/>
                  </a:lnTo>
                  <a:lnTo>
                    <a:pt x="309171" y="1642110"/>
                  </a:lnTo>
                  <a:lnTo>
                    <a:pt x="343411" y="1671766"/>
                  </a:lnTo>
                  <a:lnTo>
                    <a:pt x="379059" y="1699777"/>
                  </a:lnTo>
                  <a:lnTo>
                    <a:pt x="416055" y="1726083"/>
                  </a:lnTo>
                  <a:lnTo>
                    <a:pt x="454340" y="1750625"/>
                  </a:lnTo>
                  <a:lnTo>
                    <a:pt x="493856" y="1773344"/>
                  </a:lnTo>
                  <a:lnTo>
                    <a:pt x="534542" y="1794181"/>
                  </a:lnTo>
                  <a:lnTo>
                    <a:pt x="576339" y="1813075"/>
                  </a:lnTo>
                  <a:lnTo>
                    <a:pt x="619189" y="1829969"/>
                  </a:lnTo>
                  <a:lnTo>
                    <a:pt x="663031" y="1844802"/>
                  </a:lnTo>
                  <a:lnTo>
                    <a:pt x="707807" y="1857516"/>
                  </a:lnTo>
                  <a:lnTo>
                    <a:pt x="753457" y="1868051"/>
                  </a:lnTo>
                  <a:lnTo>
                    <a:pt x="799921" y="1876349"/>
                  </a:lnTo>
                  <a:lnTo>
                    <a:pt x="847141" y="1882348"/>
                  </a:lnTo>
                  <a:lnTo>
                    <a:pt x="895057" y="1885992"/>
                  </a:lnTo>
                  <a:lnTo>
                    <a:pt x="943610" y="1887220"/>
                  </a:lnTo>
                  <a:lnTo>
                    <a:pt x="992173" y="1885992"/>
                  </a:lnTo>
                  <a:lnTo>
                    <a:pt x="1040099" y="1882348"/>
                  </a:lnTo>
                  <a:lnTo>
                    <a:pt x="1087327" y="1876349"/>
                  </a:lnTo>
                  <a:lnTo>
                    <a:pt x="1133799" y="1868051"/>
                  </a:lnTo>
                  <a:lnTo>
                    <a:pt x="1179455" y="1857516"/>
                  </a:lnTo>
                  <a:lnTo>
                    <a:pt x="1224235" y="1844802"/>
                  </a:lnTo>
                  <a:lnTo>
                    <a:pt x="1268081" y="1829969"/>
                  </a:lnTo>
                  <a:lnTo>
                    <a:pt x="1310933" y="1813075"/>
                  </a:lnTo>
                  <a:lnTo>
                    <a:pt x="1352732" y="1794181"/>
                  </a:lnTo>
                  <a:lnTo>
                    <a:pt x="1393420" y="1773344"/>
                  </a:lnTo>
                  <a:lnTo>
                    <a:pt x="1432935" y="1750625"/>
                  </a:lnTo>
                  <a:lnTo>
                    <a:pt x="1471220" y="1726083"/>
                  </a:lnTo>
                  <a:lnTo>
                    <a:pt x="1508215" y="1699777"/>
                  </a:lnTo>
                  <a:lnTo>
                    <a:pt x="1543861" y="1671766"/>
                  </a:lnTo>
                  <a:lnTo>
                    <a:pt x="1578098" y="1642110"/>
                  </a:lnTo>
                  <a:lnTo>
                    <a:pt x="1610868" y="1610867"/>
                  </a:lnTo>
                  <a:lnTo>
                    <a:pt x="1642110" y="1578098"/>
                  </a:lnTo>
                  <a:lnTo>
                    <a:pt x="1671766" y="1543861"/>
                  </a:lnTo>
                  <a:lnTo>
                    <a:pt x="1699777" y="1508215"/>
                  </a:lnTo>
                  <a:lnTo>
                    <a:pt x="1726083" y="1471220"/>
                  </a:lnTo>
                  <a:lnTo>
                    <a:pt x="1750625" y="1432935"/>
                  </a:lnTo>
                  <a:lnTo>
                    <a:pt x="1773344" y="1393420"/>
                  </a:lnTo>
                  <a:lnTo>
                    <a:pt x="1794181" y="1352732"/>
                  </a:lnTo>
                  <a:lnTo>
                    <a:pt x="1813075" y="1310933"/>
                  </a:lnTo>
                  <a:lnTo>
                    <a:pt x="1829969" y="1268081"/>
                  </a:lnTo>
                  <a:lnTo>
                    <a:pt x="1844802" y="1224235"/>
                  </a:lnTo>
                  <a:lnTo>
                    <a:pt x="1857516" y="1179455"/>
                  </a:lnTo>
                  <a:lnTo>
                    <a:pt x="1868051" y="1133799"/>
                  </a:lnTo>
                  <a:lnTo>
                    <a:pt x="1876349" y="1087327"/>
                  </a:lnTo>
                  <a:lnTo>
                    <a:pt x="1882348" y="1040099"/>
                  </a:lnTo>
                  <a:lnTo>
                    <a:pt x="1885992" y="992173"/>
                  </a:lnTo>
                  <a:lnTo>
                    <a:pt x="1887220" y="943610"/>
                  </a:lnTo>
                  <a:lnTo>
                    <a:pt x="1885992" y="895057"/>
                  </a:lnTo>
                  <a:lnTo>
                    <a:pt x="1882348" y="847141"/>
                  </a:lnTo>
                  <a:lnTo>
                    <a:pt x="1876349" y="799921"/>
                  </a:lnTo>
                  <a:lnTo>
                    <a:pt x="1868051" y="753457"/>
                  </a:lnTo>
                  <a:lnTo>
                    <a:pt x="1857516" y="707807"/>
                  </a:lnTo>
                  <a:lnTo>
                    <a:pt x="1844802" y="663031"/>
                  </a:lnTo>
                  <a:lnTo>
                    <a:pt x="1829969" y="619189"/>
                  </a:lnTo>
                  <a:lnTo>
                    <a:pt x="1813075" y="576339"/>
                  </a:lnTo>
                  <a:lnTo>
                    <a:pt x="1794181" y="534542"/>
                  </a:lnTo>
                  <a:lnTo>
                    <a:pt x="1773344" y="493856"/>
                  </a:lnTo>
                  <a:lnTo>
                    <a:pt x="1750625" y="454340"/>
                  </a:lnTo>
                  <a:lnTo>
                    <a:pt x="1726083" y="416055"/>
                  </a:lnTo>
                  <a:lnTo>
                    <a:pt x="1699777" y="379059"/>
                  </a:lnTo>
                  <a:lnTo>
                    <a:pt x="1671766" y="343411"/>
                  </a:lnTo>
                  <a:lnTo>
                    <a:pt x="1642110" y="309171"/>
                  </a:lnTo>
                  <a:lnTo>
                    <a:pt x="1610867" y="276399"/>
                  </a:lnTo>
                  <a:lnTo>
                    <a:pt x="1578098" y="245153"/>
                  </a:lnTo>
                  <a:lnTo>
                    <a:pt x="1543861" y="215494"/>
                  </a:lnTo>
                  <a:lnTo>
                    <a:pt x="1508215" y="187479"/>
                  </a:lnTo>
                  <a:lnTo>
                    <a:pt x="1471220" y="161169"/>
                  </a:lnTo>
                  <a:lnTo>
                    <a:pt x="1432935" y="136623"/>
                  </a:lnTo>
                  <a:lnTo>
                    <a:pt x="1393420" y="113900"/>
                  </a:lnTo>
                  <a:lnTo>
                    <a:pt x="1352732" y="93060"/>
                  </a:lnTo>
                  <a:lnTo>
                    <a:pt x="1310933" y="74162"/>
                  </a:lnTo>
                  <a:lnTo>
                    <a:pt x="1268081" y="57264"/>
                  </a:lnTo>
                  <a:lnTo>
                    <a:pt x="1224235" y="42428"/>
                  </a:lnTo>
                  <a:lnTo>
                    <a:pt x="1179455" y="29711"/>
                  </a:lnTo>
                  <a:lnTo>
                    <a:pt x="1133799" y="19173"/>
                  </a:lnTo>
                  <a:lnTo>
                    <a:pt x="1087327" y="10873"/>
                  </a:lnTo>
                  <a:lnTo>
                    <a:pt x="1040099" y="4872"/>
                  </a:lnTo>
                  <a:lnTo>
                    <a:pt x="992173" y="1227"/>
                  </a:lnTo>
                  <a:lnTo>
                    <a:pt x="943610" y="0"/>
                  </a:lnTo>
                  <a:close/>
                </a:path>
              </a:pathLst>
            </a:custGeom>
            <a:solidFill>
              <a:srgbClr val="CDE3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9420660" y="3079626"/>
              <a:ext cx="624840" cy="892810"/>
            </a:xfrm>
            <a:custGeom>
              <a:avLst/>
              <a:gdLst/>
              <a:ahLst/>
              <a:cxnLst/>
              <a:rect l="l" t="t" r="r" b="b"/>
              <a:pathLst>
                <a:path w="624840" h="892810">
                  <a:moveTo>
                    <a:pt x="579908" y="0"/>
                  </a:moveTo>
                  <a:lnTo>
                    <a:pt x="44608" y="0"/>
                  </a:lnTo>
                  <a:lnTo>
                    <a:pt x="27287" y="3521"/>
                  </a:lnTo>
                  <a:lnTo>
                    <a:pt x="13103" y="13110"/>
                  </a:lnTo>
                  <a:lnTo>
                    <a:pt x="3519" y="27302"/>
                  </a:lnTo>
                  <a:lnTo>
                    <a:pt x="0" y="44632"/>
                  </a:lnTo>
                  <a:lnTo>
                    <a:pt x="0" y="848025"/>
                  </a:lnTo>
                  <a:lnTo>
                    <a:pt x="3520" y="865355"/>
                  </a:lnTo>
                  <a:lnTo>
                    <a:pt x="13104" y="879547"/>
                  </a:lnTo>
                  <a:lnTo>
                    <a:pt x="27288" y="889136"/>
                  </a:lnTo>
                  <a:lnTo>
                    <a:pt x="44608" y="892658"/>
                  </a:lnTo>
                  <a:lnTo>
                    <a:pt x="579909" y="892658"/>
                  </a:lnTo>
                  <a:lnTo>
                    <a:pt x="597229" y="889136"/>
                  </a:lnTo>
                  <a:lnTo>
                    <a:pt x="611413" y="879547"/>
                  </a:lnTo>
                  <a:lnTo>
                    <a:pt x="620997" y="865355"/>
                  </a:lnTo>
                  <a:lnTo>
                    <a:pt x="624517" y="848025"/>
                  </a:lnTo>
                  <a:lnTo>
                    <a:pt x="624517" y="781075"/>
                  </a:lnTo>
                  <a:lnTo>
                    <a:pt x="111521" y="781075"/>
                  </a:lnTo>
                  <a:lnTo>
                    <a:pt x="111521" y="714126"/>
                  </a:lnTo>
                  <a:lnTo>
                    <a:pt x="624517" y="714126"/>
                  </a:lnTo>
                  <a:lnTo>
                    <a:pt x="624517" y="669493"/>
                  </a:lnTo>
                  <a:lnTo>
                    <a:pt x="111521" y="669493"/>
                  </a:lnTo>
                  <a:lnTo>
                    <a:pt x="111521" y="602544"/>
                  </a:lnTo>
                  <a:lnTo>
                    <a:pt x="624517" y="602544"/>
                  </a:lnTo>
                  <a:lnTo>
                    <a:pt x="624517" y="557911"/>
                  </a:lnTo>
                  <a:lnTo>
                    <a:pt x="111521" y="557911"/>
                  </a:lnTo>
                  <a:lnTo>
                    <a:pt x="111521" y="490962"/>
                  </a:lnTo>
                  <a:lnTo>
                    <a:pt x="624517" y="490962"/>
                  </a:lnTo>
                  <a:lnTo>
                    <a:pt x="624517" y="446329"/>
                  </a:lnTo>
                  <a:lnTo>
                    <a:pt x="111521" y="446329"/>
                  </a:lnTo>
                  <a:lnTo>
                    <a:pt x="111521" y="379379"/>
                  </a:lnTo>
                  <a:lnTo>
                    <a:pt x="624517" y="379379"/>
                  </a:lnTo>
                  <a:lnTo>
                    <a:pt x="624517" y="290113"/>
                  </a:lnTo>
                  <a:lnTo>
                    <a:pt x="111521" y="290113"/>
                  </a:lnTo>
                  <a:lnTo>
                    <a:pt x="111520" y="111582"/>
                  </a:lnTo>
                  <a:lnTo>
                    <a:pt x="624517" y="111582"/>
                  </a:lnTo>
                  <a:lnTo>
                    <a:pt x="624517" y="44632"/>
                  </a:lnTo>
                  <a:lnTo>
                    <a:pt x="620997" y="27302"/>
                  </a:lnTo>
                  <a:lnTo>
                    <a:pt x="611413" y="13110"/>
                  </a:lnTo>
                  <a:lnTo>
                    <a:pt x="597229" y="3521"/>
                  </a:lnTo>
                  <a:lnTo>
                    <a:pt x="579908" y="0"/>
                  </a:lnTo>
                  <a:close/>
                </a:path>
                <a:path w="624840" h="892810">
                  <a:moveTo>
                    <a:pt x="334563" y="714126"/>
                  </a:moveTo>
                  <a:lnTo>
                    <a:pt x="289954" y="714126"/>
                  </a:lnTo>
                  <a:lnTo>
                    <a:pt x="289954" y="781075"/>
                  </a:lnTo>
                  <a:lnTo>
                    <a:pt x="334563" y="781075"/>
                  </a:lnTo>
                  <a:lnTo>
                    <a:pt x="334563" y="714126"/>
                  </a:lnTo>
                  <a:close/>
                </a:path>
                <a:path w="624840" h="892810">
                  <a:moveTo>
                    <a:pt x="446084" y="714126"/>
                  </a:moveTo>
                  <a:lnTo>
                    <a:pt x="401475" y="714126"/>
                  </a:lnTo>
                  <a:lnTo>
                    <a:pt x="401475" y="781075"/>
                  </a:lnTo>
                  <a:lnTo>
                    <a:pt x="446084" y="781075"/>
                  </a:lnTo>
                  <a:lnTo>
                    <a:pt x="446084" y="714126"/>
                  </a:lnTo>
                  <a:close/>
                </a:path>
                <a:path w="624840" h="892810">
                  <a:moveTo>
                    <a:pt x="624517" y="714126"/>
                  </a:moveTo>
                  <a:lnTo>
                    <a:pt x="512996" y="714126"/>
                  </a:lnTo>
                  <a:lnTo>
                    <a:pt x="512996" y="781075"/>
                  </a:lnTo>
                  <a:lnTo>
                    <a:pt x="624517" y="781075"/>
                  </a:lnTo>
                  <a:lnTo>
                    <a:pt x="624517" y="714126"/>
                  </a:lnTo>
                  <a:close/>
                </a:path>
                <a:path w="624840" h="892810">
                  <a:moveTo>
                    <a:pt x="223042" y="602544"/>
                  </a:moveTo>
                  <a:lnTo>
                    <a:pt x="178433" y="602544"/>
                  </a:lnTo>
                  <a:lnTo>
                    <a:pt x="178433" y="669493"/>
                  </a:lnTo>
                  <a:lnTo>
                    <a:pt x="223042" y="669493"/>
                  </a:lnTo>
                  <a:lnTo>
                    <a:pt x="223042" y="602544"/>
                  </a:lnTo>
                  <a:close/>
                </a:path>
                <a:path w="624840" h="892810">
                  <a:moveTo>
                    <a:pt x="334563" y="602544"/>
                  </a:moveTo>
                  <a:lnTo>
                    <a:pt x="289954" y="602544"/>
                  </a:lnTo>
                  <a:lnTo>
                    <a:pt x="289954" y="669493"/>
                  </a:lnTo>
                  <a:lnTo>
                    <a:pt x="334563" y="669493"/>
                  </a:lnTo>
                  <a:lnTo>
                    <a:pt x="334563" y="602544"/>
                  </a:lnTo>
                  <a:close/>
                </a:path>
                <a:path w="624840" h="892810">
                  <a:moveTo>
                    <a:pt x="446084" y="602544"/>
                  </a:moveTo>
                  <a:lnTo>
                    <a:pt x="401475" y="602544"/>
                  </a:lnTo>
                  <a:lnTo>
                    <a:pt x="401475" y="669493"/>
                  </a:lnTo>
                  <a:lnTo>
                    <a:pt x="446084" y="669493"/>
                  </a:lnTo>
                  <a:lnTo>
                    <a:pt x="446084" y="602544"/>
                  </a:lnTo>
                  <a:close/>
                </a:path>
                <a:path w="624840" h="892810">
                  <a:moveTo>
                    <a:pt x="624517" y="602544"/>
                  </a:moveTo>
                  <a:lnTo>
                    <a:pt x="512996" y="602544"/>
                  </a:lnTo>
                  <a:lnTo>
                    <a:pt x="512996" y="669493"/>
                  </a:lnTo>
                  <a:lnTo>
                    <a:pt x="624517" y="669493"/>
                  </a:lnTo>
                  <a:lnTo>
                    <a:pt x="624517" y="602544"/>
                  </a:lnTo>
                  <a:close/>
                </a:path>
                <a:path w="624840" h="892810">
                  <a:moveTo>
                    <a:pt x="223042" y="490962"/>
                  </a:moveTo>
                  <a:lnTo>
                    <a:pt x="178433" y="490962"/>
                  </a:lnTo>
                  <a:lnTo>
                    <a:pt x="178433" y="557911"/>
                  </a:lnTo>
                  <a:lnTo>
                    <a:pt x="223042" y="557911"/>
                  </a:lnTo>
                  <a:lnTo>
                    <a:pt x="223042" y="490962"/>
                  </a:lnTo>
                  <a:close/>
                </a:path>
                <a:path w="624840" h="892810">
                  <a:moveTo>
                    <a:pt x="334563" y="490962"/>
                  </a:moveTo>
                  <a:lnTo>
                    <a:pt x="289954" y="490962"/>
                  </a:lnTo>
                  <a:lnTo>
                    <a:pt x="289954" y="557911"/>
                  </a:lnTo>
                  <a:lnTo>
                    <a:pt x="334563" y="557911"/>
                  </a:lnTo>
                  <a:lnTo>
                    <a:pt x="334563" y="490962"/>
                  </a:lnTo>
                  <a:close/>
                </a:path>
                <a:path w="624840" h="892810">
                  <a:moveTo>
                    <a:pt x="446083" y="490962"/>
                  </a:moveTo>
                  <a:lnTo>
                    <a:pt x="401475" y="490962"/>
                  </a:lnTo>
                  <a:lnTo>
                    <a:pt x="401475" y="557911"/>
                  </a:lnTo>
                  <a:lnTo>
                    <a:pt x="446083" y="557911"/>
                  </a:lnTo>
                  <a:lnTo>
                    <a:pt x="446083" y="490962"/>
                  </a:lnTo>
                  <a:close/>
                </a:path>
                <a:path w="624840" h="892810">
                  <a:moveTo>
                    <a:pt x="624517" y="490962"/>
                  </a:moveTo>
                  <a:lnTo>
                    <a:pt x="512996" y="490962"/>
                  </a:lnTo>
                  <a:lnTo>
                    <a:pt x="512996" y="557911"/>
                  </a:lnTo>
                  <a:lnTo>
                    <a:pt x="624517" y="557911"/>
                  </a:lnTo>
                  <a:lnTo>
                    <a:pt x="624517" y="490962"/>
                  </a:lnTo>
                  <a:close/>
                </a:path>
                <a:path w="624840" h="892810">
                  <a:moveTo>
                    <a:pt x="223042" y="379379"/>
                  </a:moveTo>
                  <a:lnTo>
                    <a:pt x="178433" y="379379"/>
                  </a:lnTo>
                  <a:lnTo>
                    <a:pt x="178433" y="446329"/>
                  </a:lnTo>
                  <a:lnTo>
                    <a:pt x="223042" y="446329"/>
                  </a:lnTo>
                  <a:lnTo>
                    <a:pt x="223042" y="379379"/>
                  </a:lnTo>
                  <a:close/>
                </a:path>
                <a:path w="624840" h="892810">
                  <a:moveTo>
                    <a:pt x="334562" y="379379"/>
                  </a:moveTo>
                  <a:lnTo>
                    <a:pt x="289954" y="379379"/>
                  </a:lnTo>
                  <a:lnTo>
                    <a:pt x="289954" y="446329"/>
                  </a:lnTo>
                  <a:lnTo>
                    <a:pt x="334562" y="446329"/>
                  </a:lnTo>
                  <a:lnTo>
                    <a:pt x="334562" y="379379"/>
                  </a:lnTo>
                  <a:close/>
                </a:path>
                <a:path w="624840" h="892810">
                  <a:moveTo>
                    <a:pt x="446083" y="379379"/>
                  </a:moveTo>
                  <a:lnTo>
                    <a:pt x="401475" y="379379"/>
                  </a:lnTo>
                  <a:lnTo>
                    <a:pt x="401475" y="446329"/>
                  </a:lnTo>
                  <a:lnTo>
                    <a:pt x="446083" y="446329"/>
                  </a:lnTo>
                  <a:lnTo>
                    <a:pt x="446083" y="379379"/>
                  </a:lnTo>
                  <a:close/>
                </a:path>
                <a:path w="624840" h="892810">
                  <a:moveTo>
                    <a:pt x="624517" y="379379"/>
                  </a:moveTo>
                  <a:lnTo>
                    <a:pt x="512996" y="379379"/>
                  </a:lnTo>
                  <a:lnTo>
                    <a:pt x="512996" y="446329"/>
                  </a:lnTo>
                  <a:lnTo>
                    <a:pt x="624517" y="446329"/>
                  </a:lnTo>
                  <a:lnTo>
                    <a:pt x="624517" y="379379"/>
                  </a:lnTo>
                  <a:close/>
                </a:path>
                <a:path w="624840" h="892810">
                  <a:moveTo>
                    <a:pt x="624517" y="111582"/>
                  </a:moveTo>
                  <a:lnTo>
                    <a:pt x="512996" y="111582"/>
                  </a:lnTo>
                  <a:lnTo>
                    <a:pt x="512996" y="290113"/>
                  </a:lnTo>
                  <a:lnTo>
                    <a:pt x="624517" y="290113"/>
                  </a:lnTo>
                  <a:lnTo>
                    <a:pt x="624517" y="111582"/>
                  </a:lnTo>
                  <a:close/>
                </a:path>
              </a:pathLst>
            </a:custGeom>
            <a:solidFill>
              <a:srgbClr val="30AF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9420660" y="3079626"/>
              <a:ext cx="624840" cy="892810"/>
            </a:xfrm>
            <a:custGeom>
              <a:avLst/>
              <a:gdLst/>
              <a:ahLst/>
              <a:cxnLst/>
              <a:rect l="l" t="t" r="r" b="b"/>
              <a:pathLst>
                <a:path w="624840" h="892810">
                  <a:moveTo>
                    <a:pt x="512996" y="290113"/>
                  </a:moveTo>
                  <a:lnTo>
                    <a:pt x="111521" y="290113"/>
                  </a:lnTo>
                  <a:lnTo>
                    <a:pt x="111520" y="111582"/>
                  </a:lnTo>
                  <a:lnTo>
                    <a:pt x="512996" y="111582"/>
                  </a:lnTo>
                  <a:lnTo>
                    <a:pt x="512996" y="290113"/>
                  </a:lnTo>
                  <a:close/>
                </a:path>
                <a:path w="624840" h="892810">
                  <a:moveTo>
                    <a:pt x="512996" y="446329"/>
                  </a:moveTo>
                  <a:lnTo>
                    <a:pt x="446083" y="446329"/>
                  </a:lnTo>
                  <a:lnTo>
                    <a:pt x="446083" y="379379"/>
                  </a:lnTo>
                  <a:lnTo>
                    <a:pt x="512996" y="379379"/>
                  </a:lnTo>
                  <a:lnTo>
                    <a:pt x="512996" y="446329"/>
                  </a:lnTo>
                  <a:close/>
                </a:path>
                <a:path w="624840" h="892810">
                  <a:moveTo>
                    <a:pt x="512996" y="557911"/>
                  </a:moveTo>
                  <a:lnTo>
                    <a:pt x="446083" y="557911"/>
                  </a:lnTo>
                  <a:lnTo>
                    <a:pt x="446083" y="490962"/>
                  </a:lnTo>
                  <a:lnTo>
                    <a:pt x="512996" y="490962"/>
                  </a:lnTo>
                  <a:lnTo>
                    <a:pt x="512996" y="557911"/>
                  </a:lnTo>
                  <a:close/>
                </a:path>
                <a:path w="624840" h="892810">
                  <a:moveTo>
                    <a:pt x="512996" y="669493"/>
                  </a:moveTo>
                  <a:lnTo>
                    <a:pt x="446084" y="669493"/>
                  </a:lnTo>
                  <a:lnTo>
                    <a:pt x="446084" y="602544"/>
                  </a:lnTo>
                  <a:lnTo>
                    <a:pt x="512996" y="602544"/>
                  </a:lnTo>
                  <a:lnTo>
                    <a:pt x="512996" y="669493"/>
                  </a:lnTo>
                  <a:close/>
                </a:path>
                <a:path w="624840" h="892810">
                  <a:moveTo>
                    <a:pt x="512996" y="781075"/>
                  </a:moveTo>
                  <a:lnTo>
                    <a:pt x="446084" y="781075"/>
                  </a:lnTo>
                  <a:lnTo>
                    <a:pt x="446084" y="714126"/>
                  </a:lnTo>
                  <a:lnTo>
                    <a:pt x="512996" y="714126"/>
                  </a:lnTo>
                  <a:lnTo>
                    <a:pt x="512996" y="781075"/>
                  </a:lnTo>
                  <a:close/>
                </a:path>
                <a:path w="624840" h="892810">
                  <a:moveTo>
                    <a:pt x="401475" y="446329"/>
                  </a:moveTo>
                  <a:lnTo>
                    <a:pt x="334563" y="446329"/>
                  </a:lnTo>
                  <a:lnTo>
                    <a:pt x="334562" y="379379"/>
                  </a:lnTo>
                  <a:lnTo>
                    <a:pt x="401475" y="379379"/>
                  </a:lnTo>
                  <a:lnTo>
                    <a:pt x="401475" y="446329"/>
                  </a:lnTo>
                  <a:close/>
                </a:path>
                <a:path w="624840" h="892810">
                  <a:moveTo>
                    <a:pt x="401475" y="557911"/>
                  </a:moveTo>
                  <a:lnTo>
                    <a:pt x="334563" y="557911"/>
                  </a:lnTo>
                  <a:lnTo>
                    <a:pt x="334563" y="490962"/>
                  </a:lnTo>
                  <a:lnTo>
                    <a:pt x="401475" y="490962"/>
                  </a:lnTo>
                  <a:lnTo>
                    <a:pt x="401475" y="557911"/>
                  </a:lnTo>
                  <a:close/>
                </a:path>
                <a:path w="624840" h="892810">
                  <a:moveTo>
                    <a:pt x="401475" y="669493"/>
                  </a:moveTo>
                  <a:lnTo>
                    <a:pt x="334563" y="669493"/>
                  </a:lnTo>
                  <a:lnTo>
                    <a:pt x="334563" y="602544"/>
                  </a:lnTo>
                  <a:lnTo>
                    <a:pt x="401475" y="602544"/>
                  </a:lnTo>
                  <a:lnTo>
                    <a:pt x="401475" y="669493"/>
                  </a:lnTo>
                  <a:close/>
                </a:path>
                <a:path w="624840" h="892810">
                  <a:moveTo>
                    <a:pt x="401475" y="781075"/>
                  </a:moveTo>
                  <a:lnTo>
                    <a:pt x="334563" y="781075"/>
                  </a:lnTo>
                  <a:lnTo>
                    <a:pt x="334563" y="714126"/>
                  </a:lnTo>
                  <a:lnTo>
                    <a:pt x="401475" y="714126"/>
                  </a:lnTo>
                  <a:lnTo>
                    <a:pt x="401475" y="781075"/>
                  </a:lnTo>
                  <a:close/>
                </a:path>
                <a:path w="624840" h="892810">
                  <a:moveTo>
                    <a:pt x="289954" y="446329"/>
                  </a:moveTo>
                  <a:lnTo>
                    <a:pt x="223042" y="446329"/>
                  </a:lnTo>
                  <a:lnTo>
                    <a:pt x="223042" y="379379"/>
                  </a:lnTo>
                  <a:lnTo>
                    <a:pt x="289954" y="379379"/>
                  </a:lnTo>
                  <a:lnTo>
                    <a:pt x="289954" y="446329"/>
                  </a:lnTo>
                  <a:close/>
                </a:path>
                <a:path w="624840" h="892810">
                  <a:moveTo>
                    <a:pt x="289954" y="557911"/>
                  </a:moveTo>
                  <a:lnTo>
                    <a:pt x="223042" y="557911"/>
                  </a:lnTo>
                  <a:lnTo>
                    <a:pt x="223042" y="490962"/>
                  </a:lnTo>
                  <a:lnTo>
                    <a:pt x="289954" y="490962"/>
                  </a:lnTo>
                  <a:lnTo>
                    <a:pt x="289954" y="557911"/>
                  </a:lnTo>
                  <a:close/>
                </a:path>
                <a:path w="624840" h="892810">
                  <a:moveTo>
                    <a:pt x="289954" y="669493"/>
                  </a:moveTo>
                  <a:lnTo>
                    <a:pt x="223042" y="669493"/>
                  </a:lnTo>
                  <a:lnTo>
                    <a:pt x="223042" y="602544"/>
                  </a:lnTo>
                  <a:lnTo>
                    <a:pt x="289954" y="602544"/>
                  </a:lnTo>
                  <a:lnTo>
                    <a:pt x="289954" y="669493"/>
                  </a:lnTo>
                  <a:close/>
                </a:path>
                <a:path w="624840" h="892810">
                  <a:moveTo>
                    <a:pt x="289954" y="781075"/>
                  </a:moveTo>
                  <a:lnTo>
                    <a:pt x="111521" y="781075"/>
                  </a:lnTo>
                  <a:lnTo>
                    <a:pt x="111521" y="714126"/>
                  </a:lnTo>
                  <a:lnTo>
                    <a:pt x="289954" y="714126"/>
                  </a:lnTo>
                  <a:lnTo>
                    <a:pt x="289954" y="781075"/>
                  </a:lnTo>
                  <a:close/>
                </a:path>
                <a:path w="624840" h="892810">
                  <a:moveTo>
                    <a:pt x="111521" y="602544"/>
                  </a:moveTo>
                  <a:lnTo>
                    <a:pt x="178433" y="602544"/>
                  </a:lnTo>
                  <a:lnTo>
                    <a:pt x="178433" y="669493"/>
                  </a:lnTo>
                  <a:lnTo>
                    <a:pt x="111521" y="669493"/>
                  </a:lnTo>
                  <a:lnTo>
                    <a:pt x="111521" y="602544"/>
                  </a:lnTo>
                  <a:close/>
                </a:path>
                <a:path w="624840" h="892810">
                  <a:moveTo>
                    <a:pt x="111521" y="490962"/>
                  </a:moveTo>
                  <a:lnTo>
                    <a:pt x="178433" y="490962"/>
                  </a:lnTo>
                  <a:lnTo>
                    <a:pt x="178433" y="557911"/>
                  </a:lnTo>
                  <a:lnTo>
                    <a:pt x="111521" y="557911"/>
                  </a:lnTo>
                  <a:lnTo>
                    <a:pt x="111521" y="490962"/>
                  </a:lnTo>
                  <a:close/>
                </a:path>
                <a:path w="624840" h="892810">
                  <a:moveTo>
                    <a:pt x="111521" y="379379"/>
                  </a:moveTo>
                  <a:lnTo>
                    <a:pt x="178433" y="379379"/>
                  </a:lnTo>
                  <a:lnTo>
                    <a:pt x="178433" y="446329"/>
                  </a:lnTo>
                  <a:lnTo>
                    <a:pt x="111521" y="446329"/>
                  </a:lnTo>
                  <a:lnTo>
                    <a:pt x="111521" y="379379"/>
                  </a:lnTo>
                  <a:close/>
                </a:path>
                <a:path w="624840" h="892810">
                  <a:moveTo>
                    <a:pt x="579908" y="0"/>
                  </a:moveTo>
                  <a:lnTo>
                    <a:pt x="44608" y="0"/>
                  </a:lnTo>
                  <a:lnTo>
                    <a:pt x="27287" y="3521"/>
                  </a:lnTo>
                  <a:lnTo>
                    <a:pt x="13103" y="13110"/>
                  </a:lnTo>
                  <a:lnTo>
                    <a:pt x="3519" y="27302"/>
                  </a:lnTo>
                  <a:lnTo>
                    <a:pt x="0" y="44632"/>
                  </a:lnTo>
                  <a:lnTo>
                    <a:pt x="0" y="848025"/>
                  </a:lnTo>
                  <a:lnTo>
                    <a:pt x="3520" y="865355"/>
                  </a:lnTo>
                  <a:lnTo>
                    <a:pt x="13104" y="879547"/>
                  </a:lnTo>
                  <a:lnTo>
                    <a:pt x="27288" y="889136"/>
                  </a:lnTo>
                  <a:lnTo>
                    <a:pt x="44608" y="892658"/>
                  </a:lnTo>
                  <a:lnTo>
                    <a:pt x="579909" y="892658"/>
                  </a:lnTo>
                  <a:lnTo>
                    <a:pt x="597229" y="889136"/>
                  </a:lnTo>
                  <a:lnTo>
                    <a:pt x="611413" y="879547"/>
                  </a:lnTo>
                  <a:lnTo>
                    <a:pt x="620997" y="865355"/>
                  </a:lnTo>
                  <a:lnTo>
                    <a:pt x="624517" y="848025"/>
                  </a:lnTo>
                  <a:lnTo>
                    <a:pt x="624517" y="44632"/>
                  </a:lnTo>
                  <a:lnTo>
                    <a:pt x="620997" y="27302"/>
                  </a:lnTo>
                  <a:lnTo>
                    <a:pt x="611413" y="13110"/>
                  </a:lnTo>
                  <a:lnTo>
                    <a:pt x="597229" y="3521"/>
                  </a:lnTo>
                  <a:lnTo>
                    <a:pt x="579908" y="0"/>
                  </a:lnTo>
                  <a:close/>
                </a:path>
              </a:pathLst>
            </a:custGeom>
            <a:ln w="13014">
              <a:solidFill>
                <a:srgbClr val="30AF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9189720" y="2982455"/>
              <a:ext cx="1083310" cy="1083310"/>
            </a:xfrm>
            <a:custGeom>
              <a:avLst/>
              <a:gdLst/>
              <a:ahLst/>
              <a:cxnLst/>
              <a:rect l="l" t="t" r="r" b="b"/>
              <a:pathLst>
                <a:path w="1083309" h="1083310">
                  <a:moveTo>
                    <a:pt x="0" y="1082814"/>
                  </a:moveTo>
                  <a:lnTo>
                    <a:pt x="1082814" y="1082814"/>
                  </a:lnTo>
                  <a:lnTo>
                    <a:pt x="1082814" y="0"/>
                  </a:lnTo>
                  <a:lnTo>
                    <a:pt x="0" y="0"/>
                  </a:lnTo>
                  <a:lnTo>
                    <a:pt x="0" y="108281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5070475" y="5033009"/>
            <a:ext cx="2051050" cy="730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300" spc="204">
                <a:latin typeface="Tahoma"/>
                <a:cs typeface="Tahoma"/>
              </a:rPr>
              <a:t>CONSUMO</a:t>
            </a:r>
            <a:r>
              <a:rPr dirty="0" sz="2300" spc="-140">
                <a:latin typeface="Tahoma"/>
                <a:cs typeface="Tahoma"/>
              </a:rPr>
              <a:t> </a:t>
            </a:r>
            <a:r>
              <a:rPr dirty="0" sz="2300" spc="100">
                <a:latin typeface="Tahoma"/>
                <a:cs typeface="Tahoma"/>
              </a:rPr>
              <a:t>DE</a:t>
            </a:r>
            <a:endParaRPr sz="2300">
              <a:latin typeface="Tahoma"/>
              <a:cs typeface="Tahoma"/>
            </a:endParaRPr>
          </a:p>
          <a:p>
            <a:pPr algn="ctr" marL="1270">
              <a:lnSpc>
                <a:spcPct val="100000"/>
              </a:lnSpc>
              <a:spcBef>
                <a:spcPts val="25"/>
              </a:spcBef>
            </a:pPr>
            <a:r>
              <a:rPr dirty="0" sz="2300" spc="60">
                <a:latin typeface="Tahoma"/>
                <a:cs typeface="Tahoma"/>
              </a:rPr>
              <a:t>ENERGÍA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8727440" y="5033009"/>
            <a:ext cx="2010410" cy="730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300" spc="110">
                <a:latin typeface="Tahoma"/>
                <a:cs typeface="Tahoma"/>
              </a:rPr>
              <a:t>CANTIDAD</a:t>
            </a:r>
            <a:r>
              <a:rPr dirty="0" sz="2300" spc="-130">
                <a:latin typeface="Tahoma"/>
                <a:cs typeface="Tahoma"/>
              </a:rPr>
              <a:t> </a:t>
            </a:r>
            <a:r>
              <a:rPr dirty="0" sz="2300" spc="100">
                <a:latin typeface="Tahoma"/>
                <a:cs typeface="Tahoma"/>
              </a:rPr>
              <a:t>DE</a:t>
            </a:r>
            <a:endParaRPr sz="23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dirty="0" sz="2300" spc="40">
                <a:latin typeface="Tahoma"/>
                <a:cs typeface="Tahoma"/>
              </a:rPr>
              <a:t>DATOS.</a:t>
            </a:r>
            <a:endParaRPr sz="2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89460" cy="6858000"/>
            <a:chOff x="0" y="0"/>
            <a:chExt cx="1218946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8952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56087" y="1593745"/>
              <a:ext cx="3678086" cy="368141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89460" cy="6858000"/>
            <a:chOff x="0" y="0"/>
            <a:chExt cx="1218946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8952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955649" y="3734561"/>
              <a:ext cx="1400175" cy="271145"/>
            </a:xfrm>
            <a:custGeom>
              <a:avLst/>
              <a:gdLst/>
              <a:ahLst/>
              <a:cxnLst/>
              <a:rect l="l" t="t" r="r" b="b"/>
              <a:pathLst>
                <a:path w="1400175" h="271145">
                  <a:moveTo>
                    <a:pt x="165404" y="13843"/>
                  </a:moveTo>
                  <a:lnTo>
                    <a:pt x="0" y="13843"/>
                  </a:lnTo>
                  <a:lnTo>
                    <a:pt x="0" y="265176"/>
                  </a:lnTo>
                  <a:lnTo>
                    <a:pt x="59994" y="265176"/>
                  </a:lnTo>
                  <a:lnTo>
                    <a:pt x="59994" y="167640"/>
                  </a:lnTo>
                  <a:lnTo>
                    <a:pt x="157264" y="167640"/>
                  </a:lnTo>
                  <a:lnTo>
                    <a:pt x="157264" y="117475"/>
                  </a:lnTo>
                  <a:lnTo>
                    <a:pt x="59994" y="117475"/>
                  </a:lnTo>
                  <a:lnTo>
                    <a:pt x="59994" y="65659"/>
                  </a:lnTo>
                  <a:lnTo>
                    <a:pt x="165404" y="65659"/>
                  </a:lnTo>
                  <a:lnTo>
                    <a:pt x="165404" y="13843"/>
                  </a:lnTo>
                  <a:close/>
                </a:path>
                <a:path w="1400175" h="271145">
                  <a:moveTo>
                    <a:pt x="358165" y="88392"/>
                  </a:moveTo>
                  <a:lnTo>
                    <a:pt x="300113" y="88392"/>
                  </a:lnTo>
                  <a:lnTo>
                    <a:pt x="300113" y="183896"/>
                  </a:lnTo>
                  <a:lnTo>
                    <a:pt x="299605" y="191287"/>
                  </a:lnTo>
                  <a:lnTo>
                    <a:pt x="275907" y="221157"/>
                  </a:lnTo>
                  <a:lnTo>
                    <a:pt x="268732" y="221869"/>
                  </a:lnTo>
                  <a:lnTo>
                    <a:pt x="263296" y="221869"/>
                  </a:lnTo>
                  <a:lnTo>
                    <a:pt x="242544" y="189230"/>
                  </a:lnTo>
                  <a:lnTo>
                    <a:pt x="242544" y="88392"/>
                  </a:lnTo>
                  <a:lnTo>
                    <a:pt x="183946" y="88392"/>
                  </a:lnTo>
                  <a:lnTo>
                    <a:pt x="183959" y="198501"/>
                  </a:lnTo>
                  <a:lnTo>
                    <a:pt x="191770" y="236448"/>
                  </a:lnTo>
                  <a:lnTo>
                    <a:pt x="218186" y="263906"/>
                  </a:lnTo>
                  <a:lnTo>
                    <a:pt x="248272" y="270256"/>
                  </a:lnTo>
                  <a:lnTo>
                    <a:pt x="254393" y="270256"/>
                  </a:lnTo>
                  <a:lnTo>
                    <a:pt x="289687" y="255651"/>
                  </a:lnTo>
                  <a:lnTo>
                    <a:pt x="293090" y="252095"/>
                  </a:lnTo>
                  <a:lnTo>
                    <a:pt x="296506" y="248666"/>
                  </a:lnTo>
                  <a:lnTo>
                    <a:pt x="299300" y="244856"/>
                  </a:lnTo>
                  <a:lnTo>
                    <a:pt x="301498" y="240792"/>
                  </a:lnTo>
                  <a:lnTo>
                    <a:pt x="302196" y="240792"/>
                  </a:lnTo>
                  <a:lnTo>
                    <a:pt x="302196" y="265176"/>
                  </a:lnTo>
                  <a:lnTo>
                    <a:pt x="358165" y="265176"/>
                  </a:lnTo>
                  <a:lnTo>
                    <a:pt x="358165" y="240792"/>
                  </a:lnTo>
                  <a:lnTo>
                    <a:pt x="358165" y="221869"/>
                  </a:lnTo>
                  <a:lnTo>
                    <a:pt x="358165" y="88392"/>
                  </a:lnTo>
                  <a:close/>
                </a:path>
                <a:path w="1400175" h="271145">
                  <a:moveTo>
                    <a:pt x="578383" y="265176"/>
                  </a:moveTo>
                  <a:lnTo>
                    <a:pt x="578345" y="154940"/>
                  </a:lnTo>
                  <a:lnTo>
                    <a:pt x="575386" y="131445"/>
                  </a:lnTo>
                  <a:lnTo>
                    <a:pt x="574954" y="129540"/>
                  </a:lnTo>
                  <a:lnTo>
                    <a:pt x="573049" y="123164"/>
                  </a:lnTo>
                  <a:lnTo>
                    <a:pt x="570585" y="117157"/>
                  </a:lnTo>
                  <a:lnTo>
                    <a:pt x="568236" y="112776"/>
                  </a:lnTo>
                  <a:lnTo>
                    <a:pt x="567575" y="111544"/>
                  </a:lnTo>
                  <a:lnTo>
                    <a:pt x="537311" y="86956"/>
                  </a:lnTo>
                  <a:lnTo>
                    <a:pt x="513740" y="83312"/>
                  </a:lnTo>
                  <a:lnTo>
                    <a:pt x="507644" y="83312"/>
                  </a:lnTo>
                  <a:lnTo>
                    <a:pt x="501802" y="84201"/>
                  </a:lnTo>
                  <a:lnTo>
                    <a:pt x="490753" y="87503"/>
                  </a:lnTo>
                  <a:lnTo>
                    <a:pt x="485800" y="89662"/>
                  </a:lnTo>
                  <a:lnTo>
                    <a:pt x="481228" y="92329"/>
                  </a:lnTo>
                  <a:lnTo>
                    <a:pt x="476656" y="94869"/>
                  </a:lnTo>
                  <a:lnTo>
                    <a:pt x="472592" y="98044"/>
                  </a:lnTo>
                  <a:lnTo>
                    <a:pt x="465734" y="105410"/>
                  </a:lnTo>
                  <a:lnTo>
                    <a:pt x="462940" y="109093"/>
                  </a:lnTo>
                  <a:lnTo>
                    <a:pt x="460781" y="112776"/>
                  </a:lnTo>
                  <a:lnTo>
                    <a:pt x="460146" y="112776"/>
                  </a:lnTo>
                  <a:lnTo>
                    <a:pt x="460146" y="88392"/>
                  </a:lnTo>
                  <a:lnTo>
                    <a:pt x="403631" y="88392"/>
                  </a:lnTo>
                  <a:lnTo>
                    <a:pt x="403631" y="265176"/>
                  </a:lnTo>
                  <a:lnTo>
                    <a:pt x="462178" y="265176"/>
                  </a:lnTo>
                  <a:lnTo>
                    <a:pt x="462280" y="163703"/>
                  </a:lnTo>
                  <a:lnTo>
                    <a:pt x="462940" y="159639"/>
                  </a:lnTo>
                  <a:lnTo>
                    <a:pt x="479831" y="134366"/>
                  </a:lnTo>
                  <a:lnTo>
                    <a:pt x="483641" y="132334"/>
                  </a:lnTo>
                  <a:lnTo>
                    <a:pt x="488213" y="131445"/>
                  </a:lnTo>
                  <a:lnTo>
                    <a:pt x="498627" y="131445"/>
                  </a:lnTo>
                  <a:lnTo>
                    <a:pt x="502945" y="132334"/>
                  </a:lnTo>
                  <a:lnTo>
                    <a:pt x="506374" y="134366"/>
                  </a:lnTo>
                  <a:lnTo>
                    <a:pt x="509930" y="136398"/>
                  </a:lnTo>
                  <a:lnTo>
                    <a:pt x="512597" y="139192"/>
                  </a:lnTo>
                  <a:lnTo>
                    <a:pt x="514438" y="142748"/>
                  </a:lnTo>
                  <a:lnTo>
                    <a:pt x="516280" y="145923"/>
                  </a:lnTo>
                  <a:lnTo>
                    <a:pt x="517550" y="149987"/>
                  </a:lnTo>
                  <a:lnTo>
                    <a:pt x="519328" y="159004"/>
                  </a:lnTo>
                  <a:lnTo>
                    <a:pt x="519836" y="163703"/>
                  </a:lnTo>
                  <a:lnTo>
                    <a:pt x="519836" y="265176"/>
                  </a:lnTo>
                  <a:lnTo>
                    <a:pt x="578383" y="265176"/>
                  </a:lnTo>
                  <a:close/>
                </a:path>
                <a:path w="1400175" h="271145">
                  <a:moveTo>
                    <a:pt x="778535" y="106553"/>
                  </a:moveTo>
                  <a:lnTo>
                    <a:pt x="744245" y="87376"/>
                  </a:lnTo>
                  <a:lnTo>
                    <a:pt x="719353" y="82677"/>
                  </a:lnTo>
                  <a:lnTo>
                    <a:pt x="712876" y="82677"/>
                  </a:lnTo>
                  <a:lnTo>
                    <a:pt x="674268" y="89281"/>
                  </a:lnTo>
                  <a:lnTo>
                    <a:pt x="636460" y="114515"/>
                  </a:lnTo>
                  <a:lnTo>
                    <a:pt x="616089" y="156184"/>
                  </a:lnTo>
                  <a:lnTo>
                    <a:pt x="614197" y="176784"/>
                  </a:lnTo>
                  <a:lnTo>
                    <a:pt x="614667" y="187528"/>
                  </a:lnTo>
                  <a:lnTo>
                    <a:pt x="625983" y="224637"/>
                  </a:lnTo>
                  <a:lnTo>
                    <a:pt x="657364" y="256641"/>
                  </a:lnTo>
                  <a:lnTo>
                    <a:pt x="702945" y="270624"/>
                  </a:lnTo>
                  <a:lnTo>
                    <a:pt x="713257" y="271018"/>
                  </a:lnTo>
                  <a:lnTo>
                    <a:pt x="722922" y="270637"/>
                  </a:lnTo>
                  <a:lnTo>
                    <a:pt x="766038" y="257708"/>
                  </a:lnTo>
                  <a:lnTo>
                    <a:pt x="778535" y="248285"/>
                  </a:lnTo>
                  <a:lnTo>
                    <a:pt x="757110" y="221869"/>
                  </a:lnTo>
                  <a:lnTo>
                    <a:pt x="746404" y="208661"/>
                  </a:lnTo>
                  <a:lnTo>
                    <a:pt x="720623" y="221869"/>
                  </a:lnTo>
                  <a:lnTo>
                    <a:pt x="708304" y="221869"/>
                  </a:lnTo>
                  <a:lnTo>
                    <a:pt x="702589" y="220726"/>
                  </a:lnTo>
                  <a:lnTo>
                    <a:pt x="697496" y="218313"/>
                  </a:lnTo>
                  <a:lnTo>
                    <a:pt x="692289" y="216027"/>
                  </a:lnTo>
                  <a:lnTo>
                    <a:pt x="676033" y="194183"/>
                  </a:lnTo>
                  <a:lnTo>
                    <a:pt x="674141" y="188722"/>
                  </a:lnTo>
                  <a:lnTo>
                    <a:pt x="673125" y="182880"/>
                  </a:lnTo>
                  <a:lnTo>
                    <a:pt x="673125" y="170688"/>
                  </a:lnTo>
                  <a:lnTo>
                    <a:pt x="674141" y="164846"/>
                  </a:lnTo>
                  <a:lnTo>
                    <a:pt x="676173" y="159512"/>
                  </a:lnTo>
                  <a:lnTo>
                    <a:pt x="678205" y="154051"/>
                  </a:lnTo>
                  <a:lnTo>
                    <a:pt x="697255" y="135128"/>
                  </a:lnTo>
                  <a:lnTo>
                    <a:pt x="702195" y="132588"/>
                  </a:lnTo>
                  <a:lnTo>
                    <a:pt x="707783" y="131445"/>
                  </a:lnTo>
                  <a:lnTo>
                    <a:pt x="719988" y="131445"/>
                  </a:lnTo>
                  <a:lnTo>
                    <a:pt x="745007" y="145542"/>
                  </a:lnTo>
                  <a:lnTo>
                    <a:pt x="757123" y="131445"/>
                  </a:lnTo>
                  <a:lnTo>
                    <a:pt x="778535" y="106553"/>
                  </a:lnTo>
                  <a:close/>
                </a:path>
                <a:path w="1400175" h="271145">
                  <a:moveTo>
                    <a:pt x="860323" y="88392"/>
                  </a:moveTo>
                  <a:lnTo>
                    <a:pt x="802030" y="88392"/>
                  </a:lnTo>
                  <a:lnTo>
                    <a:pt x="802030" y="265176"/>
                  </a:lnTo>
                  <a:lnTo>
                    <a:pt x="860323" y="265176"/>
                  </a:lnTo>
                  <a:lnTo>
                    <a:pt x="860323" y="88392"/>
                  </a:lnTo>
                  <a:close/>
                </a:path>
                <a:path w="1400175" h="271145">
                  <a:moveTo>
                    <a:pt x="864641" y="27432"/>
                  </a:moveTo>
                  <a:lnTo>
                    <a:pt x="863752" y="23368"/>
                  </a:lnTo>
                  <a:lnTo>
                    <a:pt x="860196" y="15494"/>
                  </a:lnTo>
                  <a:lnTo>
                    <a:pt x="857783" y="12065"/>
                  </a:lnTo>
                  <a:lnTo>
                    <a:pt x="854862" y="9271"/>
                  </a:lnTo>
                  <a:lnTo>
                    <a:pt x="851941" y="6350"/>
                  </a:lnTo>
                  <a:lnTo>
                    <a:pt x="848385" y="4191"/>
                  </a:lnTo>
                  <a:lnTo>
                    <a:pt x="844194" y="2413"/>
                  </a:lnTo>
                  <a:lnTo>
                    <a:pt x="840003" y="762"/>
                  </a:lnTo>
                  <a:lnTo>
                    <a:pt x="835685" y="0"/>
                  </a:lnTo>
                  <a:lnTo>
                    <a:pt x="826414" y="0"/>
                  </a:lnTo>
                  <a:lnTo>
                    <a:pt x="822096" y="889"/>
                  </a:lnTo>
                  <a:lnTo>
                    <a:pt x="818159" y="2667"/>
                  </a:lnTo>
                  <a:lnTo>
                    <a:pt x="814095" y="4445"/>
                  </a:lnTo>
                  <a:lnTo>
                    <a:pt x="810539" y="6731"/>
                  </a:lnTo>
                  <a:lnTo>
                    <a:pt x="804316" y="12446"/>
                  </a:lnTo>
                  <a:lnTo>
                    <a:pt x="801903" y="15748"/>
                  </a:lnTo>
                  <a:lnTo>
                    <a:pt x="800379" y="19685"/>
                  </a:lnTo>
                  <a:lnTo>
                    <a:pt x="798728" y="23622"/>
                  </a:lnTo>
                  <a:lnTo>
                    <a:pt x="798004" y="27432"/>
                  </a:lnTo>
                  <a:lnTo>
                    <a:pt x="797966" y="40640"/>
                  </a:lnTo>
                  <a:lnTo>
                    <a:pt x="801141" y="48133"/>
                  </a:lnTo>
                  <a:lnTo>
                    <a:pt x="831240" y="63881"/>
                  </a:lnTo>
                  <a:lnTo>
                    <a:pt x="835685" y="63881"/>
                  </a:lnTo>
                  <a:lnTo>
                    <a:pt x="854862" y="54610"/>
                  </a:lnTo>
                  <a:lnTo>
                    <a:pt x="857783" y="51816"/>
                  </a:lnTo>
                  <a:lnTo>
                    <a:pt x="860196" y="48387"/>
                  </a:lnTo>
                  <a:lnTo>
                    <a:pt x="861974" y="44577"/>
                  </a:lnTo>
                  <a:lnTo>
                    <a:pt x="863752" y="40640"/>
                  </a:lnTo>
                  <a:lnTo>
                    <a:pt x="864641" y="36322"/>
                  </a:lnTo>
                  <a:lnTo>
                    <a:pt x="864641" y="27432"/>
                  </a:lnTo>
                  <a:close/>
                </a:path>
                <a:path w="1400175" h="271145">
                  <a:moveTo>
                    <a:pt x="1061364" y="11049"/>
                  </a:moveTo>
                  <a:lnTo>
                    <a:pt x="1002436" y="11049"/>
                  </a:lnTo>
                  <a:lnTo>
                    <a:pt x="965479" y="62230"/>
                  </a:lnTo>
                  <a:lnTo>
                    <a:pt x="1009548" y="62230"/>
                  </a:lnTo>
                  <a:lnTo>
                    <a:pt x="1061364" y="11049"/>
                  </a:lnTo>
                  <a:close/>
                </a:path>
                <a:path w="1400175" h="271145">
                  <a:moveTo>
                    <a:pt x="1094003" y="176149"/>
                  </a:moveTo>
                  <a:lnTo>
                    <a:pt x="1086129" y="137033"/>
                  </a:lnTo>
                  <a:lnTo>
                    <a:pt x="1083106" y="131064"/>
                  </a:lnTo>
                  <a:lnTo>
                    <a:pt x="1081874" y="128625"/>
                  </a:lnTo>
                  <a:lnTo>
                    <a:pt x="1050391" y="96926"/>
                  </a:lnTo>
                  <a:lnTo>
                    <a:pt x="1037996" y="90830"/>
                  </a:lnTo>
                  <a:lnTo>
                    <a:pt x="1037996" y="170434"/>
                  </a:lnTo>
                  <a:lnTo>
                    <a:pt x="1037996" y="181737"/>
                  </a:lnTo>
                  <a:lnTo>
                    <a:pt x="1019454" y="215392"/>
                  </a:lnTo>
                  <a:lnTo>
                    <a:pt x="1014247" y="217932"/>
                  </a:lnTo>
                  <a:lnTo>
                    <a:pt x="1009040" y="220599"/>
                  </a:lnTo>
                  <a:lnTo>
                    <a:pt x="1002944" y="221869"/>
                  </a:lnTo>
                  <a:lnTo>
                    <a:pt x="989228" y="221869"/>
                  </a:lnTo>
                  <a:lnTo>
                    <a:pt x="983132" y="220599"/>
                  </a:lnTo>
                  <a:lnTo>
                    <a:pt x="977925" y="217932"/>
                  </a:lnTo>
                  <a:lnTo>
                    <a:pt x="972718" y="215392"/>
                  </a:lnTo>
                  <a:lnTo>
                    <a:pt x="968400" y="211836"/>
                  </a:lnTo>
                  <a:lnTo>
                    <a:pt x="961161" y="203073"/>
                  </a:lnTo>
                  <a:lnTo>
                    <a:pt x="958494" y="198247"/>
                  </a:lnTo>
                  <a:lnTo>
                    <a:pt x="956843" y="192786"/>
                  </a:lnTo>
                  <a:lnTo>
                    <a:pt x="955065" y="187325"/>
                  </a:lnTo>
                  <a:lnTo>
                    <a:pt x="954176" y="181737"/>
                  </a:lnTo>
                  <a:lnTo>
                    <a:pt x="954176" y="170434"/>
                  </a:lnTo>
                  <a:lnTo>
                    <a:pt x="955065" y="164846"/>
                  </a:lnTo>
                  <a:lnTo>
                    <a:pt x="956843" y="159512"/>
                  </a:lnTo>
                  <a:lnTo>
                    <a:pt x="958494" y="154051"/>
                  </a:lnTo>
                  <a:lnTo>
                    <a:pt x="977671" y="135001"/>
                  </a:lnTo>
                  <a:lnTo>
                    <a:pt x="982878" y="132334"/>
                  </a:lnTo>
                  <a:lnTo>
                    <a:pt x="988847" y="131064"/>
                  </a:lnTo>
                  <a:lnTo>
                    <a:pt x="1002563" y="131064"/>
                  </a:lnTo>
                  <a:lnTo>
                    <a:pt x="1008659" y="132334"/>
                  </a:lnTo>
                  <a:lnTo>
                    <a:pt x="1013866" y="135001"/>
                  </a:lnTo>
                  <a:lnTo>
                    <a:pt x="1019073" y="137541"/>
                  </a:lnTo>
                  <a:lnTo>
                    <a:pt x="1035075" y="159512"/>
                  </a:lnTo>
                  <a:lnTo>
                    <a:pt x="1036980" y="164846"/>
                  </a:lnTo>
                  <a:lnTo>
                    <a:pt x="1037996" y="90830"/>
                  </a:lnTo>
                  <a:lnTo>
                    <a:pt x="995705" y="82677"/>
                  </a:lnTo>
                  <a:lnTo>
                    <a:pt x="985837" y="83083"/>
                  </a:lnTo>
                  <a:lnTo>
                    <a:pt x="941095" y="96926"/>
                  </a:lnTo>
                  <a:lnTo>
                    <a:pt x="909764" y="128625"/>
                  </a:lnTo>
                  <a:lnTo>
                    <a:pt x="898156" y="165557"/>
                  </a:lnTo>
                  <a:lnTo>
                    <a:pt x="897661" y="176149"/>
                  </a:lnTo>
                  <a:lnTo>
                    <a:pt x="898156" y="186753"/>
                  </a:lnTo>
                  <a:lnTo>
                    <a:pt x="909764" y="223850"/>
                  </a:lnTo>
                  <a:lnTo>
                    <a:pt x="941095" y="256082"/>
                  </a:lnTo>
                  <a:lnTo>
                    <a:pt x="985837" y="270598"/>
                  </a:lnTo>
                  <a:lnTo>
                    <a:pt x="995705" y="271018"/>
                  </a:lnTo>
                  <a:lnTo>
                    <a:pt x="1005649" y="270598"/>
                  </a:lnTo>
                  <a:lnTo>
                    <a:pt x="1050391" y="256082"/>
                  </a:lnTo>
                  <a:lnTo>
                    <a:pt x="1081874" y="223850"/>
                  </a:lnTo>
                  <a:lnTo>
                    <a:pt x="1082865" y="221869"/>
                  </a:lnTo>
                  <a:lnTo>
                    <a:pt x="1086129" y="215392"/>
                  </a:lnTo>
                  <a:lnTo>
                    <a:pt x="1089545" y="206375"/>
                  </a:lnTo>
                  <a:lnTo>
                    <a:pt x="1092009" y="196824"/>
                  </a:lnTo>
                  <a:lnTo>
                    <a:pt x="1093495" y="186753"/>
                  </a:lnTo>
                  <a:lnTo>
                    <a:pt x="1094003" y="176149"/>
                  </a:lnTo>
                  <a:close/>
                </a:path>
                <a:path w="1400175" h="271145">
                  <a:moveTo>
                    <a:pt x="1305331" y="265176"/>
                  </a:moveTo>
                  <a:lnTo>
                    <a:pt x="1305293" y="154940"/>
                  </a:lnTo>
                  <a:lnTo>
                    <a:pt x="1302334" y="131445"/>
                  </a:lnTo>
                  <a:lnTo>
                    <a:pt x="1301902" y="129540"/>
                  </a:lnTo>
                  <a:lnTo>
                    <a:pt x="1299997" y="123164"/>
                  </a:lnTo>
                  <a:lnTo>
                    <a:pt x="1297533" y="117157"/>
                  </a:lnTo>
                  <a:lnTo>
                    <a:pt x="1295184" y="112776"/>
                  </a:lnTo>
                  <a:lnTo>
                    <a:pt x="1294523" y="111544"/>
                  </a:lnTo>
                  <a:lnTo>
                    <a:pt x="1264259" y="86956"/>
                  </a:lnTo>
                  <a:lnTo>
                    <a:pt x="1240688" y="83312"/>
                  </a:lnTo>
                  <a:lnTo>
                    <a:pt x="1234592" y="83312"/>
                  </a:lnTo>
                  <a:lnTo>
                    <a:pt x="1228750" y="84201"/>
                  </a:lnTo>
                  <a:lnTo>
                    <a:pt x="1217701" y="87503"/>
                  </a:lnTo>
                  <a:lnTo>
                    <a:pt x="1212748" y="89662"/>
                  </a:lnTo>
                  <a:lnTo>
                    <a:pt x="1208176" y="92329"/>
                  </a:lnTo>
                  <a:lnTo>
                    <a:pt x="1203604" y="94869"/>
                  </a:lnTo>
                  <a:lnTo>
                    <a:pt x="1199540" y="98044"/>
                  </a:lnTo>
                  <a:lnTo>
                    <a:pt x="1192682" y="105410"/>
                  </a:lnTo>
                  <a:lnTo>
                    <a:pt x="1189888" y="109093"/>
                  </a:lnTo>
                  <a:lnTo>
                    <a:pt x="1187729" y="112776"/>
                  </a:lnTo>
                  <a:lnTo>
                    <a:pt x="1187094" y="112776"/>
                  </a:lnTo>
                  <a:lnTo>
                    <a:pt x="1187094" y="88392"/>
                  </a:lnTo>
                  <a:lnTo>
                    <a:pt x="1130579" y="88392"/>
                  </a:lnTo>
                  <a:lnTo>
                    <a:pt x="1130579" y="265176"/>
                  </a:lnTo>
                  <a:lnTo>
                    <a:pt x="1189126" y="265176"/>
                  </a:lnTo>
                  <a:lnTo>
                    <a:pt x="1189228" y="163703"/>
                  </a:lnTo>
                  <a:lnTo>
                    <a:pt x="1189888" y="159639"/>
                  </a:lnTo>
                  <a:lnTo>
                    <a:pt x="1206779" y="134366"/>
                  </a:lnTo>
                  <a:lnTo>
                    <a:pt x="1210589" y="132334"/>
                  </a:lnTo>
                  <a:lnTo>
                    <a:pt x="1215161" y="131445"/>
                  </a:lnTo>
                  <a:lnTo>
                    <a:pt x="1225575" y="131445"/>
                  </a:lnTo>
                  <a:lnTo>
                    <a:pt x="1229893" y="132334"/>
                  </a:lnTo>
                  <a:lnTo>
                    <a:pt x="1233322" y="134366"/>
                  </a:lnTo>
                  <a:lnTo>
                    <a:pt x="1236878" y="136398"/>
                  </a:lnTo>
                  <a:lnTo>
                    <a:pt x="1239545" y="139192"/>
                  </a:lnTo>
                  <a:lnTo>
                    <a:pt x="1241386" y="142748"/>
                  </a:lnTo>
                  <a:lnTo>
                    <a:pt x="1243228" y="145923"/>
                  </a:lnTo>
                  <a:lnTo>
                    <a:pt x="1244498" y="149987"/>
                  </a:lnTo>
                  <a:lnTo>
                    <a:pt x="1246276" y="159004"/>
                  </a:lnTo>
                  <a:lnTo>
                    <a:pt x="1246784" y="163703"/>
                  </a:lnTo>
                  <a:lnTo>
                    <a:pt x="1246784" y="265176"/>
                  </a:lnTo>
                  <a:lnTo>
                    <a:pt x="1305331" y="265176"/>
                  </a:lnTo>
                  <a:close/>
                </a:path>
                <a:path w="1400175" h="271145">
                  <a:moveTo>
                    <a:pt x="1399819" y="243332"/>
                  </a:moveTo>
                  <a:lnTo>
                    <a:pt x="1398041" y="238887"/>
                  </a:lnTo>
                  <a:lnTo>
                    <a:pt x="1394358" y="234950"/>
                  </a:lnTo>
                  <a:lnTo>
                    <a:pt x="1390802" y="231013"/>
                  </a:lnTo>
                  <a:lnTo>
                    <a:pt x="1386230" y="228981"/>
                  </a:lnTo>
                  <a:lnTo>
                    <a:pt x="1374927" y="228981"/>
                  </a:lnTo>
                  <a:lnTo>
                    <a:pt x="1370228" y="231013"/>
                  </a:lnTo>
                  <a:lnTo>
                    <a:pt x="1366799" y="234950"/>
                  </a:lnTo>
                  <a:lnTo>
                    <a:pt x="1363243" y="238887"/>
                  </a:lnTo>
                  <a:lnTo>
                    <a:pt x="1361465" y="243332"/>
                  </a:lnTo>
                  <a:lnTo>
                    <a:pt x="1361465" y="253238"/>
                  </a:lnTo>
                  <a:lnTo>
                    <a:pt x="1363243" y="257683"/>
                  </a:lnTo>
                  <a:lnTo>
                    <a:pt x="1366799" y="261493"/>
                  </a:lnTo>
                  <a:lnTo>
                    <a:pt x="1370228" y="265430"/>
                  </a:lnTo>
                  <a:lnTo>
                    <a:pt x="1374927" y="267335"/>
                  </a:lnTo>
                  <a:lnTo>
                    <a:pt x="1386230" y="267335"/>
                  </a:lnTo>
                  <a:lnTo>
                    <a:pt x="1390802" y="265430"/>
                  </a:lnTo>
                  <a:lnTo>
                    <a:pt x="1394358" y="261493"/>
                  </a:lnTo>
                  <a:lnTo>
                    <a:pt x="1398041" y="257683"/>
                  </a:lnTo>
                  <a:lnTo>
                    <a:pt x="1399819" y="253238"/>
                  </a:lnTo>
                  <a:lnTo>
                    <a:pt x="1399819" y="243332"/>
                  </a:lnTo>
                  <a:close/>
                </a:path>
                <a:path w="1400175" h="271145">
                  <a:moveTo>
                    <a:pt x="1399819" y="111125"/>
                  </a:moveTo>
                  <a:lnTo>
                    <a:pt x="1398041" y="106680"/>
                  </a:lnTo>
                  <a:lnTo>
                    <a:pt x="1394358" y="102743"/>
                  </a:lnTo>
                  <a:lnTo>
                    <a:pt x="1390802" y="98806"/>
                  </a:lnTo>
                  <a:lnTo>
                    <a:pt x="1386230" y="96901"/>
                  </a:lnTo>
                  <a:lnTo>
                    <a:pt x="1374927" y="96901"/>
                  </a:lnTo>
                  <a:lnTo>
                    <a:pt x="1370228" y="98806"/>
                  </a:lnTo>
                  <a:lnTo>
                    <a:pt x="1366799" y="102743"/>
                  </a:lnTo>
                  <a:lnTo>
                    <a:pt x="1363243" y="106680"/>
                  </a:lnTo>
                  <a:lnTo>
                    <a:pt x="1361465" y="111125"/>
                  </a:lnTo>
                  <a:lnTo>
                    <a:pt x="1361465" y="121158"/>
                  </a:lnTo>
                  <a:lnTo>
                    <a:pt x="1363243" y="125476"/>
                  </a:lnTo>
                  <a:lnTo>
                    <a:pt x="1370228" y="133223"/>
                  </a:lnTo>
                  <a:lnTo>
                    <a:pt x="1374927" y="135255"/>
                  </a:lnTo>
                  <a:lnTo>
                    <a:pt x="1386230" y="135255"/>
                  </a:lnTo>
                  <a:lnTo>
                    <a:pt x="1390802" y="133223"/>
                  </a:lnTo>
                  <a:lnTo>
                    <a:pt x="1398041" y="125476"/>
                  </a:lnTo>
                  <a:lnTo>
                    <a:pt x="1399819" y="121158"/>
                  </a:lnTo>
                  <a:lnTo>
                    <a:pt x="1399819" y="111125"/>
                  </a:lnTo>
                  <a:close/>
                </a:path>
              </a:pathLst>
            </a:custGeom>
            <a:solidFill>
              <a:srgbClr val="253B21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12948" y="3748404"/>
              <a:ext cx="1739518" cy="336676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4386198" y="3829303"/>
              <a:ext cx="594995" cy="255904"/>
            </a:xfrm>
            <a:custGeom>
              <a:avLst/>
              <a:gdLst/>
              <a:ahLst/>
              <a:cxnLst/>
              <a:rect l="l" t="t" r="r" b="b"/>
              <a:pathLst>
                <a:path w="594995" h="255904">
                  <a:moveTo>
                    <a:pt x="173609" y="142367"/>
                  </a:moveTo>
                  <a:lnTo>
                    <a:pt x="149478" y="142367"/>
                  </a:lnTo>
                  <a:lnTo>
                    <a:pt x="149478" y="255778"/>
                  </a:lnTo>
                  <a:lnTo>
                    <a:pt x="173609" y="255778"/>
                  </a:lnTo>
                  <a:lnTo>
                    <a:pt x="173609" y="142367"/>
                  </a:lnTo>
                  <a:close/>
                </a:path>
                <a:path w="594995" h="255904">
                  <a:moveTo>
                    <a:pt x="85851" y="0"/>
                  </a:moveTo>
                  <a:lnTo>
                    <a:pt x="42925" y="10521"/>
                  </a:lnTo>
                  <a:lnTo>
                    <a:pt x="13557" y="38068"/>
                  </a:lnTo>
                  <a:lnTo>
                    <a:pt x="380" y="78355"/>
                  </a:lnTo>
                  <a:lnTo>
                    <a:pt x="0" y="87503"/>
                  </a:lnTo>
                  <a:lnTo>
                    <a:pt x="381" y="96506"/>
                  </a:lnTo>
                  <a:lnTo>
                    <a:pt x="13557" y="136858"/>
                  </a:lnTo>
                  <a:lnTo>
                    <a:pt x="42925" y="164357"/>
                  </a:lnTo>
                  <a:lnTo>
                    <a:pt x="85851" y="174879"/>
                  </a:lnTo>
                  <a:lnTo>
                    <a:pt x="94740" y="174353"/>
                  </a:lnTo>
                  <a:lnTo>
                    <a:pt x="136350" y="156178"/>
                  </a:lnTo>
                  <a:lnTo>
                    <a:pt x="138354" y="154178"/>
                  </a:lnTo>
                  <a:lnTo>
                    <a:pt x="88391" y="154178"/>
                  </a:lnTo>
                  <a:lnTo>
                    <a:pt x="81152" y="153864"/>
                  </a:lnTo>
                  <a:lnTo>
                    <a:pt x="36702" y="128778"/>
                  </a:lnTo>
                  <a:lnTo>
                    <a:pt x="25526" y="87503"/>
                  </a:lnTo>
                  <a:lnTo>
                    <a:pt x="25806" y="80498"/>
                  </a:lnTo>
                  <a:lnTo>
                    <a:pt x="41910" y="40005"/>
                  </a:lnTo>
                  <a:lnTo>
                    <a:pt x="81239" y="20649"/>
                  </a:lnTo>
                  <a:lnTo>
                    <a:pt x="88391" y="20320"/>
                  </a:lnTo>
                  <a:lnTo>
                    <a:pt x="137925" y="20320"/>
                  </a:lnTo>
                  <a:lnTo>
                    <a:pt x="136350" y="18700"/>
                  </a:lnTo>
                  <a:lnTo>
                    <a:pt x="94740" y="523"/>
                  </a:lnTo>
                  <a:lnTo>
                    <a:pt x="85851" y="0"/>
                  </a:lnTo>
                  <a:close/>
                </a:path>
                <a:path w="594995" h="255904">
                  <a:moveTo>
                    <a:pt x="137925" y="20320"/>
                  </a:moveTo>
                  <a:lnTo>
                    <a:pt x="88391" y="20320"/>
                  </a:lnTo>
                  <a:lnTo>
                    <a:pt x="95231" y="20653"/>
                  </a:lnTo>
                  <a:lnTo>
                    <a:pt x="101742" y="21621"/>
                  </a:lnTo>
                  <a:lnTo>
                    <a:pt x="139826" y="45720"/>
                  </a:lnTo>
                  <a:lnTo>
                    <a:pt x="152273" y="87503"/>
                  </a:lnTo>
                  <a:lnTo>
                    <a:pt x="151965" y="94452"/>
                  </a:lnTo>
                  <a:lnTo>
                    <a:pt x="134238" y="135001"/>
                  </a:lnTo>
                  <a:lnTo>
                    <a:pt x="95204" y="153864"/>
                  </a:lnTo>
                  <a:lnTo>
                    <a:pt x="88391" y="154178"/>
                  </a:lnTo>
                  <a:lnTo>
                    <a:pt x="138354" y="154178"/>
                  </a:lnTo>
                  <a:lnTo>
                    <a:pt x="142817" y="149725"/>
                  </a:lnTo>
                  <a:lnTo>
                    <a:pt x="148462" y="142367"/>
                  </a:lnTo>
                  <a:lnTo>
                    <a:pt x="173609" y="142367"/>
                  </a:lnTo>
                  <a:lnTo>
                    <a:pt x="173609" y="33020"/>
                  </a:lnTo>
                  <a:lnTo>
                    <a:pt x="148462" y="33020"/>
                  </a:lnTo>
                  <a:lnTo>
                    <a:pt x="142855" y="25400"/>
                  </a:lnTo>
                  <a:lnTo>
                    <a:pt x="137925" y="20320"/>
                  </a:lnTo>
                  <a:close/>
                </a:path>
                <a:path w="594995" h="255904">
                  <a:moveTo>
                    <a:pt x="173609" y="4445"/>
                  </a:moveTo>
                  <a:lnTo>
                    <a:pt x="149478" y="4445"/>
                  </a:lnTo>
                  <a:lnTo>
                    <a:pt x="149478" y="33020"/>
                  </a:lnTo>
                  <a:lnTo>
                    <a:pt x="173609" y="33020"/>
                  </a:lnTo>
                  <a:lnTo>
                    <a:pt x="173609" y="4445"/>
                  </a:lnTo>
                  <a:close/>
                </a:path>
                <a:path w="594995" h="255904">
                  <a:moveTo>
                    <a:pt x="260223" y="4445"/>
                  </a:moveTo>
                  <a:lnTo>
                    <a:pt x="236092" y="4445"/>
                  </a:lnTo>
                  <a:lnTo>
                    <a:pt x="236092" y="106172"/>
                  </a:lnTo>
                  <a:lnTo>
                    <a:pt x="245040" y="145766"/>
                  </a:lnTo>
                  <a:lnTo>
                    <a:pt x="284561" y="173690"/>
                  </a:lnTo>
                  <a:lnTo>
                    <a:pt x="299465" y="174879"/>
                  </a:lnTo>
                  <a:lnTo>
                    <a:pt x="308151" y="174307"/>
                  </a:lnTo>
                  <a:lnTo>
                    <a:pt x="346789" y="155257"/>
                  </a:lnTo>
                  <a:lnTo>
                    <a:pt x="347374" y="154559"/>
                  </a:lnTo>
                  <a:lnTo>
                    <a:pt x="296672" y="154559"/>
                  </a:lnTo>
                  <a:lnTo>
                    <a:pt x="289433" y="153162"/>
                  </a:lnTo>
                  <a:lnTo>
                    <a:pt x="283590" y="150241"/>
                  </a:lnTo>
                  <a:lnTo>
                    <a:pt x="277749" y="147447"/>
                  </a:lnTo>
                  <a:lnTo>
                    <a:pt x="273050" y="143510"/>
                  </a:lnTo>
                  <a:lnTo>
                    <a:pt x="260331" y="106172"/>
                  </a:lnTo>
                  <a:lnTo>
                    <a:pt x="260223" y="4445"/>
                  </a:lnTo>
                  <a:close/>
                </a:path>
                <a:path w="594995" h="255904">
                  <a:moveTo>
                    <a:pt x="380064" y="142113"/>
                  </a:moveTo>
                  <a:lnTo>
                    <a:pt x="356742" y="142113"/>
                  </a:lnTo>
                  <a:lnTo>
                    <a:pt x="356844" y="147447"/>
                  </a:lnTo>
                  <a:lnTo>
                    <a:pt x="357020" y="150622"/>
                  </a:lnTo>
                  <a:lnTo>
                    <a:pt x="357504" y="161036"/>
                  </a:lnTo>
                  <a:lnTo>
                    <a:pt x="357886" y="165989"/>
                  </a:lnTo>
                  <a:lnTo>
                    <a:pt x="358393" y="170434"/>
                  </a:lnTo>
                  <a:lnTo>
                    <a:pt x="381380" y="170434"/>
                  </a:lnTo>
                  <a:lnTo>
                    <a:pt x="380962" y="164216"/>
                  </a:lnTo>
                  <a:lnTo>
                    <a:pt x="380618" y="158496"/>
                  </a:lnTo>
                  <a:lnTo>
                    <a:pt x="380108" y="144145"/>
                  </a:lnTo>
                  <a:lnTo>
                    <a:pt x="380064" y="142113"/>
                  </a:lnTo>
                  <a:close/>
                </a:path>
                <a:path w="594995" h="255904">
                  <a:moveTo>
                    <a:pt x="379984" y="4445"/>
                  </a:moveTo>
                  <a:lnTo>
                    <a:pt x="355726" y="4445"/>
                  </a:lnTo>
                  <a:lnTo>
                    <a:pt x="355726" y="89535"/>
                  </a:lnTo>
                  <a:lnTo>
                    <a:pt x="355465" y="97559"/>
                  </a:lnTo>
                  <a:lnTo>
                    <a:pt x="340105" y="138811"/>
                  </a:lnTo>
                  <a:lnTo>
                    <a:pt x="335406" y="144145"/>
                  </a:lnTo>
                  <a:lnTo>
                    <a:pt x="330073" y="148082"/>
                  </a:lnTo>
                  <a:lnTo>
                    <a:pt x="323976" y="150622"/>
                  </a:lnTo>
                  <a:lnTo>
                    <a:pt x="318008" y="153289"/>
                  </a:lnTo>
                  <a:lnTo>
                    <a:pt x="311785" y="154559"/>
                  </a:lnTo>
                  <a:lnTo>
                    <a:pt x="347374" y="154559"/>
                  </a:lnTo>
                  <a:lnTo>
                    <a:pt x="352014" y="149018"/>
                  </a:lnTo>
                  <a:lnTo>
                    <a:pt x="356108" y="142113"/>
                  </a:lnTo>
                  <a:lnTo>
                    <a:pt x="380064" y="142113"/>
                  </a:lnTo>
                  <a:lnTo>
                    <a:pt x="379984" y="4445"/>
                  </a:lnTo>
                  <a:close/>
                </a:path>
                <a:path w="594995" h="255904">
                  <a:moveTo>
                    <a:pt x="514985" y="0"/>
                  </a:moveTo>
                  <a:lnTo>
                    <a:pt x="474583" y="10247"/>
                  </a:lnTo>
                  <a:lnTo>
                    <a:pt x="445182" y="37687"/>
                  </a:lnTo>
                  <a:lnTo>
                    <a:pt x="431694" y="78188"/>
                  </a:lnTo>
                  <a:lnTo>
                    <a:pt x="431291" y="87503"/>
                  </a:lnTo>
                  <a:lnTo>
                    <a:pt x="431696" y="96670"/>
                  </a:lnTo>
                  <a:lnTo>
                    <a:pt x="445484" y="137128"/>
                  </a:lnTo>
                  <a:lnTo>
                    <a:pt x="475357" y="164631"/>
                  </a:lnTo>
                  <a:lnTo>
                    <a:pt x="517143" y="174879"/>
                  </a:lnTo>
                  <a:lnTo>
                    <a:pt x="527266" y="174357"/>
                  </a:lnTo>
                  <a:lnTo>
                    <a:pt x="564514" y="161861"/>
                  </a:lnTo>
                  <a:lnTo>
                    <a:pt x="574606" y="154178"/>
                  </a:lnTo>
                  <a:lnTo>
                    <a:pt x="508635" y="154178"/>
                  </a:lnTo>
                  <a:lnTo>
                    <a:pt x="500761" y="152527"/>
                  </a:lnTo>
                  <a:lnTo>
                    <a:pt x="468753" y="130931"/>
                  </a:lnTo>
                  <a:lnTo>
                    <a:pt x="456438" y="93853"/>
                  </a:lnTo>
                  <a:lnTo>
                    <a:pt x="594233" y="93853"/>
                  </a:lnTo>
                  <a:lnTo>
                    <a:pt x="594487" y="91694"/>
                  </a:lnTo>
                  <a:lnTo>
                    <a:pt x="594613" y="82423"/>
                  </a:lnTo>
                  <a:lnTo>
                    <a:pt x="594306" y="74676"/>
                  </a:lnTo>
                  <a:lnTo>
                    <a:pt x="456818" y="74676"/>
                  </a:lnTo>
                  <a:lnTo>
                    <a:pt x="457200" y="67564"/>
                  </a:lnTo>
                  <a:lnTo>
                    <a:pt x="474599" y="36830"/>
                  </a:lnTo>
                  <a:lnTo>
                    <a:pt x="479805" y="31750"/>
                  </a:lnTo>
                  <a:lnTo>
                    <a:pt x="485901" y="27686"/>
                  </a:lnTo>
                  <a:lnTo>
                    <a:pt x="499490" y="21844"/>
                  </a:lnTo>
                  <a:lnTo>
                    <a:pt x="506984" y="20320"/>
                  </a:lnTo>
                  <a:lnTo>
                    <a:pt x="570228" y="20320"/>
                  </a:lnTo>
                  <a:lnTo>
                    <a:pt x="569031" y="19123"/>
                  </a:lnTo>
                  <a:lnTo>
                    <a:pt x="533447" y="1682"/>
                  </a:lnTo>
                  <a:lnTo>
                    <a:pt x="524508" y="424"/>
                  </a:lnTo>
                  <a:lnTo>
                    <a:pt x="514985" y="0"/>
                  </a:lnTo>
                  <a:close/>
                </a:path>
                <a:path w="594995" h="255904">
                  <a:moveTo>
                    <a:pt x="570484" y="125476"/>
                  </a:moveTo>
                  <a:lnTo>
                    <a:pt x="534733" y="151987"/>
                  </a:lnTo>
                  <a:lnTo>
                    <a:pt x="517143" y="154178"/>
                  </a:lnTo>
                  <a:lnTo>
                    <a:pt x="574606" y="154178"/>
                  </a:lnTo>
                  <a:lnTo>
                    <a:pt x="580898" y="148336"/>
                  </a:lnTo>
                  <a:lnTo>
                    <a:pt x="588517" y="139573"/>
                  </a:lnTo>
                  <a:lnTo>
                    <a:pt x="570484" y="125476"/>
                  </a:lnTo>
                  <a:close/>
                </a:path>
                <a:path w="594995" h="255904">
                  <a:moveTo>
                    <a:pt x="570228" y="20320"/>
                  </a:moveTo>
                  <a:lnTo>
                    <a:pt x="514985" y="20320"/>
                  </a:lnTo>
                  <a:lnTo>
                    <a:pt x="527272" y="21294"/>
                  </a:lnTo>
                  <a:lnTo>
                    <a:pt x="538035" y="24209"/>
                  </a:lnTo>
                  <a:lnTo>
                    <a:pt x="565721" y="53244"/>
                  </a:lnTo>
                  <a:lnTo>
                    <a:pt x="569976" y="74676"/>
                  </a:lnTo>
                  <a:lnTo>
                    <a:pt x="594306" y="74676"/>
                  </a:lnTo>
                  <a:lnTo>
                    <a:pt x="583041" y="36512"/>
                  </a:lnTo>
                  <a:lnTo>
                    <a:pt x="574293" y="24384"/>
                  </a:lnTo>
                  <a:lnTo>
                    <a:pt x="570228" y="20320"/>
                  </a:lnTo>
                  <a:close/>
                </a:path>
              </a:pathLst>
            </a:custGeom>
            <a:solidFill>
              <a:srgbClr val="253B21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1542" y="4222115"/>
              <a:ext cx="1222730" cy="332359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2327782" y="4200778"/>
              <a:ext cx="219710" cy="273050"/>
            </a:xfrm>
            <a:custGeom>
              <a:avLst/>
              <a:gdLst/>
              <a:ahLst/>
              <a:cxnLst/>
              <a:rect l="l" t="t" r="r" b="b"/>
              <a:pathLst>
                <a:path w="219710" h="273050">
                  <a:moveTo>
                    <a:pt x="24256" y="0"/>
                  </a:moveTo>
                  <a:lnTo>
                    <a:pt x="0" y="0"/>
                  </a:lnTo>
                  <a:lnTo>
                    <a:pt x="0" y="268351"/>
                  </a:lnTo>
                  <a:lnTo>
                    <a:pt x="24256" y="268351"/>
                  </a:lnTo>
                  <a:lnTo>
                    <a:pt x="24256" y="0"/>
                  </a:lnTo>
                  <a:close/>
                </a:path>
                <a:path w="219710" h="273050">
                  <a:moveTo>
                    <a:pt x="204114" y="118237"/>
                  </a:moveTo>
                  <a:lnTo>
                    <a:pt x="149479" y="118237"/>
                  </a:lnTo>
                  <a:lnTo>
                    <a:pt x="159692" y="118903"/>
                  </a:lnTo>
                  <a:lnTo>
                    <a:pt x="168608" y="120904"/>
                  </a:lnTo>
                  <a:lnTo>
                    <a:pt x="193214" y="151122"/>
                  </a:lnTo>
                  <a:lnTo>
                    <a:pt x="193929" y="161290"/>
                  </a:lnTo>
                  <a:lnTo>
                    <a:pt x="193929" y="166497"/>
                  </a:lnTo>
                  <a:lnTo>
                    <a:pt x="182689" y="166594"/>
                  </a:lnTo>
                  <a:lnTo>
                    <a:pt x="171640" y="166893"/>
                  </a:lnTo>
                  <a:lnTo>
                    <a:pt x="130190" y="170703"/>
                  </a:lnTo>
                  <a:lnTo>
                    <a:pt x="91878" y="186636"/>
                  </a:lnTo>
                  <a:lnTo>
                    <a:pt x="76957" y="232029"/>
                  </a:lnTo>
                  <a:lnTo>
                    <a:pt x="78740" y="239395"/>
                  </a:lnTo>
                  <a:lnTo>
                    <a:pt x="107823" y="268224"/>
                  </a:lnTo>
                  <a:lnTo>
                    <a:pt x="114554" y="270002"/>
                  </a:lnTo>
                  <a:lnTo>
                    <a:pt x="121285" y="271907"/>
                  </a:lnTo>
                  <a:lnTo>
                    <a:pt x="127889" y="272796"/>
                  </a:lnTo>
                  <a:lnTo>
                    <a:pt x="134239" y="272796"/>
                  </a:lnTo>
                  <a:lnTo>
                    <a:pt x="175958" y="261215"/>
                  </a:lnTo>
                  <a:lnTo>
                    <a:pt x="185440" y="252857"/>
                  </a:lnTo>
                  <a:lnTo>
                    <a:pt x="135890" y="252857"/>
                  </a:lnTo>
                  <a:lnTo>
                    <a:pt x="131191" y="252222"/>
                  </a:lnTo>
                  <a:lnTo>
                    <a:pt x="126618" y="251206"/>
                  </a:lnTo>
                  <a:lnTo>
                    <a:pt x="122047" y="250063"/>
                  </a:lnTo>
                  <a:lnTo>
                    <a:pt x="117856" y="248285"/>
                  </a:lnTo>
                  <a:lnTo>
                    <a:pt x="114046" y="245745"/>
                  </a:lnTo>
                  <a:lnTo>
                    <a:pt x="110362" y="243332"/>
                  </a:lnTo>
                  <a:lnTo>
                    <a:pt x="107315" y="240030"/>
                  </a:lnTo>
                  <a:lnTo>
                    <a:pt x="105029" y="236093"/>
                  </a:lnTo>
                  <a:lnTo>
                    <a:pt x="102743" y="232029"/>
                  </a:lnTo>
                  <a:lnTo>
                    <a:pt x="101600" y="227203"/>
                  </a:lnTo>
                  <a:lnTo>
                    <a:pt x="101697" y="213131"/>
                  </a:lnTo>
                  <a:lnTo>
                    <a:pt x="135824" y="189777"/>
                  </a:lnTo>
                  <a:lnTo>
                    <a:pt x="179490" y="185491"/>
                  </a:lnTo>
                  <a:lnTo>
                    <a:pt x="216789" y="185420"/>
                  </a:lnTo>
                  <a:lnTo>
                    <a:pt x="216789" y="158369"/>
                  </a:lnTo>
                  <a:lnTo>
                    <a:pt x="208406" y="124079"/>
                  </a:lnTo>
                  <a:lnTo>
                    <a:pt x="204114" y="118237"/>
                  </a:lnTo>
                  <a:close/>
                </a:path>
                <a:path w="219710" h="273050">
                  <a:moveTo>
                    <a:pt x="216940" y="241427"/>
                  </a:moveTo>
                  <a:lnTo>
                    <a:pt x="195453" y="241427"/>
                  </a:lnTo>
                  <a:lnTo>
                    <a:pt x="195453" y="245872"/>
                  </a:lnTo>
                  <a:lnTo>
                    <a:pt x="195638" y="249213"/>
                  </a:lnTo>
                  <a:lnTo>
                    <a:pt x="195760" y="250952"/>
                  </a:lnTo>
                  <a:lnTo>
                    <a:pt x="196258" y="255809"/>
                  </a:lnTo>
                  <a:lnTo>
                    <a:pt x="196596" y="259969"/>
                  </a:lnTo>
                  <a:lnTo>
                    <a:pt x="197231" y="264414"/>
                  </a:lnTo>
                  <a:lnTo>
                    <a:pt x="197866" y="268351"/>
                  </a:lnTo>
                  <a:lnTo>
                    <a:pt x="219583" y="268351"/>
                  </a:lnTo>
                  <a:lnTo>
                    <a:pt x="218694" y="263652"/>
                  </a:lnTo>
                  <a:lnTo>
                    <a:pt x="217931" y="257810"/>
                  </a:lnTo>
                  <a:lnTo>
                    <a:pt x="217442" y="251206"/>
                  </a:lnTo>
                  <a:lnTo>
                    <a:pt x="217043" y="244094"/>
                  </a:lnTo>
                  <a:lnTo>
                    <a:pt x="216940" y="241427"/>
                  </a:lnTo>
                  <a:close/>
                </a:path>
                <a:path w="219710" h="273050">
                  <a:moveTo>
                    <a:pt x="216789" y="185420"/>
                  </a:moveTo>
                  <a:lnTo>
                    <a:pt x="193929" y="185420"/>
                  </a:lnTo>
                  <a:lnTo>
                    <a:pt x="193929" y="205105"/>
                  </a:lnTo>
                  <a:lnTo>
                    <a:pt x="192786" y="212090"/>
                  </a:lnTo>
                  <a:lnTo>
                    <a:pt x="190373" y="218694"/>
                  </a:lnTo>
                  <a:lnTo>
                    <a:pt x="188087" y="225425"/>
                  </a:lnTo>
                  <a:lnTo>
                    <a:pt x="184658" y="231267"/>
                  </a:lnTo>
                  <a:lnTo>
                    <a:pt x="149225" y="252857"/>
                  </a:lnTo>
                  <a:lnTo>
                    <a:pt x="185440" y="252857"/>
                  </a:lnTo>
                  <a:lnTo>
                    <a:pt x="188912" y="249213"/>
                  </a:lnTo>
                  <a:lnTo>
                    <a:pt x="194818" y="241427"/>
                  </a:lnTo>
                  <a:lnTo>
                    <a:pt x="216940" y="241427"/>
                  </a:lnTo>
                  <a:lnTo>
                    <a:pt x="216862" y="239395"/>
                  </a:lnTo>
                  <a:lnTo>
                    <a:pt x="216789" y="185420"/>
                  </a:lnTo>
                  <a:close/>
                </a:path>
                <a:path w="219710" h="273050">
                  <a:moveTo>
                    <a:pt x="152146" y="97917"/>
                  </a:moveTo>
                  <a:lnTo>
                    <a:pt x="113918" y="104775"/>
                  </a:lnTo>
                  <a:lnTo>
                    <a:pt x="86741" y="121793"/>
                  </a:lnTo>
                  <a:lnTo>
                    <a:pt x="100330" y="137668"/>
                  </a:lnTo>
                  <a:lnTo>
                    <a:pt x="104971" y="133500"/>
                  </a:lnTo>
                  <a:lnTo>
                    <a:pt x="110124" y="129762"/>
                  </a:lnTo>
                  <a:lnTo>
                    <a:pt x="149479" y="118237"/>
                  </a:lnTo>
                  <a:lnTo>
                    <a:pt x="204114" y="118237"/>
                  </a:lnTo>
                  <a:lnTo>
                    <a:pt x="203835" y="117856"/>
                  </a:lnTo>
                  <a:lnTo>
                    <a:pt x="197866" y="112903"/>
                  </a:lnTo>
                  <a:lnTo>
                    <a:pt x="192024" y="107950"/>
                  </a:lnTo>
                  <a:lnTo>
                    <a:pt x="185166" y="104140"/>
                  </a:lnTo>
                  <a:lnTo>
                    <a:pt x="177292" y="101727"/>
                  </a:lnTo>
                  <a:lnTo>
                    <a:pt x="171362" y="100060"/>
                  </a:lnTo>
                  <a:lnTo>
                    <a:pt x="165195" y="98869"/>
                  </a:lnTo>
                  <a:lnTo>
                    <a:pt x="158789" y="98155"/>
                  </a:lnTo>
                  <a:lnTo>
                    <a:pt x="152146" y="97917"/>
                  </a:lnTo>
                  <a:close/>
                </a:path>
              </a:pathLst>
            </a:custGeom>
            <a:solidFill>
              <a:srgbClr val="253B21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83891" y="4217796"/>
              <a:ext cx="1434464" cy="255777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4259707" y="4200778"/>
              <a:ext cx="389255" cy="273050"/>
            </a:xfrm>
            <a:custGeom>
              <a:avLst/>
              <a:gdLst/>
              <a:ahLst/>
              <a:cxnLst/>
              <a:rect l="l" t="t" r="r" b="b"/>
              <a:pathLst>
                <a:path w="389254" h="273050">
                  <a:moveTo>
                    <a:pt x="85851" y="97917"/>
                  </a:moveTo>
                  <a:lnTo>
                    <a:pt x="42925" y="108438"/>
                  </a:lnTo>
                  <a:lnTo>
                    <a:pt x="13557" y="135985"/>
                  </a:lnTo>
                  <a:lnTo>
                    <a:pt x="380" y="176272"/>
                  </a:lnTo>
                  <a:lnTo>
                    <a:pt x="0" y="185420"/>
                  </a:lnTo>
                  <a:lnTo>
                    <a:pt x="381" y="194423"/>
                  </a:lnTo>
                  <a:lnTo>
                    <a:pt x="13557" y="234775"/>
                  </a:lnTo>
                  <a:lnTo>
                    <a:pt x="42925" y="262274"/>
                  </a:lnTo>
                  <a:lnTo>
                    <a:pt x="85851" y="272796"/>
                  </a:lnTo>
                  <a:lnTo>
                    <a:pt x="94849" y="272274"/>
                  </a:lnTo>
                  <a:lnTo>
                    <a:pt x="136445" y="254365"/>
                  </a:lnTo>
                  <a:lnTo>
                    <a:pt x="138707" y="252095"/>
                  </a:lnTo>
                  <a:lnTo>
                    <a:pt x="88391" y="252095"/>
                  </a:lnTo>
                  <a:lnTo>
                    <a:pt x="81152" y="251781"/>
                  </a:lnTo>
                  <a:lnTo>
                    <a:pt x="36702" y="226695"/>
                  </a:lnTo>
                  <a:lnTo>
                    <a:pt x="25526" y="185420"/>
                  </a:lnTo>
                  <a:lnTo>
                    <a:pt x="25806" y="178415"/>
                  </a:lnTo>
                  <a:lnTo>
                    <a:pt x="41909" y="137922"/>
                  </a:lnTo>
                  <a:lnTo>
                    <a:pt x="81239" y="118566"/>
                  </a:lnTo>
                  <a:lnTo>
                    <a:pt x="88391" y="118237"/>
                  </a:lnTo>
                  <a:lnTo>
                    <a:pt x="138037" y="118237"/>
                  </a:lnTo>
                  <a:lnTo>
                    <a:pt x="136445" y="116617"/>
                  </a:lnTo>
                  <a:lnTo>
                    <a:pt x="94849" y="98440"/>
                  </a:lnTo>
                  <a:lnTo>
                    <a:pt x="85851" y="97917"/>
                  </a:lnTo>
                  <a:close/>
                </a:path>
                <a:path w="389254" h="273050">
                  <a:moveTo>
                    <a:pt x="173608" y="240284"/>
                  </a:moveTo>
                  <a:lnTo>
                    <a:pt x="149478" y="240284"/>
                  </a:lnTo>
                  <a:lnTo>
                    <a:pt x="149478" y="268351"/>
                  </a:lnTo>
                  <a:lnTo>
                    <a:pt x="173608" y="268351"/>
                  </a:lnTo>
                  <a:lnTo>
                    <a:pt x="173608" y="240284"/>
                  </a:lnTo>
                  <a:close/>
                </a:path>
                <a:path w="389254" h="273050">
                  <a:moveTo>
                    <a:pt x="138037" y="118237"/>
                  </a:moveTo>
                  <a:lnTo>
                    <a:pt x="88391" y="118237"/>
                  </a:lnTo>
                  <a:lnTo>
                    <a:pt x="95231" y="118570"/>
                  </a:lnTo>
                  <a:lnTo>
                    <a:pt x="101742" y="119538"/>
                  </a:lnTo>
                  <a:lnTo>
                    <a:pt x="139826" y="143637"/>
                  </a:lnTo>
                  <a:lnTo>
                    <a:pt x="152272" y="185420"/>
                  </a:lnTo>
                  <a:lnTo>
                    <a:pt x="151965" y="192369"/>
                  </a:lnTo>
                  <a:lnTo>
                    <a:pt x="134238" y="232918"/>
                  </a:lnTo>
                  <a:lnTo>
                    <a:pt x="95204" y="251781"/>
                  </a:lnTo>
                  <a:lnTo>
                    <a:pt x="88391" y="252095"/>
                  </a:lnTo>
                  <a:lnTo>
                    <a:pt x="138707" y="252095"/>
                  </a:lnTo>
                  <a:lnTo>
                    <a:pt x="142980" y="247806"/>
                  </a:lnTo>
                  <a:lnTo>
                    <a:pt x="148716" y="240284"/>
                  </a:lnTo>
                  <a:lnTo>
                    <a:pt x="173608" y="240284"/>
                  </a:lnTo>
                  <a:lnTo>
                    <a:pt x="173608" y="130937"/>
                  </a:lnTo>
                  <a:lnTo>
                    <a:pt x="148716" y="130937"/>
                  </a:lnTo>
                  <a:lnTo>
                    <a:pt x="143018" y="123317"/>
                  </a:lnTo>
                  <a:lnTo>
                    <a:pt x="138037" y="118237"/>
                  </a:lnTo>
                  <a:close/>
                </a:path>
                <a:path w="389254" h="273050">
                  <a:moveTo>
                    <a:pt x="173608" y="0"/>
                  </a:moveTo>
                  <a:lnTo>
                    <a:pt x="149478" y="0"/>
                  </a:lnTo>
                  <a:lnTo>
                    <a:pt x="149478" y="130937"/>
                  </a:lnTo>
                  <a:lnTo>
                    <a:pt x="173608" y="130937"/>
                  </a:lnTo>
                  <a:lnTo>
                    <a:pt x="173608" y="0"/>
                  </a:lnTo>
                  <a:close/>
                </a:path>
                <a:path w="389254" h="273050">
                  <a:moveTo>
                    <a:pt x="309244" y="97917"/>
                  </a:moveTo>
                  <a:lnTo>
                    <a:pt x="268843" y="108164"/>
                  </a:lnTo>
                  <a:lnTo>
                    <a:pt x="239442" y="135604"/>
                  </a:lnTo>
                  <a:lnTo>
                    <a:pt x="225954" y="176105"/>
                  </a:lnTo>
                  <a:lnTo>
                    <a:pt x="225551" y="185420"/>
                  </a:lnTo>
                  <a:lnTo>
                    <a:pt x="225956" y="194587"/>
                  </a:lnTo>
                  <a:lnTo>
                    <a:pt x="239744" y="235045"/>
                  </a:lnTo>
                  <a:lnTo>
                    <a:pt x="269617" y="262548"/>
                  </a:lnTo>
                  <a:lnTo>
                    <a:pt x="311403" y="272796"/>
                  </a:lnTo>
                  <a:lnTo>
                    <a:pt x="321526" y="272274"/>
                  </a:lnTo>
                  <a:lnTo>
                    <a:pt x="358775" y="259778"/>
                  </a:lnTo>
                  <a:lnTo>
                    <a:pt x="368866" y="252095"/>
                  </a:lnTo>
                  <a:lnTo>
                    <a:pt x="302894" y="252095"/>
                  </a:lnTo>
                  <a:lnTo>
                    <a:pt x="295020" y="250444"/>
                  </a:lnTo>
                  <a:lnTo>
                    <a:pt x="263013" y="228848"/>
                  </a:lnTo>
                  <a:lnTo>
                    <a:pt x="250697" y="191770"/>
                  </a:lnTo>
                  <a:lnTo>
                    <a:pt x="388492" y="191770"/>
                  </a:lnTo>
                  <a:lnTo>
                    <a:pt x="388746" y="189611"/>
                  </a:lnTo>
                  <a:lnTo>
                    <a:pt x="388873" y="180340"/>
                  </a:lnTo>
                  <a:lnTo>
                    <a:pt x="388566" y="172593"/>
                  </a:lnTo>
                  <a:lnTo>
                    <a:pt x="251078" y="172593"/>
                  </a:lnTo>
                  <a:lnTo>
                    <a:pt x="251459" y="165481"/>
                  </a:lnTo>
                  <a:lnTo>
                    <a:pt x="268858" y="134747"/>
                  </a:lnTo>
                  <a:lnTo>
                    <a:pt x="274065" y="129667"/>
                  </a:lnTo>
                  <a:lnTo>
                    <a:pt x="280162" y="125603"/>
                  </a:lnTo>
                  <a:lnTo>
                    <a:pt x="293750" y="119761"/>
                  </a:lnTo>
                  <a:lnTo>
                    <a:pt x="301243" y="118237"/>
                  </a:lnTo>
                  <a:lnTo>
                    <a:pt x="364488" y="118237"/>
                  </a:lnTo>
                  <a:lnTo>
                    <a:pt x="363291" y="117040"/>
                  </a:lnTo>
                  <a:lnTo>
                    <a:pt x="327707" y="99599"/>
                  </a:lnTo>
                  <a:lnTo>
                    <a:pt x="318768" y="98341"/>
                  </a:lnTo>
                  <a:lnTo>
                    <a:pt x="309244" y="97917"/>
                  </a:lnTo>
                  <a:close/>
                </a:path>
                <a:path w="389254" h="273050">
                  <a:moveTo>
                    <a:pt x="364743" y="223393"/>
                  </a:moveTo>
                  <a:lnTo>
                    <a:pt x="328993" y="249904"/>
                  </a:lnTo>
                  <a:lnTo>
                    <a:pt x="311403" y="252095"/>
                  </a:lnTo>
                  <a:lnTo>
                    <a:pt x="368866" y="252095"/>
                  </a:lnTo>
                  <a:lnTo>
                    <a:pt x="375157" y="246253"/>
                  </a:lnTo>
                  <a:lnTo>
                    <a:pt x="382777" y="237490"/>
                  </a:lnTo>
                  <a:lnTo>
                    <a:pt x="364743" y="223393"/>
                  </a:lnTo>
                  <a:close/>
                </a:path>
                <a:path w="389254" h="273050">
                  <a:moveTo>
                    <a:pt x="364488" y="118237"/>
                  </a:moveTo>
                  <a:lnTo>
                    <a:pt x="309244" y="118237"/>
                  </a:lnTo>
                  <a:lnTo>
                    <a:pt x="321532" y="119211"/>
                  </a:lnTo>
                  <a:lnTo>
                    <a:pt x="332295" y="122126"/>
                  </a:lnTo>
                  <a:lnTo>
                    <a:pt x="359981" y="151161"/>
                  </a:lnTo>
                  <a:lnTo>
                    <a:pt x="364235" y="172593"/>
                  </a:lnTo>
                  <a:lnTo>
                    <a:pt x="388566" y="172593"/>
                  </a:lnTo>
                  <a:lnTo>
                    <a:pt x="377301" y="134429"/>
                  </a:lnTo>
                  <a:lnTo>
                    <a:pt x="368553" y="122301"/>
                  </a:lnTo>
                  <a:lnTo>
                    <a:pt x="364488" y="118237"/>
                  </a:lnTo>
                  <a:close/>
                </a:path>
              </a:pathLst>
            </a:custGeom>
            <a:solidFill>
              <a:srgbClr val="253B21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0158" y="4670171"/>
              <a:ext cx="1440014" cy="353695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23870" y="4670171"/>
              <a:ext cx="1871218" cy="353695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24624" y="4768088"/>
              <a:ext cx="142625" cy="174879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960158" y="4768088"/>
              <a:ext cx="4398010" cy="644525"/>
            </a:xfrm>
            <a:custGeom>
              <a:avLst/>
              <a:gdLst/>
              <a:ahLst/>
              <a:cxnLst/>
              <a:rect l="l" t="t" r="r" b="b"/>
              <a:pathLst>
                <a:path w="4398010" h="644525">
                  <a:moveTo>
                    <a:pt x="94488" y="471170"/>
                  </a:moveTo>
                  <a:lnTo>
                    <a:pt x="91833" y="470535"/>
                  </a:lnTo>
                  <a:lnTo>
                    <a:pt x="89255" y="470027"/>
                  </a:lnTo>
                  <a:lnTo>
                    <a:pt x="84289" y="469519"/>
                  </a:lnTo>
                  <a:lnTo>
                    <a:pt x="81546" y="469392"/>
                  </a:lnTo>
                  <a:lnTo>
                    <a:pt x="78536" y="469392"/>
                  </a:lnTo>
                  <a:lnTo>
                    <a:pt x="39801" y="483323"/>
                  </a:lnTo>
                  <a:lnTo>
                    <a:pt x="25311" y="502031"/>
                  </a:lnTo>
                  <a:lnTo>
                    <a:pt x="24447" y="502031"/>
                  </a:lnTo>
                  <a:lnTo>
                    <a:pt x="24320" y="493903"/>
                  </a:lnTo>
                  <a:lnTo>
                    <a:pt x="23863" y="483108"/>
                  </a:lnTo>
                  <a:lnTo>
                    <a:pt x="23520" y="478155"/>
                  </a:lnTo>
                  <a:lnTo>
                    <a:pt x="23063" y="473837"/>
                  </a:lnTo>
                  <a:lnTo>
                    <a:pt x="0" y="473837"/>
                  </a:lnTo>
                  <a:lnTo>
                    <a:pt x="457" y="479425"/>
                  </a:lnTo>
                  <a:lnTo>
                    <a:pt x="812" y="485775"/>
                  </a:lnTo>
                  <a:lnTo>
                    <a:pt x="1270" y="499999"/>
                  </a:lnTo>
                  <a:lnTo>
                    <a:pt x="1384" y="639826"/>
                  </a:lnTo>
                  <a:lnTo>
                    <a:pt x="25654" y="639826"/>
                  </a:lnTo>
                  <a:lnTo>
                    <a:pt x="25654" y="554609"/>
                  </a:lnTo>
                  <a:lnTo>
                    <a:pt x="25908" y="546557"/>
                  </a:lnTo>
                  <a:lnTo>
                    <a:pt x="44196" y="502031"/>
                  </a:lnTo>
                  <a:lnTo>
                    <a:pt x="55740" y="495427"/>
                  </a:lnTo>
                  <a:lnTo>
                    <a:pt x="61696" y="493014"/>
                  </a:lnTo>
                  <a:lnTo>
                    <a:pt x="67843" y="491871"/>
                  </a:lnTo>
                  <a:lnTo>
                    <a:pt x="77558" y="491871"/>
                  </a:lnTo>
                  <a:lnTo>
                    <a:pt x="80886" y="491998"/>
                  </a:lnTo>
                  <a:lnTo>
                    <a:pt x="89814" y="493395"/>
                  </a:lnTo>
                  <a:lnTo>
                    <a:pt x="91198" y="493903"/>
                  </a:lnTo>
                  <a:lnTo>
                    <a:pt x="91490" y="491871"/>
                  </a:lnTo>
                  <a:lnTo>
                    <a:pt x="94488" y="471170"/>
                  </a:lnTo>
                  <a:close/>
                </a:path>
                <a:path w="4398010" h="644525">
                  <a:moveTo>
                    <a:pt x="274675" y="551815"/>
                  </a:moveTo>
                  <a:lnTo>
                    <a:pt x="266573" y="512673"/>
                  </a:lnTo>
                  <a:lnTo>
                    <a:pt x="250317" y="489712"/>
                  </a:lnTo>
                  <a:lnTo>
                    <a:pt x="250050" y="489445"/>
                  </a:lnTo>
                  <a:lnTo>
                    <a:pt x="250050" y="544068"/>
                  </a:lnTo>
                  <a:lnTo>
                    <a:pt x="136829" y="544068"/>
                  </a:lnTo>
                  <a:lnTo>
                    <a:pt x="159854" y="501142"/>
                  </a:lnTo>
                  <a:lnTo>
                    <a:pt x="207327" y="490689"/>
                  </a:lnTo>
                  <a:lnTo>
                    <a:pt x="241223" y="513422"/>
                  </a:lnTo>
                  <a:lnTo>
                    <a:pt x="250050" y="544068"/>
                  </a:lnTo>
                  <a:lnTo>
                    <a:pt x="250050" y="489445"/>
                  </a:lnTo>
                  <a:lnTo>
                    <a:pt x="213499" y="471081"/>
                  </a:lnTo>
                  <a:lnTo>
                    <a:pt x="195084" y="469392"/>
                  </a:lnTo>
                  <a:lnTo>
                    <a:pt x="186385" y="469823"/>
                  </a:lnTo>
                  <a:lnTo>
                    <a:pt x="147701" y="483908"/>
                  </a:lnTo>
                  <a:lnTo>
                    <a:pt x="121145" y="514261"/>
                  </a:lnTo>
                  <a:lnTo>
                    <a:pt x="111340" y="556895"/>
                  </a:lnTo>
                  <a:lnTo>
                    <a:pt x="111747" y="566064"/>
                  </a:lnTo>
                  <a:lnTo>
                    <a:pt x="125577" y="606526"/>
                  </a:lnTo>
                  <a:lnTo>
                    <a:pt x="155384" y="634034"/>
                  </a:lnTo>
                  <a:lnTo>
                    <a:pt x="197167" y="644271"/>
                  </a:lnTo>
                  <a:lnTo>
                    <a:pt x="207314" y="643750"/>
                  </a:lnTo>
                  <a:lnTo>
                    <a:pt x="244525" y="631253"/>
                  </a:lnTo>
                  <a:lnTo>
                    <a:pt x="268605" y="608965"/>
                  </a:lnTo>
                  <a:lnTo>
                    <a:pt x="250571" y="594868"/>
                  </a:lnTo>
                  <a:lnTo>
                    <a:pt x="246595" y="600329"/>
                  </a:lnTo>
                  <a:lnTo>
                    <a:pt x="241808" y="605459"/>
                  </a:lnTo>
                  <a:lnTo>
                    <a:pt x="206286" y="623023"/>
                  </a:lnTo>
                  <a:lnTo>
                    <a:pt x="197167" y="623570"/>
                  </a:lnTo>
                  <a:lnTo>
                    <a:pt x="188734" y="623570"/>
                  </a:lnTo>
                  <a:lnTo>
                    <a:pt x="154254" y="605790"/>
                  </a:lnTo>
                  <a:lnTo>
                    <a:pt x="136715" y="571500"/>
                  </a:lnTo>
                  <a:lnTo>
                    <a:pt x="136486" y="563245"/>
                  </a:lnTo>
                  <a:lnTo>
                    <a:pt x="274320" y="563245"/>
                  </a:lnTo>
                  <a:lnTo>
                    <a:pt x="274548" y="561086"/>
                  </a:lnTo>
                  <a:lnTo>
                    <a:pt x="274675" y="551815"/>
                  </a:lnTo>
                  <a:close/>
                </a:path>
                <a:path w="4398010" h="644525">
                  <a:moveTo>
                    <a:pt x="487641" y="371475"/>
                  </a:moveTo>
                  <a:lnTo>
                    <a:pt x="466305" y="371475"/>
                  </a:lnTo>
                  <a:lnTo>
                    <a:pt x="466305" y="556895"/>
                  </a:lnTo>
                  <a:lnTo>
                    <a:pt x="465988" y="563854"/>
                  </a:lnTo>
                  <a:lnTo>
                    <a:pt x="448271" y="604393"/>
                  </a:lnTo>
                  <a:lnTo>
                    <a:pt x="409232" y="623265"/>
                  </a:lnTo>
                  <a:lnTo>
                    <a:pt x="402424" y="623570"/>
                  </a:lnTo>
                  <a:lnTo>
                    <a:pt x="395185" y="623265"/>
                  </a:lnTo>
                  <a:lnTo>
                    <a:pt x="350735" y="598170"/>
                  </a:lnTo>
                  <a:lnTo>
                    <a:pt x="339559" y="556895"/>
                  </a:lnTo>
                  <a:lnTo>
                    <a:pt x="339839" y="549897"/>
                  </a:lnTo>
                  <a:lnTo>
                    <a:pt x="355942" y="509397"/>
                  </a:lnTo>
                  <a:lnTo>
                    <a:pt x="395262" y="490042"/>
                  </a:lnTo>
                  <a:lnTo>
                    <a:pt x="402424" y="489712"/>
                  </a:lnTo>
                  <a:lnTo>
                    <a:pt x="409257" y="490054"/>
                  </a:lnTo>
                  <a:lnTo>
                    <a:pt x="448271" y="509016"/>
                  </a:lnTo>
                  <a:lnTo>
                    <a:pt x="465988" y="549897"/>
                  </a:lnTo>
                  <a:lnTo>
                    <a:pt x="466305" y="556895"/>
                  </a:lnTo>
                  <a:lnTo>
                    <a:pt x="466305" y="371475"/>
                  </a:lnTo>
                  <a:lnTo>
                    <a:pt x="463511" y="371475"/>
                  </a:lnTo>
                  <a:lnTo>
                    <a:pt x="463511" y="502412"/>
                  </a:lnTo>
                  <a:lnTo>
                    <a:pt x="462749" y="502412"/>
                  </a:lnTo>
                  <a:lnTo>
                    <a:pt x="426491" y="474116"/>
                  </a:lnTo>
                  <a:lnTo>
                    <a:pt x="399884" y="469392"/>
                  </a:lnTo>
                  <a:lnTo>
                    <a:pt x="390385" y="469823"/>
                  </a:lnTo>
                  <a:lnTo>
                    <a:pt x="349910" y="484225"/>
                  </a:lnTo>
                  <a:lnTo>
                    <a:pt x="323557" y="514642"/>
                  </a:lnTo>
                  <a:lnTo>
                    <a:pt x="314032" y="556895"/>
                  </a:lnTo>
                  <a:lnTo>
                    <a:pt x="314401" y="565899"/>
                  </a:lnTo>
                  <a:lnTo>
                    <a:pt x="327583" y="606259"/>
                  </a:lnTo>
                  <a:lnTo>
                    <a:pt x="356958" y="633755"/>
                  </a:lnTo>
                  <a:lnTo>
                    <a:pt x="399884" y="644271"/>
                  </a:lnTo>
                  <a:lnTo>
                    <a:pt x="408876" y="643750"/>
                  </a:lnTo>
                  <a:lnTo>
                    <a:pt x="450469" y="625843"/>
                  </a:lnTo>
                  <a:lnTo>
                    <a:pt x="452729" y="623570"/>
                  </a:lnTo>
                  <a:lnTo>
                    <a:pt x="457009" y="619290"/>
                  </a:lnTo>
                  <a:lnTo>
                    <a:pt x="462749" y="611759"/>
                  </a:lnTo>
                  <a:lnTo>
                    <a:pt x="463511" y="611759"/>
                  </a:lnTo>
                  <a:lnTo>
                    <a:pt x="463511" y="639826"/>
                  </a:lnTo>
                  <a:lnTo>
                    <a:pt x="487641" y="639826"/>
                  </a:lnTo>
                  <a:lnTo>
                    <a:pt x="487641" y="611759"/>
                  </a:lnTo>
                  <a:lnTo>
                    <a:pt x="487641" y="502412"/>
                  </a:lnTo>
                  <a:lnTo>
                    <a:pt x="487641" y="371475"/>
                  </a:lnTo>
                  <a:close/>
                </a:path>
                <a:path w="4398010" h="644525">
                  <a:moveTo>
                    <a:pt x="3999446" y="170434"/>
                  </a:moveTo>
                  <a:lnTo>
                    <a:pt x="3998049" y="4445"/>
                  </a:lnTo>
                  <a:lnTo>
                    <a:pt x="3973792" y="4445"/>
                  </a:lnTo>
                  <a:lnTo>
                    <a:pt x="3973792" y="89535"/>
                  </a:lnTo>
                  <a:lnTo>
                    <a:pt x="3973525" y="97561"/>
                  </a:lnTo>
                  <a:lnTo>
                    <a:pt x="3958171" y="138811"/>
                  </a:lnTo>
                  <a:lnTo>
                    <a:pt x="3953472" y="144145"/>
                  </a:lnTo>
                  <a:lnTo>
                    <a:pt x="3948138" y="148082"/>
                  </a:lnTo>
                  <a:lnTo>
                    <a:pt x="3942042" y="150622"/>
                  </a:lnTo>
                  <a:lnTo>
                    <a:pt x="3936073" y="153289"/>
                  </a:lnTo>
                  <a:lnTo>
                    <a:pt x="3929850" y="154559"/>
                  </a:lnTo>
                  <a:lnTo>
                    <a:pt x="3914737" y="154559"/>
                  </a:lnTo>
                  <a:lnTo>
                    <a:pt x="3907498" y="153162"/>
                  </a:lnTo>
                  <a:lnTo>
                    <a:pt x="3901656" y="150241"/>
                  </a:lnTo>
                  <a:lnTo>
                    <a:pt x="3895814" y="147447"/>
                  </a:lnTo>
                  <a:lnTo>
                    <a:pt x="3879050" y="113030"/>
                  </a:lnTo>
                  <a:lnTo>
                    <a:pt x="3878288" y="4445"/>
                  </a:lnTo>
                  <a:lnTo>
                    <a:pt x="3854158" y="4445"/>
                  </a:lnTo>
                  <a:lnTo>
                    <a:pt x="3854158" y="106172"/>
                  </a:lnTo>
                  <a:lnTo>
                    <a:pt x="3855148" y="120865"/>
                  </a:lnTo>
                  <a:lnTo>
                    <a:pt x="3870033" y="155956"/>
                  </a:lnTo>
                  <a:lnTo>
                    <a:pt x="3917531" y="174879"/>
                  </a:lnTo>
                  <a:lnTo>
                    <a:pt x="3926205" y="174307"/>
                  </a:lnTo>
                  <a:lnTo>
                    <a:pt x="3964851" y="155257"/>
                  </a:lnTo>
                  <a:lnTo>
                    <a:pt x="3965435" y="154559"/>
                  </a:lnTo>
                  <a:lnTo>
                    <a:pt x="3970070" y="149021"/>
                  </a:lnTo>
                  <a:lnTo>
                    <a:pt x="3974173" y="142113"/>
                  </a:lnTo>
                  <a:lnTo>
                    <a:pt x="3974808" y="142113"/>
                  </a:lnTo>
                  <a:lnTo>
                    <a:pt x="3974909" y="147447"/>
                  </a:lnTo>
                  <a:lnTo>
                    <a:pt x="3975074" y="150622"/>
                  </a:lnTo>
                  <a:lnTo>
                    <a:pt x="3975570" y="161036"/>
                  </a:lnTo>
                  <a:lnTo>
                    <a:pt x="3975951" y="165989"/>
                  </a:lnTo>
                  <a:lnTo>
                    <a:pt x="3976459" y="170434"/>
                  </a:lnTo>
                  <a:lnTo>
                    <a:pt x="3999446" y="170434"/>
                  </a:lnTo>
                  <a:close/>
                </a:path>
                <a:path w="4398010" h="644525">
                  <a:moveTo>
                    <a:pt x="4205186" y="68580"/>
                  </a:moveTo>
                  <a:lnTo>
                    <a:pt x="4204195" y="53898"/>
                  </a:lnTo>
                  <a:lnTo>
                    <a:pt x="4201249" y="40703"/>
                  </a:lnTo>
                  <a:lnTo>
                    <a:pt x="4196283" y="29044"/>
                  </a:lnTo>
                  <a:lnTo>
                    <a:pt x="4190263" y="20320"/>
                  </a:lnTo>
                  <a:lnTo>
                    <a:pt x="4189311" y="18923"/>
                  </a:lnTo>
                  <a:lnTo>
                    <a:pt x="4180421" y="10668"/>
                  </a:lnTo>
                  <a:lnTo>
                    <a:pt x="4169575" y="4749"/>
                  </a:lnTo>
                  <a:lnTo>
                    <a:pt x="4156748" y="1193"/>
                  </a:lnTo>
                  <a:lnTo>
                    <a:pt x="4141940" y="0"/>
                  </a:lnTo>
                  <a:lnTo>
                    <a:pt x="4133189" y="571"/>
                  </a:lnTo>
                  <a:lnTo>
                    <a:pt x="4094442" y="19494"/>
                  </a:lnTo>
                  <a:lnTo>
                    <a:pt x="4085298" y="32639"/>
                  </a:lnTo>
                  <a:lnTo>
                    <a:pt x="4084409" y="32639"/>
                  </a:lnTo>
                  <a:lnTo>
                    <a:pt x="4084282" y="24765"/>
                  </a:lnTo>
                  <a:lnTo>
                    <a:pt x="4083774" y="13716"/>
                  </a:lnTo>
                  <a:lnTo>
                    <a:pt x="4083393" y="8763"/>
                  </a:lnTo>
                  <a:lnTo>
                    <a:pt x="4083012" y="4445"/>
                  </a:lnTo>
                  <a:lnTo>
                    <a:pt x="4059898" y="4445"/>
                  </a:lnTo>
                  <a:lnTo>
                    <a:pt x="4060406" y="10033"/>
                  </a:lnTo>
                  <a:lnTo>
                    <a:pt x="4060787" y="16383"/>
                  </a:lnTo>
                  <a:lnTo>
                    <a:pt x="4060939" y="24257"/>
                  </a:lnTo>
                  <a:lnTo>
                    <a:pt x="4061168" y="30607"/>
                  </a:lnTo>
                  <a:lnTo>
                    <a:pt x="4061295" y="170434"/>
                  </a:lnTo>
                  <a:lnTo>
                    <a:pt x="4085552" y="170434"/>
                  </a:lnTo>
                  <a:lnTo>
                    <a:pt x="4085552" y="85217"/>
                  </a:lnTo>
                  <a:lnTo>
                    <a:pt x="4085806" y="77139"/>
                  </a:lnTo>
                  <a:lnTo>
                    <a:pt x="4101173" y="36068"/>
                  </a:lnTo>
                  <a:lnTo>
                    <a:pt x="4117302" y="24257"/>
                  </a:lnTo>
                  <a:lnTo>
                    <a:pt x="4123271" y="21590"/>
                  </a:lnTo>
                  <a:lnTo>
                    <a:pt x="4129494" y="20320"/>
                  </a:lnTo>
                  <a:lnTo>
                    <a:pt x="4144607" y="20320"/>
                  </a:lnTo>
                  <a:lnTo>
                    <a:pt x="4151973" y="21717"/>
                  </a:lnTo>
                  <a:lnTo>
                    <a:pt x="4157815" y="24638"/>
                  </a:lnTo>
                  <a:lnTo>
                    <a:pt x="4163657" y="27432"/>
                  </a:lnTo>
                  <a:lnTo>
                    <a:pt x="4180294" y="61849"/>
                  </a:lnTo>
                  <a:lnTo>
                    <a:pt x="4180929" y="170434"/>
                  </a:lnTo>
                  <a:lnTo>
                    <a:pt x="4205186" y="170434"/>
                  </a:lnTo>
                  <a:lnTo>
                    <a:pt x="4205186" y="68580"/>
                  </a:lnTo>
                  <a:close/>
                </a:path>
                <a:path w="4398010" h="644525">
                  <a:moveTo>
                    <a:pt x="4397464" y="170434"/>
                  </a:moveTo>
                  <a:lnTo>
                    <a:pt x="4394670" y="87503"/>
                  </a:lnTo>
                  <a:lnTo>
                    <a:pt x="4394670" y="60452"/>
                  </a:lnTo>
                  <a:lnTo>
                    <a:pt x="4394352" y="53022"/>
                  </a:lnTo>
                  <a:lnTo>
                    <a:pt x="4381995" y="20320"/>
                  </a:lnTo>
                  <a:lnTo>
                    <a:pt x="4381716" y="19939"/>
                  </a:lnTo>
                  <a:lnTo>
                    <a:pt x="4375747" y="14986"/>
                  </a:lnTo>
                  <a:lnTo>
                    <a:pt x="4369905" y="10033"/>
                  </a:lnTo>
                  <a:lnTo>
                    <a:pt x="4363047" y="6223"/>
                  </a:lnTo>
                  <a:lnTo>
                    <a:pt x="4330027" y="0"/>
                  </a:lnTo>
                  <a:lnTo>
                    <a:pt x="4319613" y="431"/>
                  </a:lnTo>
                  <a:lnTo>
                    <a:pt x="4276534" y="14465"/>
                  </a:lnTo>
                  <a:lnTo>
                    <a:pt x="4264622" y="23876"/>
                  </a:lnTo>
                  <a:lnTo>
                    <a:pt x="4278211" y="39751"/>
                  </a:lnTo>
                  <a:lnTo>
                    <a:pt x="4282846" y="35585"/>
                  </a:lnTo>
                  <a:lnTo>
                    <a:pt x="4288002" y="31851"/>
                  </a:lnTo>
                  <a:lnTo>
                    <a:pt x="4327360" y="20320"/>
                  </a:lnTo>
                  <a:lnTo>
                    <a:pt x="4337570" y="20993"/>
                  </a:lnTo>
                  <a:lnTo>
                    <a:pt x="4368952" y="44424"/>
                  </a:lnTo>
                  <a:lnTo>
                    <a:pt x="4371810" y="63373"/>
                  </a:lnTo>
                  <a:lnTo>
                    <a:pt x="4371810" y="68580"/>
                  </a:lnTo>
                  <a:lnTo>
                    <a:pt x="4371810" y="87553"/>
                  </a:lnTo>
                  <a:lnTo>
                    <a:pt x="4371810" y="107188"/>
                  </a:lnTo>
                  <a:lnTo>
                    <a:pt x="4370667" y="114173"/>
                  </a:lnTo>
                  <a:lnTo>
                    <a:pt x="4368254" y="120777"/>
                  </a:lnTo>
                  <a:lnTo>
                    <a:pt x="4365968" y="127508"/>
                  </a:lnTo>
                  <a:lnTo>
                    <a:pt x="4334726" y="153416"/>
                  </a:lnTo>
                  <a:lnTo>
                    <a:pt x="4327106" y="154940"/>
                  </a:lnTo>
                  <a:lnTo>
                    <a:pt x="4313771" y="154940"/>
                  </a:lnTo>
                  <a:lnTo>
                    <a:pt x="4291927" y="147828"/>
                  </a:lnTo>
                  <a:lnTo>
                    <a:pt x="4288244" y="145415"/>
                  </a:lnTo>
                  <a:lnTo>
                    <a:pt x="4285196" y="142113"/>
                  </a:lnTo>
                  <a:lnTo>
                    <a:pt x="4282910" y="138176"/>
                  </a:lnTo>
                  <a:lnTo>
                    <a:pt x="4280624" y="134112"/>
                  </a:lnTo>
                  <a:lnTo>
                    <a:pt x="4279481" y="129286"/>
                  </a:lnTo>
                  <a:lnTo>
                    <a:pt x="4279570" y="115227"/>
                  </a:lnTo>
                  <a:lnTo>
                    <a:pt x="4313694" y="91871"/>
                  </a:lnTo>
                  <a:lnTo>
                    <a:pt x="4357370" y="87579"/>
                  </a:lnTo>
                  <a:lnTo>
                    <a:pt x="4371810" y="87553"/>
                  </a:lnTo>
                  <a:lnTo>
                    <a:pt x="4371810" y="68580"/>
                  </a:lnTo>
                  <a:lnTo>
                    <a:pt x="4327995" y="70231"/>
                  </a:lnTo>
                  <a:lnTo>
                    <a:pt x="4290530" y="77343"/>
                  </a:lnTo>
                  <a:lnTo>
                    <a:pt x="4257167" y="107111"/>
                  </a:lnTo>
                  <a:lnTo>
                    <a:pt x="4254830" y="134112"/>
                  </a:lnTo>
                  <a:lnTo>
                    <a:pt x="4256621" y="141478"/>
                  </a:lnTo>
                  <a:lnTo>
                    <a:pt x="4285704" y="170307"/>
                  </a:lnTo>
                  <a:lnTo>
                    <a:pt x="4292435" y="172085"/>
                  </a:lnTo>
                  <a:lnTo>
                    <a:pt x="4299166" y="173990"/>
                  </a:lnTo>
                  <a:lnTo>
                    <a:pt x="4305770" y="174879"/>
                  </a:lnTo>
                  <a:lnTo>
                    <a:pt x="4312120" y="174879"/>
                  </a:lnTo>
                  <a:lnTo>
                    <a:pt x="4353839" y="163309"/>
                  </a:lnTo>
                  <a:lnTo>
                    <a:pt x="4363313" y="154940"/>
                  </a:lnTo>
                  <a:lnTo>
                    <a:pt x="4366793" y="151307"/>
                  </a:lnTo>
                  <a:lnTo>
                    <a:pt x="4372699" y="143510"/>
                  </a:lnTo>
                  <a:lnTo>
                    <a:pt x="4373334" y="143510"/>
                  </a:lnTo>
                  <a:lnTo>
                    <a:pt x="4373334" y="147955"/>
                  </a:lnTo>
                  <a:lnTo>
                    <a:pt x="4373511" y="151307"/>
                  </a:lnTo>
                  <a:lnTo>
                    <a:pt x="4373638" y="153035"/>
                  </a:lnTo>
                  <a:lnTo>
                    <a:pt x="4374134" y="157899"/>
                  </a:lnTo>
                  <a:lnTo>
                    <a:pt x="4374477" y="162052"/>
                  </a:lnTo>
                  <a:lnTo>
                    <a:pt x="4375112" y="166497"/>
                  </a:lnTo>
                  <a:lnTo>
                    <a:pt x="4375747" y="170434"/>
                  </a:lnTo>
                  <a:lnTo>
                    <a:pt x="4397464" y="170434"/>
                  </a:lnTo>
                  <a:close/>
                </a:path>
              </a:pathLst>
            </a:custGeom>
            <a:solidFill>
              <a:srgbClr val="253B21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98675" y="5139563"/>
              <a:ext cx="1923161" cy="272796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39865" y="488556"/>
              <a:ext cx="5229225" cy="588086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89460" cy="6859270"/>
            <a:chOff x="0" y="0"/>
            <a:chExt cx="12189460" cy="685927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8952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661"/>
              <a:ext cx="12189460" cy="6858000"/>
            </a:xfrm>
            <a:custGeom>
              <a:avLst/>
              <a:gdLst/>
              <a:ahLst/>
              <a:cxnLst/>
              <a:rect l="l" t="t" r="r" b="b"/>
              <a:pathLst>
                <a:path w="12189460" h="6858000">
                  <a:moveTo>
                    <a:pt x="121889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2188952" y="6858000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E8E1E1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41676" y="0"/>
              <a:ext cx="6858761" cy="6855713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266443"/>
              <a:ext cx="5737098" cy="558927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49567" y="181355"/>
              <a:ext cx="5738622" cy="576148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12188949" cy="6854649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922145" y="1561540"/>
            <a:ext cx="8347709" cy="3151505"/>
          </a:xfrm>
          <a:prstGeom prst="rect"/>
        </p:spPr>
        <p:txBody>
          <a:bodyPr wrap="square" lIns="0" tIns="614680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4840"/>
              </a:spcBef>
            </a:pPr>
            <a:r>
              <a:rPr dirty="0" sz="8000" spc="-60">
                <a:solidFill>
                  <a:srgbClr val="FFFFFF"/>
                </a:solidFill>
                <a:latin typeface="Georgia"/>
                <a:cs typeface="Georgia"/>
              </a:rPr>
              <a:t>Soft</a:t>
            </a:r>
            <a:r>
              <a:rPr dirty="0" sz="8000" spc="-42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8000" spc="-25">
                <a:solidFill>
                  <a:srgbClr val="FFFFFF"/>
                </a:solidFill>
                <a:latin typeface="Georgia"/>
                <a:cs typeface="Georgia"/>
              </a:rPr>
              <a:t>AP</a:t>
            </a:r>
            <a:endParaRPr sz="8000">
              <a:latin typeface="Georgia"/>
              <a:cs typeface="Georgia"/>
            </a:endParaRPr>
          </a:p>
          <a:p>
            <a:pPr algn="ctr" marL="12700" marR="5080">
              <a:lnSpc>
                <a:spcPct val="110100"/>
              </a:lnSpc>
              <a:spcBef>
                <a:spcPts val="1555"/>
              </a:spcBef>
            </a:pPr>
            <a:r>
              <a:rPr dirty="0" sz="3300" spc="-45" b="1">
                <a:solidFill>
                  <a:srgbClr val="FFFFFF"/>
                </a:solidFill>
                <a:latin typeface="Tahoma"/>
                <a:cs typeface="Tahoma"/>
              </a:rPr>
              <a:t>Descripción</a:t>
            </a:r>
            <a:r>
              <a:rPr dirty="0" sz="3300" spc="-45">
                <a:solidFill>
                  <a:srgbClr val="FFFFFF"/>
                </a:solidFill>
              </a:rPr>
              <a:t>:</a:t>
            </a:r>
            <a:r>
              <a:rPr dirty="0" sz="3300" spc="-190">
                <a:solidFill>
                  <a:srgbClr val="FFFFFF"/>
                </a:solidFill>
              </a:rPr>
              <a:t> </a:t>
            </a:r>
            <a:r>
              <a:rPr dirty="0" sz="3300" spc="114">
                <a:solidFill>
                  <a:srgbClr val="FFFFFF"/>
                </a:solidFill>
              </a:rPr>
              <a:t>Un</a:t>
            </a:r>
            <a:r>
              <a:rPr dirty="0" sz="3300" spc="-215">
                <a:solidFill>
                  <a:srgbClr val="FFFFFF"/>
                </a:solidFill>
              </a:rPr>
              <a:t> </a:t>
            </a:r>
            <a:r>
              <a:rPr dirty="0" sz="3300" spc="95">
                <a:solidFill>
                  <a:srgbClr val="FFFFFF"/>
                </a:solidFill>
              </a:rPr>
              <a:t>dispositivo</a:t>
            </a:r>
            <a:r>
              <a:rPr dirty="0" sz="3300" spc="-220">
                <a:solidFill>
                  <a:srgbClr val="FFFFFF"/>
                </a:solidFill>
              </a:rPr>
              <a:t> </a:t>
            </a:r>
            <a:r>
              <a:rPr dirty="0" sz="3300" spc="180">
                <a:solidFill>
                  <a:srgbClr val="FFFFFF"/>
                </a:solidFill>
              </a:rPr>
              <a:t>embebido</a:t>
            </a:r>
            <a:r>
              <a:rPr dirty="0" sz="3300" spc="-215">
                <a:solidFill>
                  <a:srgbClr val="FFFFFF"/>
                </a:solidFill>
              </a:rPr>
              <a:t> </a:t>
            </a:r>
            <a:r>
              <a:rPr dirty="0" sz="3300" spc="135">
                <a:solidFill>
                  <a:srgbClr val="FFFFFF"/>
                </a:solidFill>
              </a:rPr>
              <a:t>que </a:t>
            </a:r>
            <a:r>
              <a:rPr dirty="0" sz="3300">
                <a:solidFill>
                  <a:srgbClr val="FFFFFF"/>
                </a:solidFill>
              </a:rPr>
              <a:t>actúa</a:t>
            </a:r>
            <a:r>
              <a:rPr dirty="0" sz="3300" spc="-95">
                <a:solidFill>
                  <a:srgbClr val="FFFFFF"/>
                </a:solidFill>
              </a:rPr>
              <a:t> </a:t>
            </a:r>
            <a:r>
              <a:rPr dirty="0" sz="3300" spc="175">
                <a:solidFill>
                  <a:srgbClr val="FFFFFF"/>
                </a:solidFill>
              </a:rPr>
              <a:t>como</a:t>
            </a:r>
            <a:r>
              <a:rPr dirty="0" sz="3300" spc="-180">
                <a:solidFill>
                  <a:srgbClr val="FFFFFF"/>
                </a:solidFill>
              </a:rPr>
              <a:t> </a:t>
            </a:r>
            <a:r>
              <a:rPr dirty="0" sz="3300" spc="204">
                <a:solidFill>
                  <a:srgbClr val="FFFFFF"/>
                </a:solidFill>
              </a:rPr>
              <a:t>AP</a:t>
            </a:r>
            <a:r>
              <a:rPr dirty="0" sz="3300" spc="-90">
                <a:solidFill>
                  <a:srgbClr val="FFFFFF"/>
                </a:solidFill>
              </a:rPr>
              <a:t> </a:t>
            </a:r>
            <a:r>
              <a:rPr dirty="0" sz="3300">
                <a:solidFill>
                  <a:srgbClr val="FFFFFF"/>
                </a:solidFill>
              </a:rPr>
              <a:t>sin</a:t>
            </a:r>
            <a:r>
              <a:rPr dirty="0" sz="3300" spc="-100">
                <a:solidFill>
                  <a:srgbClr val="FFFFFF"/>
                </a:solidFill>
              </a:rPr>
              <a:t> </a:t>
            </a:r>
            <a:r>
              <a:rPr dirty="0" sz="3300">
                <a:solidFill>
                  <a:srgbClr val="FFFFFF"/>
                </a:solidFill>
              </a:rPr>
              <a:t>infraestructura</a:t>
            </a:r>
            <a:r>
              <a:rPr dirty="0" sz="3300" spc="-130">
                <a:solidFill>
                  <a:srgbClr val="FFFFFF"/>
                </a:solidFill>
              </a:rPr>
              <a:t> </a:t>
            </a:r>
            <a:r>
              <a:rPr dirty="0" sz="3300" spc="-10">
                <a:solidFill>
                  <a:srgbClr val="FFFFFF"/>
                </a:solidFill>
              </a:rPr>
              <a:t>externa.</a:t>
            </a:r>
            <a:endParaRPr sz="3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89460" cy="6858000"/>
            <a:chOff x="0" y="0"/>
            <a:chExt cx="1218946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8952" cy="68580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1293" y="3446017"/>
              <a:ext cx="100736" cy="100711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102106" y="3347719"/>
              <a:ext cx="816610" cy="296545"/>
            </a:xfrm>
            <a:custGeom>
              <a:avLst/>
              <a:gdLst/>
              <a:ahLst/>
              <a:cxnLst/>
              <a:rect l="l" t="t" r="r" b="b"/>
              <a:pathLst>
                <a:path w="816610" h="296545">
                  <a:moveTo>
                    <a:pt x="232283" y="0"/>
                  </a:moveTo>
                  <a:lnTo>
                    <a:pt x="173482" y="0"/>
                  </a:lnTo>
                  <a:lnTo>
                    <a:pt x="173482" y="161036"/>
                  </a:lnTo>
                  <a:lnTo>
                    <a:pt x="173329" y="174853"/>
                  </a:lnTo>
                  <a:lnTo>
                    <a:pt x="168922" y="217716"/>
                  </a:lnTo>
                  <a:lnTo>
                    <a:pt x="139763" y="243319"/>
                  </a:lnTo>
                  <a:lnTo>
                    <a:pt x="117817" y="245872"/>
                  </a:lnTo>
                  <a:lnTo>
                    <a:pt x="106146" y="245211"/>
                  </a:lnTo>
                  <a:lnTo>
                    <a:pt x="67373" y="222491"/>
                  </a:lnTo>
                  <a:lnTo>
                    <a:pt x="58928" y="174853"/>
                  </a:lnTo>
                  <a:lnTo>
                    <a:pt x="58801" y="0"/>
                  </a:lnTo>
                  <a:lnTo>
                    <a:pt x="0" y="0"/>
                  </a:lnTo>
                  <a:lnTo>
                    <a:pt x="88" y="161036"/>
                  </a:lnTo>
                  <a:lnTo>
                    <a:pt x="3225" y="215188"/>
                  </a:lnTo>
                  <a:lnTo>
                    <a:pt x="16522" y="253707"/>
                  </a:lnTo>
                  <a:lnTo>
                    <a:pt x="46101" y="281381"/>
                  </a:lnTo>
                  <a:lnTo>
                    <a:pt x="82918" y="293776"/>
                  </a:lnTo>
                  <a:lnTo>
                    <a:pt x="119608" y="296164"/>
                  </a:lnTo>
                  <a:lnTo>
                    <a:pt x="136067" y="295617"/>
                  </a:lnTo>
                  <a:lnTo>
                    <a:pt x="175641" y="287274"/>
                  </a:lnTo>
                  <a:lnTo>
                    <a:pt x="209931" y="263652"/>
                  </a:lnTo>
                  <a:lnTo>
                    <a:pt x="227457" y="227088"/>
                  </a:lnTo>
                  <a:lnTo>
                    <a:pt x="231927" y="178231"/>
                  </a:lnTo>
                  <a:lnTo>
                    <a:pt x="232168" y="161036"/>
                  </a:lnTo>
                  <a:lnTo>
                    <a:pt x="232283" y="0"/>
                  </a:lnTo>
                  <a:close/>
                </a:path>
                <a:path w="816610" h="296545">
                  <a:moveTo>
                    <a:pt x="471551" y="225298"/>
                  </a:moveTo>
                  <a:lnTo>
                    <a:pt x="454025" y="183769"/>
                  </a:lnTo>
                  <a:lnTo>
                    <a:pt x="412407" y="164223"/>
                  </a:lnTo>
                  <a:lnTo>
                    <a:pt x="371805" y="154114"/>
                  </a:lnTo>
                  <a:lnTo>
                    <a:pt x="356450" y="149910"/>
                  </a:lnTo>
                  <a:lnTo>
                    <a:pt x="345706" y="146253"/>
                  </a:lnTo>
                  <a:lnTo>
                    <a:pt x="339598" y="143129"/>
                  </a:lnTo>
                  <a:lnTo>
                    <a:pt x="335915" y="140462"/>
                  </a:lnTo>
                  <a:lnTo>
                    <a:pt x="334010" y="137033"/>
                  </a:lnTo>
                  <a:lnTo>
                    <a:pt x="334010" y="128397"/>
                  </a:lnTo>
                  <a:lnTo>
                    <a:pt x="371983" y="115570"/>
                  </a:lnTo>
                  <a:lnTo>
                    <a:pt x="380238" y="115989"/>
                  </a:lnTo>
                  <a:lnTo>
                    <a:pt x="411734" y="140970"/>
                  </a:lnTo>
                  <a:lnTo>
                    <a:pt x="464439" y="131318"/>
                  </a:lnTo>
                  <a:lnTo>
                    <a:pt x="445096" y="97447"/>
                  </a:lnTo>
                  <a:lnTo>
                    <a:pt x="408774" y="78968"/>
                  </a:lnTo>
                  <a:lnTo>
                    <a:pt x="370967" y="75438"/>
                  </a:lnTo>
                  <a:lnTo>
                    <a:pt x="349745" y="76606"/>
                  </a:lnTo>
                  <a:lnTo>
                    <a:pt x="303911" y="94107"/>
                  </a:lnTo>
                  <a:lnTo>
                    <a:pt x="283540" y="127050"/>
                  </a:lnTo>
                  <a:lnTo>
                    <a:pt x="282194" y="140208"/>
                  </a:lnTo>
                  <a:lnTo>
                    <a:pt x="283756" y="154597"/>
                  </a:lnTo>
                  <a:lnTo>
                    <a:pt x="307213" y="187706"/>
                  </a:lnTo>
                  <a:lnTo>
                    <a:pt x="362165" y="207619"/>
                  </a:lnTo>
                  <a:lnTo>
                    <a:pt x="402590" y="217170"/>
                  </a:lnTo>
                  <a:lnTo>
                    <a:pt x="408813" y="219583"/>
                  </a:lnTo>
                  <a:lnTo>
                    <a:pt x="411607" y="222262"/>
                  </a:lnTo>
                  <a:lnTo>
                    <a:pt x="414147" y="225044"/>
                  </a:lnTo>
                  <a:lnTo>
                    <a:pt x="415544" y="228612"/>
                  </a:lnTo>
                  <a:lnTo>
                    <a:pt x="415417" y="239280"/>
                  </a:lnTo>
                  <a:lnTo>
                    <a:pt x="375539" y="255663"/>
                  </a:lnTo>
                  <a:lnTo>
                    <a:pt x="366268" y="255130"/>
                  </a:lnTo>
                  <a:lnTo>
                    <a:pt x="332714" y="230124"/>
                  </a:lnTo>
                  <a:lnTo>
                    <a:pt x="330454" y="222504"/>
                  </a:lnTo>
                  <a:lnTo>
                    <a:pt x="274447" y="231025"/>
                  </a:lnTo>
                  <a:lnTo>
                    <a:pt x="295859" y="268973"/>
                  </a:lnTo>
                  <a:lnTo>
                    <a:pt x="336956" y="291655"/>
                  </a:lnTo>
                  <a:lnTo>
                    <a:pt x="375539" y="296037"/>
                  </a:lnTo>
                  <a:lnTo>
                    <a:pt x="397865" y="294728"/>
                  </a:lnTo>
                  <a:lnTo>
                    <a:pt x="447294" y="275082"/>
                  </a:lnTo>
                  <a:lnTo>
                    <a:pt x="463296" y="255663"/>
                  </a:lnTo>
                  <a:lnTo>
                    <a:pt x="465467" y="252247"/>
                  </a:lnTo>
                  <a:lnTo>
                    <a:pt x="470027" y="239280"/>
                  </a:lnTo>
                  <a:lnTo>
                    <a:pt x="471551" y="225298"/>
                  </a:lnTo>
                  <a:close/>
                </a:path>
                <a:path w="816610" h="296545">
                  <a:moveTo>
                    <a:pt x="724535" y="185166"/>
                  </a:moveTo>
                  <a:lnTo>
                    <a:pt x="716889" y="141719"/>
                  </a:lnTo>
                  <a:lnTo>
                    <a:pt x="693928" y="106553"/>
                  </a:lnTo>
                  <a:lnTo>
                    <a:pt x="667118" y="87515"/>
                  </a:lnTo>
                  <a:lnTo>
                    <a:pt x="667118" y="185166"/>
                  </a:lnTo>
                  <a:lnTo>
                    <a:pt x="667105" y="185686"/>
                  </a:lnTo>
                  <a:lnTo>
                    <a:pt x="658749" y="224523"/>
                  </a:lnTo>
                  <a:lnTo>
                    <a:pt x="626135" y="249402"/>
                  </a:lnTo>
                  <a:lnTo>
                    <a:pt x="615696" y="250444"/>
                  </a:lnTo>
                  <a:lnTo>
                    <a:pt x="605167" y="249402"/>
                  </a:lnTo>
                  <a:lnTo>
                    <a:pt x="572350" y="224497"/>
                  </a:lnTo>
                  <a:lnTo>
                    <a:pt x="564007" y="185686"/>
                  </a:lnTo>
                  <a:lnTo>
                    <a:pt x="564934" y="170891"/>
                  </a:lnTo>
                  <a:lnTo>
                    <a:pt x="586740" y="130340"/>
                  </a:lnTo>
                  <a:lnTo>
                    <a:pt x="615696" y="120904"/>
                  </a:lnTo>
                  <a:lnTo>
                    <a:pt x="626135" y="121958"/>
                  </a:lnTo>
                  <a:lnTo>
                    <a:pt x="658774" y="146888"/>
                  </a:lnTo>
                  <a:lnTo>
                    <a:pt x="667118" y="185166"/>
                  </a:lnTo>
                  <a:lnTo>
                    <a:pt x="667118" y="87515"/>
                  </a:lnTo>
                  <a:lnTo>
                    <a:pt x="658964" y="83235"/>
                  </a:lnTo>
                  <a:lnTo>
                    <a:pt x="638276" y="77393"/>
                  </a:lnTo>
                  <a:lnTo>
                    <a:pt x="615442" y="75438"/>
                  </a:lnTo>
                  <a:lnTo>
                    <a:pt x="600290" y="76301"/>
                  </a:lnTo>
                  <a:lnTo>
                    <a:pt x="559308" y="89154"/>
                  </a:lnTo>
                  <a:lnTo>
                    <a:pt x="528015" y="116649"/>
                  </a:lnTo>
                  <a:lnTo>
                    <a:pt x="510159" y="155359"/>
                  </a:lnTo>
                  <a:lnTo>
                    <a:pt x="506730" y="182753"/>
                  </a:lnTo>
                  <a:lnTo>
                    <a:pt x="507580" y="200253"/>
                  </a:lnTo>
                  <a:lnTo>
                    <a:pt x="520446" y="244487"/>
                  </a:lnTo>
                  <a:lnTo>
                    <a:pt x="548081" y="275526"/>
                  </a:lnTo>
                  <a:lnTo>
                    <a:pt x="587514" y="292722"/>
                  </a:lnTo>
                  <a:lnTo>
                    <a:pt x="615823" y="296037"/>
                  </a:lnTo>
                  <a:lnTo>
                    <a:pt x="638251" y="294068"/>
                  </a:lnTo>
                  <a:lnTo>
                    <a:pt x="658698" y="288150"/>
                  </a:lnTo>
                  <a:lnTo>
                    <a:pt x="677164" y="278307"/>
                  </a:lnTo>
                  <a:lnTo>
                    <a:pt x="693674" y="264541"/>
                  </a:lnTo>
                  <a:lnTo>
                    <a:pt x="704989" y="250444"/>
                  </a:lnTo>
                  <a:lnTo>
                    <a:pt x="707174" y="247738"/>
                  </a:lnTo>
                  <a:lnTo>
                    <a:pt x="716813" y="228904"/>
                  </a:lnTo>
                  <a:lnTo>
                    <a:pt x="722604" y="208064"/>
                  </a:lnTo>
                  <a:lnTo>
                    <a:pt x="724535" y="185166"/>
                  </a:lnTo>
                  <a:close/>
                </a:path>
                <a:path w="816610" h="296545">
                  <a:moveTo>
                    <a:pt x="816356" y="250444"/>
                  </a:moveTo>
                  <a:lnTo>
                    <a:pt x="775589" y="250444"/>
                  </a:lnTo>
                  <a:lnTo>
                    <a:pt x="775589" y="291211"/>
                  </a:lnTo>
                  <a:lnTo>
                    <a:pt x="816356" y="291211"/>
                  </a:lnTo>
                  <a:lnTo>
                    <a:pt x="816356" y="250444"/>
                  </a:lnTo>
                  <a:close/>
                </a:path>
                <a:path w="816610" h="296545">
                  <a:moveTo>
                    <a:pt x="816356" y="80264"/>
                  </a:moveTo>
                  <a:lnTo>
                    <a:pt x="775589" y="80264"/>
                  </a:lnTo>
                  <a:lnTo>
                    <a:pt x="775589" y="120904"/>
                  </a:lnTo>
                  <a:lnTo>
                    <a:pt x="816356" y="120904"/>
                  </a:lnTo>
                  <a:lnTo>
                    <a:pt x="816356" y="80264"/>
                  </a:lnTo>
                  <a:close/>
                </a:path>
              </a:pathLst>
            </a:custGeom>
            <a:solidFill>
              <a:srgbClr val="253B21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96389" y="3347720"/>
              <a:ext cx="2122297" cy="37210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4357496" y="3423158"/>
              <a:ext cx="401320" cy="220979"/>
            </a:xfrm>
            <a:custGeom>
              <a:avLst/>
              <a:gdLst/>
              <a:ahLst/>
              <a:cxnLst/>
              <a:rect l="l" t="t" r="r" b="b"/>
              <a:pathLst>
                <a:path w="401320" h="220979">
                  <a:moveTo>
                    <a:pt x="35305" y="147192"/>
                  </a:moveTo>
                  <a:lnTo>
                    <a:pt x="0" y="152780"/>
                  </a:lnTo>
                  <a:lnTo>
                    <a:pt x="3929" y="168521"/>
                  </a:lnTo>
                  <a:lnTo>
                    <a:pt x="9810" y="182213"/>
                  </a:lnTo>
                  <a:lnTo>
                    <a:pt x="39431" y="210954"/>
                  </a:lnTo>
                  <a:lnTo>
                    <a:pt x="90169" y="220598"/>
                  </a:lnTo>
                  <a:lnTo>
                    <a:pt x="102240" y="220051"/>
                  </a:lnTo>
                  <a:lnTo>
                    <a:pt x="143930" y="207097"/>
                  </a:lnTo>
                  <a:lnTo>
                    <a:pt x="161883" y="191134"/>
                  </a:lnTo>
                  <a:lnTo>
                    <a:pt x="89915" y="191134"/>
                  </a:lnTo>
                  <a:lnTo>
                    <a:pt x="78392" y="190422"/>
                  </a:lnTo>
                  <a:lnTo>
                    <a:pt x="40957" y="165988"/>
                  </a:lnTo>
                  <a:lnTo>
                    <a:pt x="37476" y="157222"/>
                  </a:lnTo>
                  <a:lnTo>
                    <a:pt x="35305" y="147192"/>
                  </a:lnTo>
                  <a:close/>
                </a:path>
                <a:path w="401320" h="220979">
                  <a:moveTo>
                    <a:pt x="83565" y="0"/>
                  </a:moveTo>
                  <a:lnTo>
                    <a:pt x="43052" y="7112"/>
                  </a:lnTo>
                  <a:lnTo>
                    <a:pt x="12318" y="34670"/>
                  </a:lnTo>
                  <a:lnTo>
                    <a:pt x="5867" y="61213"/>
                  </a:lnTo>
                  <a:lnTo>
                    <a:pt x="6340" y="68383"/>
                  </a:lnTo>
                  <a:lnTo>
                    <a:pt x="29664" y="105245"/>
                  </a:lnTo>
                  <a:lnTo>
                    <a:pt x="73191" y="121578"/>
                  </a:lnTo>
                  <a:lnTo>
                    <a:pt x="104582" y="129893"/>
                  </a:lnTo>
                  <a:lnTo>
                    <a:pt x="115077" y="133064"/>
                  </a:lnTo>
                  <a:lnTo>
                    <a:pt x="122834" y="135901"/>
                  </a:lnTo>
                  <a:lnTo>
                    <a:pt x="127888" y="138429"/>
                  </a:lnTo>
                  <a:lnTo>
                    <a:pt x="134874" y="143128"/>
                  </a:lnTo>
                  <a:lnTo>
                    <a:pt x="138429" y="149478"/>
                  </a:lnTo>
                  <a:lnTo>
                    <a:pt x="138429" y="157606"/>
                  </a:lnTo>
                  <a:lnTo>
                    <a:pt x="111442" y="188642"/>
                  </a:lnTo>
                  <a:lnTo>
                    <a:pt x="89915" y="191134"/>
                  </a:lnTo>
                  <a:lnTo>
                    <a:pt x="161883" y="191134"/>
                  </a:lnTo>
                  <a:lnTo>
                    <a:pt x="175132" y="153796"/>
                  </a:lnTo>
                  <a:lnTo>
                    <a:pt x="174607" y="145032"/>
                  </a:lnTo>
                  <a:lnTo>
                    <a:pt x="150175" y="107991"/>
                  </a:lnTo>
                  <a:lnTo>
                    <a:pt x="107695" y="92642"/>
                  </a:lnTo>
                  <a:lnTo>
                    <a:pt x="69119" y="81962"/>
                  </a:lnTo>
                  <a:lnTo>
                    <a:pt x="62523" y="80023"/>
                  </a:lnTo>
                  <a:lnTo>
                    <a:pt x="58547" y="78739"/>
                  </a:lnTo>
                  <a:lnTo>
                    <a:pt x="52324" y="76200"/>
                  </a:lnTo>
                  <a:lnTo>
                    <a:pt x="47751" y="73025"/>
                  </a:lnTo>
                  <a:lnTo>
                    <a:pt x="44830" y="69087"/>
                  </a:lnTo>
                  <a:lnTo>
                    <a:pt x="41910" y="65404"/>
                  </a:lnTo>
                  <a:lnTo>
                    <a:pt x="40512" y="61213"/>
                  </a:lnTo>
                  <a:lnTo>
                    <a:pt x="40512" y="49402"/>
                  </a:lnTo>
                  <a:lnTo>
                    <a:pt x="74753" y="29966"/>
                  </a:lnTo>
                  <a:lnTo>
                    <a:pt x="86232" y="29463"/>
                  </a:lnTo>
                  <a:lnTo>
                    <a:pt x="156759" y="29463"/>
                  </a:lnTo>
                  <a:lnTo>
                    <a:pt x="154939" y="26542"/>
                  </a:lnTo>
                  <a:lnTo>
                    <a:pt x="117463" y="4018"/>
                  </a:lnTo>
                  <a:lnTo>
                    <a:pt x="95642" y="450"/>
                  </a:lnTo>
                  <a:lnTo>
                    <a:pt x="83565" y="0"/>
                  </a:lnTo>
                  <a:close/>
                </a:path>
                <a:path w="401320" h="220979">
                  <a:moveTo>
                    <a:pt x="156759" y="29463"/>
                  </a:moveTo>
                  <a:lnTo>
                    <a:pt x="86232" y="29463"/>
                  </a:lnTo>
                  <a:lnTo>
                    <a:pt x="96041" y="30035"/>
                  </a:lnTo>
                  <a:lnTo>
                    <a:pt x="104695" y="31750"/>
                  </a:lnTo>
                  <a:lnTo>
                    <a:pt x="132206" y="64007"/>
                  </a:lnTo>
                  <a:lnTo>
                    <a:pt x="167258" y="59181"/>
                  </a:lnTo>
                  <a:lnTo>
                    <a:pt x="165181" y="49402"/>
                  </a:lnTo>
                  <a:lnTo>
                    <a:pt x="162479" y="40812"/>
                  </a:lnTo>
                  <a:lnTo>
                    <a:pt x="159061" y="33160"/>
                  </a:lnTo>
                  <a:lnTo>
                    <a:pt x="156759" y="29463"/>
                  </a:lnTo>
                  <a:close/>
                </a:path>
                <a:path w="401320" h="220979">
                  <a:moveTo>
                    <a:pt x="305053" y="0"/>
                  </a:moveTo>
                  <a:lnTo>
                    <a:pt x="265445" y="7350"/>
                  </a:lnTo>
                  <a:lnTo>
                    <a:pt x="233933" y="29463"/>
                  </a:lnTo>
                  <a:lnTo>
                    <a:pt x="213359" y="64785"/>
                  </a:lnTo>
                  <a:lnTo>
                    <a:pt x="206501" y="112013"/>
                  </a:lnTo>
                  <a:lnTo>
                    <a:pt x="208212" y="136302"/>
                  </a:lnTo>
                  <a:lnTo>
                    <a:pt x="221825" y="176307"/>
                  </a:lnTo>
                  <a:lnTo>
                    <a:pt x="248417" y="204525"/>
                  </a:lnTo>
                  <a:lnTo>
                    <a:pt x="285132" y="218813"/>
                  </a:lnTo>
                  <a:lnTo>
                    <a:pt x="307086" y="220598"/>
                  </a:lnTo>
                  <a:lnTo>
                    <a:pt x="324639" y="219479"/>
                  </a:lnTo>
                  <a:lnTo>
                    <a:pt x="367538" y="202691"/>
                  </a:lnTo>
                  <a:lnTo>
                    <a:pt x="379734" y="191134"/>
                  </a:lnTo>
                  <a:lnTo>
                    <a:pt x="307339" y="191134"/>
                  </a:lnTo>
                  <a:lnTo>
                    <a:pt x="294647" y="189990"/>
                  </a:lnTo>
                  <a:lnTo>
                    <a:pt x="255281" y="162456"/>
                  </a:lnTo>
                  <a:lnTo>
                    <a:pt x="243458" y="119379"/>
                  </a:lnTo>
                  <a:lnTo>
                    <a:pt x="400812" y="119379"/>
                  </a:lnTo>
                  <a:lnTo>
                    <a:pt x="400938" y="115188"/>
                  </a:lnTo>
                  <a:lnTo>
                    <a:pt x="401065" y="109854"/>
                  </a:lnTo>
                  <a:lnTo>
                    <a:pt x="399724" y="90042"/>
                  </a:lnTo>
                  <a:lnTo>
                    <a:pt x="245490" y="90042"/>
                  </a:lnTo>
                  <a:lnTo>
                    <a:pt x="247298" y="76922"/>
                  </a:lnTo>
                  <a:lnTo>
                    <a:pt x="272913" y="38679"/>
                  </a:lnTo>
                  <a:lnTo>
                    <a:pt x="305435" y="29463"/>
                  </a:lnTo>
                  <a:lnTo>
                    <a:pt x="374739" y="29463"/>
                  </a:lnTo>
                  <a:lnTo>
                    <a:pt x="374268" y="28828"/>
                  </a:lnTo>
                  <a:lnTo>
                    <a:pt x="359864" y="16234"/>
                  </a:lnTo>
                  <a:lnTo>
                    <a:pt x="343519" y="7223"/>
                  </a:lnTo>
                  <a:lnTo>
                    <a:pt x="325245" y="1807"/>
                  </a:lnTo>
                  <a:lnTo>
                    <a:pt x="305053" y="0"/>
                  </a:lnTo>
                  <a:close/>
                </a:path>
                <a:path w="401320" h="220979">
                  <a:moveTo>
                    <a:pt x="362965" y="147827"/>
                  </a:moveTo>
                  <a:lnTo>
                    <a:pt x="340867" y="180847"/>
                  </a:lnTo>
                  <a:lnTo>
                    <a:pt x="307339" y="191134"/>
                  </a:lnTo>
                  <a:lnTo>
                    <a:pt x="379734" y="191134"/>
                  </a:lnTo>
                  <a:lnTo>
                    <a:pt x="387445" y="181165"/>
                  </a:lnTo>
                  <a:lnTo>
                    <a:pt x="394612" y="167687"/>
                  </a:lnTo>
                  <a:lnTo>
                    <a:pt x="399923" y="152400"/>
                  </a:lnTo>
                  <a:lnTo>
                    <a:pt x="362965" y="147827"/>
                  </a:lnTo>
                  <a:close/>
                </a:path>
                <a:path w="401320" h="220979">
                  <a:moveTo>
                    <a:pt x="374739" y="29463"/>
                  </a:moveTo>
                  <a:lnTo>
                    <a:pt x="305435" y="29463"/>
                  </a:lnTo>
                  <a:lnTo>
                    <a:pt x="318432" y="30749"/>
                  </a:lnTo>
                  <a:lnTo>
                    <a:pt x="330168" y="34607"/>
                  </a:lnTo>
                  <a:lnTo>
                    <a:pt x="358743" y="66706"/>
                  </a:lnTo>
                  <a:lnTo>
                    <a:pt x="363347" y="90042"/>
                  </a:lnTo>
                  <a:lnTo>
                    <a:pt x="399724" y="90042"/>
                  </a:lnTo>
                  <a:lnTo>
                    <a:pt x="399397" y="85211"/>
                  </a:lnTo>
                  <a:lnTo>
                    <a:pt x="394382" y="63484"/>
                  </a:lnTo>
                  <a:lnTo>
                    <a:pt x="386010" y="44686"/>
                  </a:lnTo>
                  <a:lnTo>
                    <a:pt x="374739" y="29463"/>
                  </a:lnTo>
                  <a:close/>
                </a:path>
              </a:pathLst>
            </a:custGeom>
            <a:solidFill>
              <a:srgbClr val="253B21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5527" y="3890645"/>
              <a:ext cx="1605775" cy="28956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03067" y="3959605"/>
              <a:ext cx="194309" cy="220599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3052699" y="3884167"/>
              <a:ext cx="1960245" cy="372110"/>
            </a:xfrm>
            <a:custGeom>
              <a:avLst/>
              <a:gdLst/>
              <a:ahLst/>
              <a:cxnLst/>
              <a:rect l="l" t="t" r="r" b="b"/>
              <a:pathLst>
                <a:path w="1960245" h="372110">
                  <a:moveTo>
                    <a:pt x="171069" y="80264"/>
                  </a:moveTo>
                  <a:lnTo>
                    <a:pt x="135255" y="80264"/>
                  </a:lnTo>
                  <a:lnTo>
                    <a:pt x="135140" y="197231"/>
                  </a:lnTo>
                  <a:lnTo>
                    <a:pt x="134886" y="206019"/>
                  </a:lnTo>
                  <a:lnTo>
                    <a:pt x="121488" y="247205"/>
                  </a:lnTo>
                  <a:lnTo>
                    <a:pt x="87198" y="264655"/>
                  </a:lnTo>
                  <a:lnTo>
                    <a:pt x="79248" y="265176"/>
                  </a:lnTo>
                  <a:lnTo>
                    <a:pt x="71551" y="264680"/>
                  </a:lnTo>
                  <a:lnTo>
                    <a:pt x="40081" y="241630"/>
                  </a:lnTo>
                  <a:lnTo>
                    <a:pt x="35814" y="80264"/>
                  </a:lnTo>
                  <a:lnTo>
                    <a:pt x="0" y="80264"/>
                  </a:lnTo>
                  <a:lnTo>
                    <a:pt x="76" y="217106"/>
                  </a:lnTo>
                  <a:lnTo>
                    <a:pt x="6540" y="258813"/>
                  </a:lnTo>
                  <a:lnTo>
                    <a:pt x="37211" y="288798"/>
                  </a:lnTo>
                  <a:lnTo>
                    <a:pt x="72136" y="296037"/>
                  </a:lnTo>
                  <a:lnTo>
                    <a:pt x="92176" y="293801"/>
                  </a:lnTo>
                  <a:lnTo>
                    <a:pt x="110020" y="287083"/>
                  </a:lnTo>
                  <a:lnTo>
                    <a:pt x="125653" y="275894"/>
                  </a:lnTo>
                  <a:lnTo>
                    <a:pt x="134823" y="265176"/>
                  </a:lnTo>
                  <a:lnTo>
                    <a:pt x="139065" y="260223"/>
                  </a:lnTo>
                  <a:lnTo>
                    <a:pt x="139065" y="291211"/>
                  </a:lnTo>
                  <a:lnTo>
                    <a:pt x="171069" y="291211"/>
                  </a:lnTo>
                  <a:lnTo>
                    <a:pt x="171069" y="260223"/>
                  </a:lnTo>
                  <a:lnTo>
                    <a:pt x="171069" y="80264"/>
                  </a:lnTo>
                  <a:close/>
                </a:path>
                <a:path w="1960245" h="372110">
                  <a:moveTo>
                    <a:pt x="397764" y="291211"/>
                  </a:moveTo>
                  <a:lnTo>
                    <a:pt x="397637" y="149974"/>
                  </a:lnTo>
                  <a:lnTo>
                    <a:pt x="388518" y="106426"/>
                  </a:lnTo>
                  <a:lnTo>
                    <a:pt x="352602" y="79298"/>
                  </a:lnTo>
                  <a:lnTo>
                    <a:pt x="325628" y="75438"/>
                  </a:lnTo>
                  <a:lnTo>
                    <a:pt x="305003" y="77609"/>
                  </a:lnTo>
                  <a:lnTo>
                    <a:pt x="286956" y="84124"/>
                  </a:lnTo>
                  <a:lnTo>
                    <a:pt x="271475" y="94996"/>
                  </a:lnTo>
                  <a:lnTo>
                    <a:pt x="258572" y="110236"/>
                  </a:lnTo>
                  <a:lnTo>
                    <a:pt x="258572" y="80264"/>
                  </a:lnTo>
                  <a:lnTo>
                    <a:pt x="226314" y="80264"/>
                  </a:lnTo>
                  <a:lnTo>
                    <a:pt x="226314" y="291211"/>
                  </a:lnTo>
                  <a:lnTo>
                    <a:pt x="262128" y="291211"/>
                  </a:lnTo>
                  <a:lnTo>
                    <a:pt x="262128" y="176022"/>
                  </a:lnTo>
                  <a:lnTo>
                    <a:pt x="263144" y="157365"/>
                  </a:lnTo>
                  <a:lnTo>
                    <a:pt x="278638" y="120904"/>
                  </a:lnTo>
                  <a:lnTo>
                    <a:pt x="318135" y="106426"/>
                  </a:lnTo>
                  <a:lnTo>
                    <a:pt x="325056" y="106832"/>
                  </a:lnTo>
                  <a:lnTo>
                    <a:pt x="357886" y="130175"/>
                  </a:lnTo>
                  <a:lnTo>
                    <a:pt x="362077" y="291211"/>
                  </a:lnTo>
                  <a:lnTo>
                    <a:pt x="397764" y="291211"/>
                  </a:lnTo>
                  <a:close/>
                </a:path>
                <a:path w="1960245" h="372110">
                  <a:moveTo>
                    <a:pt x="787019" y="291211"/>
                  </a:moveTo>
                  <a:lnTo>
                    <a:pt x="750862" y="202946"/>
                  </a:lnTo>
                  <a:lnTo>
                    <a:pt x="738022" y="171577"/>
                  </a:lnTo>
                  <a:lnTo>
                    <a:pt x="697230" y="71983"/>
                  </a:lnTo>
                  <a:lnTo>
                    <a:pt x="697230" y="171577"/>
                  </a:lnTo>
                  <a:lnTo>
                    <a:pt x="598424" y="171577"/>
                  </a:lnTo>
                  <a:lnTo>
                    <a:pt x="630428" y="86106"/>
                  </a:lnTo>
                  <a:lnTo>
                    <a:pt x="635190" y="72326"/>
                  </a:lnTo>
                  <a:lnTo>
                    <a:pt x="639394" y="58445"/>
                  </a:lnTo>
                  <a:lnTo>
                    <a:pt x="643051" y="44488"/>
                  </a:lnTo>
                  <a:lnTo>
                    <a:pt x="646176" y="30480"/>
                  </a:lnTo>
                  <a:lnTo>
                    <a:pt x="649960" y="43180"/>
                  </a:lnTo>
                  <a:lnTo>
                    <a:pt x="654646" y="57467"/>
                  </a:lnTo>
                  <a:lnTo>
                    <a:pt x="660247" y="73380"/>
                  </a:lnTo>
                  <a:lnTo>
                    <a:pt x="666750" y="90932"/>
                  </a:lnTo>
                  <a:lnTo>
                    <a:pt x="697230" y="171577"/>
                  </a:lnTo>
                  <a:lnTo>
                    <a:pt x="697230" y="71983"/>
                  </a:lnTo>
                  <a:lnTo>
                    <a:pt x="680237" y="30480"/>
                  </a:lnTo>
                  <a:lnTo>
                    <a:pt x="667766" y="0"/>
                  </a:lnTo>
                  <a:lnTo>
                    <a:pt x="626237" y="0"/>
                  </a:lnTo>
                  <a:lnTo>
                    <a:pt x="514350" y="291211"/>
                  </a:lnTo>
                  <a:lnTo>
                    <a:pt x="555371" y="291211"/>
                  </a:lnTo>
                  <a:lnTo>
                    <a:pt x="587248" y="202946"/>
                  </a:lnTo>
                  <a:lnTo>
                    <a:pt x="709041" y="202946"/>
                  </a:lnTo>
                  <a:lnTo>
                    <a:pt x="743077" y="291211"/>
                  </a:lnTo>
                  <a:lnTo>
                    <a:pt x="787019" y="291211"/>
                  </a:lnTo>
                  <a:close/>
                </a:path>
                <a:path w="1960245" h="372110">
                  <a:moveTo>
                    <a:pt x="1040003" y="84201"/>
                  </a:moveTo>
                  <a:lnTo>
                    <a:pt x="1031113" y="44450"/>
                  </a:lnTo>
                  <a:lnTo>
                    <a:pt x="1000252" y="11861"/>
                  </a:lnTo>
                  <a:lnTo>
                    <a:pt x="1000252" y="85344"/>
                  </a:lnTo>
                  <a:lnTo>
                    <a:pt x="999261" y="97282"/>
                  </a:lnTo>
                  <a:lnTo>
                    <a:pt x="975334" y="130556"/>
                  </a:lnTo>
                  <a:lnTo>
                    <a:pt x="931545" y="138430"/>
                  </a:lnTo>
                  <a:lnTo>
                    <a:pt x="856234" y="138430"/>
                  </a:lnTo>
                  <a:lnTo>
                    <a:pt x="856234" y="34290"/>
                  </a:lnTo>
                  <a:lnTo>
                    <a:pt x="930656" y="34290"/>
                  </a:lnTo>
                  <a:lnTo>
                    <a:pt x="973886" y="39497"/>
                  </a:lnTo>
                  <a:lnTo>
                    <a:pt x="999667" y="76542"/>
                  </a:lnTo>
                  <a:lnTo>
                    <a:pt x="1000252" y="85344"/>
                  </a:lnTo>
                  <a:lnTo>
                    <a:pt x="1000252" y="11861"/>
                  </a:lnTo>
                  <a:lnTo>
                    <a:pt x="963320" y="1511"/>
                  </a:lnTo>
                  <a:lnTo>
                    <a:pt x="927481" y="0"/>
                  </a:lnTo>
                  <a:lnTo>
                    <a:pt x="817626" y="0"/>
                  </a:lnTo>
                  <a:lnTo>
                    <a:pt x="817626" y="291211"/>
                  </a:lnTo>
                  <a:lnTo>
                    <a:pt x="856234" y="291211"/>
                  </a:lnTo>
                  <a:lnTo>
                    <a:pt x="856234" y="172847"/>
                  </a:lnTo>
                  <a:lnTo>
                    <a:pt x="930910" y="172847"/>
                  </a:lnTo>
                  <a:lnTo>
                    <a:pt x="983170" y="166395"/>
                  </a:lnTo>
                  <a:lnTo>
                    <a:pt x="1016381" y="147066"/>
                  </a:lnTo>
                  <a:lnTo>
                    <a:pt x="1022946" y="138430"/>
                  </a:lnTo>
                  <a:lnTo>
                    <a:pt x="1026706" y="133502"/>
                  </a:lnTo>
                  <a:lnTo>
                    <a:pt x="1034097" y="118491"/>
                  </a:lnTo>
                  <a:lnTo>
                    <a:pt x="1038517" y="102069"/>
                  </a:lnTo>
                  <a:lnTo>
                    <a:pt x="1040003" y="84201"/>
                  </a:lnTo>
                  <a:close/>
                </a:path>
                <a:path w="1960245" h="372110">
                  <a:moveTo>
                    <a:pt x="1374267" y="184150"/>
                  </a:moveTo>
                  <a:lnTo>
                    <a:pt x="1368310" y="141503"/>
                  </a:lnTo>
                  <a:lnTo>
                    <a:pt x="1350619" y="106159"/>
                  </a:lnTo>
                  <a:lnTo>
                    <a:pt x="1337691" y="93522"/>
                  </a:lnTo>
                  <a:lnTo>
                    <a:pt x="1337691" y="183896"/>
                  </a:lnTo>
                  <a:lnTo>
                    <a:pt x="1336611" y="203669"/>
                  </a:lnTo>
                  <a:lnTo>
                    <a:pt x="1320673" y="246380"/>
                  </a:lnTo>
                  <a:lnTo>
                    <a:pt x="1279779" y="266573"/>
                  </a:lnTo>
                  <a:lnTo>
                    <a:pt x="1268501" y="265366"/>
                  </a:lnTo>
                  <a:lnTo>
                    <a:pt x="1232649" y="236029"/>
                  </a:lnTo>
                  <a:lnTo>
                    <a:pt x="1223391" y="186944"/>
                  </a:lnTo>
                  <a:lnTo>
                    <a:pt x="1224483" y="167779"/>
                  </a:lnTo>
                  <a:lnTo>
                    <a:pt x="1241044" y="124841"/>
                  </a:lnTo>
                  <a:lnTo>
                    <a:pt x="1281430" y="103505"/>
                  </a:lnTo>
                  <a:lnTo>
                    <a:pt x="1292542" y="104749"/>
                  </a:lnTo>
                  <a:lnTo>
                    <a:pt x="1328305" y="134848"/>
                  </a:lnTo>
                  <a:lnTo>
                    <a:pt x="1337691" y="183896"/>
                  </a:lnTo>
                  <a:lnTo>
                    <a:pt x="1337691" y="93522"/>
                  </a:lnTo>
                  <a:lnTo>
                    <a:pt x="1297914" y="76327"/>
                  </a:lnTo>
                  <a:lnTo>
                    <a:pt x="1284859" y="75438"/>
                  </a:lnTo>
                  <a:lnTo>
                    <a:pt x="1274876" y="75946"/>
                  </a:lnTo>
                  <a:lnTo>
                    <a:pt x="1235887" y="93560"/>
                  </a:lnTo>
                  <a:lnTo>
                    <a:pt x="1223645" y="107569"/>
                  </a:lnTo>
                  <a:lnTo>
                    <a:pt x="1223645" y="80264"/>
                  </a:lnTo>
                  <a:lnTo>
                    <a:pt x="1191006" y="80264"/>
                  </a:lnTo>
                  <a:lnTo>
                    <a:pt x="1191006" y="372110"/>
                  </a:lnTo>
                  <a:lnTo>
                    <a:pt x="1226820" y="372110"/>
                  </a:lnTo>
                  <a:lnTo>
                    <a:pt x="1226820" y="269367"/>
                  </a:lnTo>
                  <a:lnTo>
                    <a:pt x="1231696" y="274853"/>
                  </a:lnTo>
                  <a:lnTo>
                    <a:pt x="1265237" y="294132"/>
                  </a:lnTo>
                  <a:lnTo>
                    <a:pt x="1282192" y="296037"/>
                  </a:lnTo>
                  <a:lnTo>
                    <a:pt x="1294307" y="295160"/>
                  </a:lnTo>
                  <a:lnTo>
                    <a:pt x="1339202" y="274510"/>
                  </a:lnTo>
                  <a:lnTo>
                    <a:pt x="1344295" y="269367"/>
                  </a:lnTo>
                  <a:lnTo>
                    <a:pt x="1347063" y="266573"/>
                  </a:lnTo>
                  <a:lnTo>
                    <a:pt x="1367675" y="229095"/>
                  </a:lnTo>
                  <a:lnTo>
                    <a:pt x="1373530" y="199948"/>
                  </a:lnTo>
                  <a:lnTo>
                    <a:pt x="1374267" y="184150"/>
                  </a:lnTo>
                  <a:close/>
                </a:path>
                <a:path w="1960245" h="372110">
                  <a:moveTo>
                    <a:pt x="1598803" y="291211"/>
                  </a:moveTo>
                  <a:lnTo>
                    <a:pt x="1588071" y="243522"/>
                  </a:lnTo>
                  <a:lnTo>
                    <a:pt x="1587500" y="185293"/>
                  </a:lnTo>
                  <a:lnTo>
                    <a:pt x="1587373" y="144094"/>
                  </a:lnTo>
                  <a:lnTo>
                    <a:pt x="1579346" y="105029"/>
                  </a:lnTo>
                  <a:lnTo>
                    <a:pt x="1540598" y="79032"/>
                  </a:lnTo>
                  <a:lnTo>
                    <a:pt x="1505839" y="75438"/>
                  </a:lnTo>
                  <a:lnTo>
                    <a:pt x="1492618" y="75920"/>
                  </a:lnTo>
                  <a:lnTo>
                    <a:pt x="1448193" y="87058"/>
                  </a:lnTo>
                  <a:lnTo>
                    <a:pt x="1416888" y="120167"/>
                  </a:lnTo>
                  <a:lnTo>
                    <a:pt x="1410589" y="140462"/>
                  </a:lnTo>
                  <a:lnTo>
                    <a:pt x="1445641" y="145161"/>
                  </a:lnTo>
                  <a:lnTo>
                    <a:pt x="1448892" y="134785"/>
                  </a:lnTo>
                  <a:lnTo>
                    <a:pt x="1452956" y="126111"/>
                  </a:lnTo>
                  <a:lnTo>
                    <a:pt x="1488808" y="105587"/>
                  </a:lnTo>
                  <a:lnTo>
                    <a:pt x="1500632" y="105029"/>
                  </a:lnTo>
                  <a:lnTo>
                    <a:pt x="1513319" y="105803"/>
                  </a:lnTo>
                  <a:lnTo>
                    <a:pt x="1548930" y="129311"/>
                  </a:lnTo>
                  <a:lnTo>
                    <a:pt x="1551305" y="157353"/>
                  </a:lnTo>
                  <a:lnTo>
                    <a:pt x="1551305" y="185293"/>
                  </a:lnTo>
                  <a:lnTo>
                    <a:pt x="1548079" y="227406"/>
                  </a:lnTo>
                  <a:lnTo>
                    <a:pt x="1521841" y="258953"/>
                  </a:lnTo>
                  <a:lnTo>
                    <a:pt x="1485138" y="267970"/>
                  </a:lnTo>
                  <a:lnTo>
                    <a:pt x="1475295" y="267385"/>
                  </a:lnTo>
                  <a:lnTo>
                    <a:pt x="1443278" y="241427"/>
                  </a:lnTo>
                  <a:lnTo>
                    <a:pt x="1442681" y="228028"/>
                  </a:lnTo>
                  <a:lnTo>
                    <a:pt x="1444244" y="222758"/>
                  </a:lnTo>
                  <a:lnTo>
                    <a:pt x="1482636" y="200482"/>
                  </a:lnTo>
                  <a:lnTo>
                    <a:pt x="1511109" y="195910"/>
                  </a:lnTo>
                  <a:lnTo>
                    <a:pt x="1526946" y="192659"/>
                  </a:lnTo>
                  <a:lnTo>
                    <a:pt x="1540344" y="189141"/>
                  </a:lnTo>
                  <a:lnTo>
                    <a:pt x="1551305" y="185293"/>
                  </a:lnTo>
                  <a:lnTo>
                    <a:pt x="1551305" y="157353"/>
                  </a:lnTo>
                  <a:lnTo>
                    <a:pt x="1539608" y="160769"/>
                  </a:lnTo>
                  <a:lnTo>
                    <a:pt x="1525092" y="163944"/>
                  </a:lnTo>
                  <a:lnTo>
                    <a:pt x="1507744" y="166916"/>
                  </a:lnTo>
                  <a:lnTo>
                    <a:pt x="1487551" y="169672"/>
                  </a:lnTo>
                  <a:lnTo>
                    <a:pt x="1477568" y="170942"/>
                  </a:lnTo>
                  <a:lnTo>
                    <a:pt x="1468932" y="172250"/>
                  </a:lnTo>
                  <a:lnTo>
                    <a:pt x="1430020" y="186690"/>
                  </a:lnTo>
                  <a:lnTo>
                    <a:pt x="1406220" y="220764"/>
                  </a:lnTo>
                  <a:lnTo>
                    <a:pt x="1404493" y="235585"/>
                  </a:lnTo>
                  <a:lnTo>
                    <a:pt x="1405648" y="248234"/>
                  </a:lnTo>
                  <a:lnTo>
                    <a:pt x="1433487" y="286448"/>
                  </a:lnTo>
                  <a:lnTo>
                    <a:pt x="1476629" y="296037"/>
                  </a:lnTo>
                  <a:lnTo>
                    <a:pt x="1486954" y="295592"/>
                  </a:lnTo>
                  <a:lnTo>
                    <a:pt x="1525308" y="284937"/>
                  </a:lnTo>
                  <a:lnTo>
                    <a:pt x="1550720" y="267970"/>
                  </a:lnTo>
                  <a:lnTo>
                    <a:pt x="1554226" y="265176"/>
                  </a:lnTo>
                  <a:lnTo>
                    <a:pt x="1555305" y="272453"/>
                  </a:lnTo>
                  <a:lnTo>
                    <a:pt x="1556842" y="279146"/>
                  </a:lnTo>
                  <a:lnTo>
                    <a:pt x="1558886" y="285432"/>
                  </a:lnTo>
                  <a:lnTo>
                    <a:pt x="1561465" y="291211"/>
                  </a:lnTo>
                  <a:lnTo>
                    <a:pt x="1598803" y="291211"/>
                  </a:lnTo>
                  <a:close/>
                </a:path>
                <a:path w="1960245" h="372110">
                  <a:moveTo>
                    <a:pt x="1756410" y="86995"/>
                  </a:moveTo>
                  <a:lnTo>
                    <a:pt x="1747100" y="81927"/>
                  </a:lnTo>
                  <a:lnTo>
                    <a:pt x="1737842" y="78320"/>
                  </a:lnTo>
                  <a:lnTo>
                    <a:pt x="1728673" y="76161"/>
                  </a:lnTo>
                  <a:lnTo>
                    <a:pt x="1719580" y="75438"/>
                  </a:lnTo>
                  <a:lnTo>
                    <a:pt x="1711325" y="75438"/>
                  </a:lnTo>
                  <a:lnTo>
                    <a:pt x="1679981" y="101930"/>
                  </a:lnTo>
                  <a:lnTo>
                    <a:pt x="1673987" y="112141"/>
                  </a:lnTo>
                  <a:lnTo>
                    <a:pt x="1673987" y="80264"/>
                  </a:lnTo>
                  <a:lnTo>
                    <a:pt x="1641729" y="80264"/>
                  </a:lnTo>
                  <a:lnTo>
                    <a:pt x="1641729" y="291211"/>
                  </a:lnTo>
                  <a:lnTo>
                    <a:pt x="1677543" y="291211"/>
                  </a:lnTo>
                  <a:lnTo>
                    <a:pt x="1677543" y="180721"/>
                  </a:lnTo>
                  <a:lnTo>
                    <a:pt x="1677898" y="169633"/>
                  </a:lnTo>
                  <a:lnTo>
                    <a:pt x="1686052" y="130683"/>
                  </a:lnTo>
                  <a:lnTo>
                    <a:pt x="1710055" y="112395"/>
                  </a:lnTo>
                  <a:lnTo>
                    <a:pt x="1717802" y="112395"/>
                  </a:lnTo>
                  <a:lnTo>
                    <a:pt x="1724367" y="112877"/>
                  </a:lnTo>
                  <a:lnTo>
                    <a:pt x="1730946" y="114325"/>
                  </a:lnTo>
                  <a:lnTo>
                    <a:pt x="1737512" y="116738"/>
                  </a:lnTo>
                  <a:lnTo>
                    <a:pt x="1744091" y="120142"/>
                  </a:lnTo>
                  <a:lnTo>
                    <a:pt x="1746961" y="112395"/>
                  </a:lnTo>
                  <a:lnTo>
                    <a:pt x="1747062" y="112141"/>
                  </a:lnTo>
                  <a:lnTo>
                    <a:pt x="1756410" y="86995"/>
                  </a:lnTo>
                  <a:close/>
                </a:path>
                <a:path w="1960245" h="372110">
                  <a:moveTo>
                    <a:pt x="1959991" y="291211"/>
                  </a:moveTo>
                  <a:lnTo>
                    <a:pt x="1949259" y="243522"/>
                  </a:lnTo>
                  <a:lnTo>
                    <a:pt x="1948688" y="185293"/>
                  </a:lnTo>
                  <a:lnTo>
                    <a:pt x="1948561" y="144094"/>
                  </a:lnTo>
                  <a:lnTo>
                    <a:pt x="1940534" y="105029"/>
                  </a:lnTo>
                  <a:lnTo>
                    <a:pt x="1901786" y="79032"/>
                  </a:lnTo>
                  <a:lnTo>
                    <a:pt x="1867027" y="75438"/>
                  </a:lnTo>
                  <a:lnTo>
                    <a:pt x="1853806" y="75920"/>
                  </a:lnTo>
                  <a:lnTo>
                    <a:pt x="1809381" y="87058"/>
                  </a:lnTo>
                  <a:lnTo>
                    <a:pt x="1778076" y="120167"/>
                  </a:lnTo>
                  <a:lnTo>
                    <a:pt x="1771777" y="140462"/>
                  </a:lnTo>
                  <a:lnTo>
                    <a:pt x="1806829" y="145161"/>
                  </a:lnTo>
                  <a:lnTo>
                    <a:pt x="1810080" y="134785"/>
                  </a:lnTo>
                  <a:lnTo>
                    <a:pt x="1814144" y="126111"/>
                  </a:lnTo>
                  <a:lnTo>
                    <a:pt x="1849996" y="105587"/>
                  </a:lnTo>
                  <a:lnTo>
                    <a:pt x="1861820" y="105029"/>
                  </a:lnTo>
                  <a:lnTo>
                    <a:pt x="1874507" y="105803"/>
                  </a:lnTo>
                  <a:lnTo>
                    <a:pt x="1910118" y="129311"/>
                  </a:lnTo>
                  <a:lnTo>
                    <a:pt x="1912543" y="155067"/>
                  </a:lnTo>
                  <a:lnTo>
                    <a:pt x="1912493" y="157353"/>
                  </a:lnTo>
                  <a:lnTo>
                    <a:pt x="1912493" y="185293"/>
                  </a:lnTo>
                  <a:lnTo>
                    <a:pt x="1909267" y="227406"/>
                  </a:lnTo>
                  <a:lnTo>
                    <a:pt x="1883029" y="258953"/>
                  </a:lnTo>
                  <a:lnTo>
                    <a:pt x="1846326" y="267970"/>
                  </a:lnTo>
                  <a:lnTo>
                    <a:pt x="1836483" y="267385"/>
                  </a:lnTo>
                  <a:lnTo>
                    <a:pt x="1804466" y="241427"/>
                  </a:lnTo>
                  <a:lnTo>
                    <a:pt x="1803869" y="228028"/>
                  </a:lnTo>
                  <a:lnTo>
                    <a:pt x="1805432" y="222758"/>
                  </a:lnTo>
                  <a:lnTo>
                    <a:pt x="1843824" y="200482"/>
                  </a:lnTo>
                  <a:lnTo>
                    <a:pt x="1872297" y="195910"/>
                  </a:lnTo>
                  <a:lnTo>
                    <a:pt x="1888134" y="192659"/>
                  </a:lnTo>
                  <a:lnTo>
                    <a:pt x="1901532" y="189141"/>
                  </a:lnTo>
                  <a:lnTo>
                    <a:pt x="1912493" y="185293"/>
                  </a:lnTo>
                  <a:lnTo>
                    <a:pt x="1912493" y="157353"/>
                  </a:lnTo>
                  <a:lnTo>
                    <a:pt x="1900796" y="160769"/>
                  </a:lnTo>
                  <a:lnTo>
                    <a:pt x="1886280" y="163944"/>
                  </a:lnTo>
                  <a:lnTo>
                    <a:pt x="1868932" y="166916"/>
                  </a:lnTo>
                  <a:lnTo>
                    <a:pt x="1848739" y="169672"/>
                  </a:lnTo>
                  <a:lnTo>
                    <a:pt x="1838756" y="170942"/>
                  </a:lnTo>
                  <a:lnTo>
                    <a:pt x="1830120" y="172250"/>
                  </a:lnTo>
                  <a:lnTo>
                    <a:pt x="1791208" y="186690"/>
                  </a:lnTo>
                  <a:lnTo>
                    <a:pt x="1767408" y="220764"/>
                  </a:lnTo>
                  <a:lnTo>
                    <a:pt x="1765681" y="235585"/>
                  </a:lnTo>
                  <a:lnTo>
                    <a:pt x="1766836" y="248234"/>
                  </a:lnTo>
                  <a:lnTo>
                    <a:pt x="1794675" y="286448"/>
                  </a:lnTo>
                  <a:lnTo>
                    <a:pt x="1837817" y="296037"/>
                  </a:lnTo>
                  <a:lnTo>
                    <a:pt x="1848142" y="295592"/>
                  </a:lnTo>
                  <a:lnTo>
                    <a:pt x="1886496" y="284937"/>
                  </a:lnTo>
                  <a:lnTo>
                    <a:pt x="1911908" y="267970"/>
                  </a:lnTo>
                  <a:lnTo>
                    <a:pt x="1915414" y="265176"/>
                  </a:lnTo>
                  <a:lnTo>
                    <a:pt x="1916493" y="272453"/>
                  </a:lnTo>
                  <a:lnTo>
                    <a:pt x="1918030" y="279146"/>
                  </a:lnTo>
                  <a:lnTo>
                    <a:pt x="1920074" y="285432"/>
                  </a:lnTo>
                  <a:lnTo>
                    <a:pt x="1922653" y="291211"/>
                  </a:lnTo>
                  <a:lnTo>
                    <a:pt x="1959991" y="291211"/>
                  </a:lnTo>
                  <a:close/>
                </a:path>
              </a:pathLst>
            </a:custGeom>
            <a:solidFill>
              <a:srgbClr val="253B21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4346" y="4420615"/>
              <a:ext cx="3217062" cy="296036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956665" y="4957064"/>
              <a:ext cx="1404620" cy="296545"/>
            </a:xfrm>
            <a:custGeom>
              <a:avLst/>
              <a:gdLst/>
              <a:ahLst/>
              <a:cxnLst/>
              <a:rect l="l" t="t" r="r" b="b"/>
              <a:pathLst>
                <a:path w="1404620" h="296545">
                  <a:moveTo>
                    <a:pt x="35763" y="0"/>
                  </a:moveTo>
                  <a:lnTo>
                    <a:pt x="0" y="0"/>
                  </a:lnTo>
                  <a:lnTo>
                    <a:pt x="0" y="41021"/>
                  </a:lnTo>
                  <a:lnTo>
                    <a:pt x="35763" y="41021"/>
                  </a:lnTo>
                  <a:lnTo>
                    <a:pt x="35763" y="0"/>
                  </a:lnTo>
                  <a:close/>
                </a:path>
                <a:path w="1404620" h="296545">
                  <a:moveTo>
                    <a:pt x="35763" y="80263"/>
                  </a:moveTo>
                  <a:lnTo>
                    <a:pt x="0" y="80263"/>
                  </a:lnTo>
                  <a:lnTo>
                    <a:pt x="0" y="291211"/>
                  </a:lnTo>
                  <a:lnTo>
                    <a:pt x="35763" y="291211"/>
                  </a:lnTo>
                  <a:lnTo>
                    <a:pt x="35763" y="80263"/>
                  </a:lnTo>
                  <a:close/>
                </a:path>
                <a:path w="1404620" h="296545">
                  <a:moveTo>
                    <a:pt x="121894" y="80263"/>
                  </a:moveTo>
                  <a:lnTo>
                    <a:pt x="89712" y="80263"/>
                  </a:lnTo>
                  <a:lnTo>
                    <a:pt x="89712" y="291211"/>
                  </a:lnTo>
                  <a:lnTo>
                    <a:pt x="125475" y="291211"/>
                  </a:lnTo>
                  <a:lnTo>
                    <a:pt x="125475" y="176022"/>
                  </a:lnTo>
                  <a:lnTo>
                    <a:pt x="126512" y="157354"/>
                  </a:lnTo>
                  <a:lnTo>
                    <a:pt x="142062" y="120904"/>
                  </a:lnTo>
                  <a:lnTo>
                    <a:pt x="159819" y="110236"/>
                  </a:lnTo>
                  <a:lnTo>
                    <a:pt x="121894" y="110236"/>
                  </a:lnTo>
                  <a:lnTo>
                    <a:pt x="121894" y="80263"/>
                  </a:lnTo>
                  <a:close/>
                </a:path>
                <a:path w="1404620" h="296545">
                  <a:moveTo>
                    <a:pt x="251893" y="106425"/>
                  </a:moveTo>
                  <a:lnTo>
                    <a:pt x="181508" y="106425"/>
                  </a:lnTo>
                  <a:lnTo>
                    <a:pt x="188430" y="106830"/>
                  </a:lnTo>
                  <a:lnTo>
                    <a:pt x="194892" y="108045"/>
                  </a:lnTo>
                  <a:lnTo>
                    <a:pt x="223070" y="136292"/>
                  </a:lnTo>
                  <a:lnTo>
                    <a:pt x="225412" y="291211"/>
                  </a:lnTo>
                  <a:lnTo>
                    <a:pt x="261175" y="291211"/>
                  </a:lnTo>
                  <a:lnTo>
                    <a:pt x="261051" y="149963"/>
                  </a:lnTo>
                  <a:lnTo>
                    <a:pt x="254822" y="112442"/>
                  </a:lnTo>
                  <a:lnTo>
                    <a:pt x="251893" y="106425"/>
                  </a:lnTo>
                  <a:close/>
                </a:path>
                <a:path w="1404620" h="296545">
                  <a:moveTo>
                    <a:pt x="189052" y="75437"/>
                  </a:moveTo>
                  <a:lnTo>
                    <a:pt x="168389" y="77606"/>
                  </a:lnTo>
                  <a:lnTo>
                    <a:pt x="150310" y="84121"/>
                  </a:lnTo>
                  <a:lnTo>
                    <a:pt x="134813" y="94994"/>
                  </a:lnTo>
                  <a:lnTo>
                    <a:pt x="121894" y="110236"/>
                  </a:lnTo>
                  <a:lnTo>
                    <a:pt x="159819" y="110236"/>
                  </a:lnTo>
                  <a:lnTo>
                    <a:pt x="160218" y="110045"/>
                  </a:lnTo>
                  <a:lnTo>
                    <a:pt x="170471" y="107330"/>
                  </a:lnTo>
                  <a:lnTo>
                    <a:pt x="181508" y="106425"/>
                  </a:lnTo>
                  <a:lnTo>
                    <a:pt x="251893" y="106425"/>
                  </a:lnTo>
                  <a:lnTo>
                    <a:pt x="251743" y="106118"/>
                  </a:lnTo>
                  <a:lnTo>
                    <a:pt x="215930" y="79295"/>
                  </a:lnTo>
                  <a:lnTo>
                    <a:pt x="198395" y="75866"/>
                  </a:lnTo>
                  <a:lnTo>
                    <a:pt x="189052" y="75437"/>
                  </a:lnTo>
                  <a:close/>
                </a:path>
                <a:path w="1404620" h="296545">
                  <a:moveTo>
                    <a:pt x="357403" y="108077"/>
                  </a:moveTo>
                  <a:lnTo>
                    <a:pt x="321843" y="108077"/>
                  </a:lnTo>
                  <a:lnTo>
                    <a:pt x="321843" y="229362"/>
                  </a:lnTo>
                  <a:lnTo>
                    <a:pt x="326161" y="271653"/>
                  </a:lnTo>
                  <a:lnTo>
                    <a:pt x="362312" y="293622"/>
                  </a:lnTo>
                  <a:lnTo>
                    <a:pt x="371500" y="294005"/>
                  </a:lnTo>
                  <a:lnTo>
                    <a:pt x="377673" y="293812"/>
                  </a:lnTo>
                  <a:lnTo>
                    <a:pt x="384216" y="293227"/>
                  </a:lnTo>
                  <a:lnTo>
                    <a:pt x="391163" y="292236"/>
                  </a:lnTo>
                  <a:lnTo>
                    <a:pt x="398551" y="290830"/>
                  </a:lnTo>
                  <a:lnTo>
                    <a:pt x="393574" y="260604"/>
                  </a:lnTo>
                  <a:lnTo>
                    <a:pt x="372389" y="260604"/>
                  </a:lnTo>
                  <a:lnTo>
                    <a:pt x="368325" y="259715"/>
                  </a:lnTo>
                  <a:lnTo>
                    <a:pt x="357403" y="241554"/>
                  </a:lnTo>
                  <a:lnTo>
                    <a:pt x="357403" y="108077"/>
                  </a:lnTo>
                  <a:close/>
                </a:path>
                <a:path w="1404620" h="296545">
                  <a:moveTo>
                    <a:pt x="393344" y="259206"/>
                  </a:moveTo>
                  <a:lnTo>
                    <a:pt x="386867" y="260096"/>
                  </a:lnTo>
                  <a:lnTo>
                    <a:pt x="381660" y="260604"/>
                  </a:lnTo>
                  <a:lnTo>
                    <a:pt x="393574" y="260604"/>
                  </a:lnTo>
                  <a:lnTo>
                    <a:pt x="393344" y="259206"/>
                  </a:lnTo>
                  <a:close/>
                </a:path>
                <a:path w="1404620" h="296545">
                  <a:moveTo>
                    <a:pt x="393344" y="80263"/>
                  </a:moveTo>
                  <a:lnTo>
                    <a:pt x="295592" y="80263"/>
                  </a:lnTo>
                  <a:lnTo>
                    <a:pt x="295592" y="108077"/>
                  </a:lnTo>
                  <a:lnTo>
                    <a:pt x="393344" y="108077"/>
                  </a:lnTo>
                  <a:lnTo>
                    <a:pt x="393344" y="80263"/>
                  </a:lnTo>
                  <a:close/>
                </a:path>
                <a:path w="1404620" h="296545">
                  <a:moveTo>
                    <a:pt x="357403" y="6477"/>
                  </a:moveTo>
                  <a:lnTo>
                    <a:pt x="321843" y="27940"/>
                  </a:lnTo>
                  <a:lnTo>
                    <a:pt x="321843" y="80263"/>
                  </a:lnTo>
                  <a:lnTo>
                    <a:pt x="357403" y="80263"/>
                  </a:lnTo>
                  <a:lnTo>
                    <a:pt x="357403" y="6477"/>
                  </a:lnTo>
                  <a:close/>
                </a:path>
                <a:path w="1404620" h="296545">
                  <a:moveTo>
                    <a:pt x="514629" y="75437"/>
                  </a:moveTo>
                  <a:lnTo>
                    <a:pt x="475021" y="82788"/>
                  </a:lnTo>
                  <a:lnTo>
                    <a:pt x="443509" y="104902"/>
                  </a:lnTo>
                  <a:lnTo>
                    <a:pt x="422935" y="140223"/>
                  </a:lnTo>
                  <a:lnTo>
                    <a:pt x="416077" y="187452"/>
                  </a:lnTo>
                  <a:lnTo>
                    <a:pt x="417787" y="211740"/>
                  </a:lnTo>
                  <a:lnTo>
                    <a:pt x="431400" y="251745"/>
                  </a:lnTo>
                  <a:lnTo>
                    <a:pt x="457993" y="279963"/>
                  </a:lnTo>
                  <a:lnTo>
                    <a:pt x="494708" y="294251"/>
                  </a:lnTo>
                  <a:lnTo>
                    <a:pt x="516661" y="296037"/>
                  </a:lnTo>
                  <a:lnTo>
                    <a:pt x="534215" y="294917"/>
                  </a:lnTo>
                  <a:lnTo>
                    <a:pt x="577113" y="278130"/>
                  </a:lnTo>
                  <a:lnTo>
                    <a:pt x="589309" y="266573"/>
                  </a:lnTo>
                  <a:lnTo>
                    <a:pt x="516915" y="266573"/>
                  </a:lnTo>
                  <a:lnTo>
                    <a:pt x="504223" y="265428"/>
                  </a:lnTo>
                  <a:lnTo>
                    <a:pt x="464857" y="237894"/>
                  </a:lnTo>
                  <a:lnTo>
                    <a:pt x="453034" y="194818"/>
                  </a:lnTo>
                  <a:lnTo>
                    <a:pt x="610387" y="194818"/>
                  </a:lnTo>
                  <a:lnTo>
                    <a:pt x="610514" y="190627"/>
                  </a:lnTo>
                  <a:lnTo>
                    <a:pt x="610641" y="185293"/>
                  </a:lnTo>
                  <a:lnTo>
                    <a:pt x="609299" y="165481"/>
                  </a:lnTo>
                  <a:lnTo>
                    <a:pt x="455066" y="165481"/>
                  </a:lnTo>
                  <a:lnTo>
                    <a:pt x="456874" y="152360"/>
                  </a:lnTo>
                  <a:lnTo>
                    <a:pt x="482488" y="114117"/>
                  </a:lnTo>
                  <a:lnTo>
                    <a:pt x="515010" y="104902"/>
                  </a:lnTo>
                  <a:lnTo>
                    <a:pt x="584314" y="104902"/>
                  </a:lnTo>
                  <a:lnTo>
                    <a:pt x="583844" y="104267"/>
                  </a:lnTo>
                  <a:lnTo>
                    <a:pt x="569439" y="91672"/>
                  </a:lnTo>
                  <a:lnTo>
                    <a:pt x="553094" y="82661"/>
                  </a:lnTo>
                  <a:lnTo>
                    <a:pt x="534820" y="77245"/>
                  </a:lnTo>
                  <a:lnTo>
                    <a:pt x="514629" y="75437"/>
                  </a:lnTo>
                  <a:close/>
                </a:path>
                <a:path w="1404620" h="296545">
                  <a:moveTo>
                    <a:pt x="572541" y="223266"/>
                  </a:moveTo>
                  <a:lnTo>
                    <a:pt x="550443" y="256286"/>
                  </a:lnTo>
                  <a:lnTo>
                    <a:pt x="516915" y="266573"/>
                  </a:lnTo>
                  <a:lnTo>
                    <a:pt x="589309" y="266573"/>
                  </a:lnTo>
                  <a:lnTo>
                    <a:pt x="597020" y="256603"/>
                  </a:lnTo>
                  <a:lnTo>
                    <a:pt x="604188" y="243125"/>
                  </a:lnTo>
                  <a:lnTo>
                    <a:pt x="609498" y="227837"/>
                  </a:lnTo>
                  <a:lnTo>
                    <a:pt x="572541" y="223266"/>
                  </a:lnTo>
                  <a:close/>
                </a:path>
                <a:path w="1404620" h="296545">
                  <a:moveTo>
                    <a:pt x="584314" y="104902"/>
                  </a:moveTo>
                  <a:lnTo>
                    <a:pt x="515010" y="104902"/>
                  </a:lnTo>
                  <a:lnTo>
                    <a:pt x="528008" y="106187"/>
                  </a:lnTo>
                  <a:lnTo>
                    <a:pt x="539743" y="110045"/>
                  </a:lnTo>
                  <a:lnTo>
                    <a:pt x="568318" y="142144"/>
                  </a:lnTo>
                  <a:lnTo>
                    <a:pt x="572922" y="165481"/>
                  </a:lnTo>
                  <a:lnTo>
                    <a:pt x="609299" y="165481"/>
                  </a:lnTo>
                  <a:lnTo>
                    <a:pt x="608972" y="160649"/>
                  </a:lnTo>
                  <a:lnTo>
                    <a:pt x="603958" y="138922"/>
                  </a:lnTo>
                  <a:lnTo>
                    <a:pt x="595585" y="120124"/>
                  </a:lnTo>
                  <a:lnTo>
                    <a:pt x="584314" y="104902"/>
                  </a:lnTo>
                  <a:close/>
                </a:path>
                <a:path w="1404620" h="296545">
                  <a:moveTo>
                    <a:pt x="685444" y="80263"/>
                  </a:moveTo>
                  <a:lnTo>
                    <a:pt x="653186" y="80263"/>
                  </a:lnTo>
                  <a:lnTo>
                    <a:pt x="653186" y="291211"/>
                  </a:lnTo>
                  <a:lnTo>
                    <a:pt x="689000" y="291211"/>
                  </a:lnTo>
                  <a:lnTo>
                    <a:pt x="689000" y="180721"/>
                  </a:lnTo>
                  <a:lnTo>
                    <a:pt x="689361" y="169622"/>
                  </a:lnTo>
                  <a:lnTo>
                    <a:pt x="697509" y="130683"/>
                  </a:lnTo>
                  <a:lnTo>
                    <a:pt x="721512" y="112394"/>
                  </a:lnTo>
                  <a:lnTo>
                    <a:pt x="758427" y="112394"/>
                  </a:lnTo>
                  <a:lnTo>
                    <a:pt x="758521" y="112141"/>
                  </a:lnTo>
                  <a:lnTo>
                    <a:pt x="685444" y="112141"/>
                  </a:lnTo>
                  <a:lnTo>
                    <a:pt x="685444" y="80263"/>
                  </a:lnTo>
                  <a:close/>
                </a:path>
                <a:path w="1404620" h="296545">
                  <a:moveTo>
                    <a:pt x="758427" y="112394"/>
                  </a:moveTo>
                  <a:lnTo>
                    <a:pt x="729259" y="112394"/>
                  </a:lnTo>
                  <a:lnTo>
                    <a:pt x="735831" y="112873"/>
                  </a:lnTo>
                  <a:lnTo>
                    <a:pt x="742403" y="114315"/>
                  </a:lnTo>
                  <a:lnTo>
                    <a:pt x="748976" y="116734"/>
                  </a:lnTo>
                  <a:lnTo>
                    <a:pt x="755548" y="120142"/>
                  </a:lnTo>
                  <a:lnTo>
                    <a:pt x="758427" y="112394"/>
                  </a:lnTo>
                  <a:close/>
                </a:path>
                <a:path w="1404620" h="296545">
                  <a:moveTo>
                    <a:pt x="731037" y="75437"/>
                  </a:moveTo>
                  <a:lnTo>
                    <a:pt x="722782" y="75437"/>
                  </a:lnTo>
                  <a:lnTo>
                    <a:pt x="715035" y="77850"/>
                  </a:lnTo>
                  <a:lnTo>
                    <a:pt x="685444" y="112141"/>
                  </a:lnTo>
                  <a:lnTo>
                    <a:pt x="758521" y="112141"/>
                  </a:lnTo>
                  <a:lnTo>
                    <a:pt x="767867" y="86994"/>
                  </a:lnTo>
                  <a:lnTo>
                    <a:pt x="758558" y="81920"/>
                  </a:lnTo>
                  <a:lnTo>
                    <a:pt x="749309" y="78311"/>
                  </a:lnTo>
                  <a:lnTo>
                    <a:pt x="740131" y="76154"/>
                  </a:lnTo>
                  <a:lnTo>
                    <a:pt x="731037" y="75437"/>
                  </a:lnTo>
                  <a:close/>
                </a:path>
                <a:path w="1404620" h="296545">
                  <a:moveTo>
                    <a:pt x="821461" y="80263"/>
                  </a:moveTo>
                  <a:lnTo>
                    <a:pt x="789203" y="80263"/>
                  </a:lnTo>
                  <a:lnTo>
                    <a:pt x="789203" y="291211"/>
                  </a:lnTo>
                  <a:lnTo>
                    <a:pt x="825017" y="291211"/>
                  </a:lnTo>
                  <a:lnTo>
                    <a:pt x="825017" y="176022"/>
                  </a:lnTo>
                  <a:lnTo>
                    <a:pt x="826043" y="157354"/>
                  </a:lnTo>
                  <a:lnTo>
                    <a:pt x="841527" y="120904"/>
                  </a:lnTo>
                  <a:lnTo>
                    <a:pt x="859352" y="110236"/>
                  </a:lnTo>
                  <a:lnTo>
                    <a:pt x="821461" y="110236"/>
                  </a:lnTo>
                  <a:lnTo>
                    <a:pt x="821461" y="80263"/>
                  </a:lnTo>
                  <a:close/>
                </a:path>
                <a:path w="1404620" h="296545">
                  <a:moveTo>
                    <a:pt x="951415" y="106425"/>
                  </a:moveTo>
                  <a:lnTo>
                    <a:pt x="881024" y="106425"/>
                  </a:lnTo>
                  <a:lnTo>
                    <a:pt x="887949" y="106830"/>
                  </a:lnTo>
                  <a:lnTo>
                    <a:pt x="894422" y="108045"/>
                  </a:lnTo>
                  <a:lnTo>
                    <a:pt x="922608" y="136292"/>
                  </a:lnTo>
                  <a:lnTo>
                    <a:pt x="924966" y="291211"/>
                  </a:lnTo>
                  <a:lnTo>
                    <a:pt x="960653" y="291211"/>
                  </a:lnTo>
                  <a:lnTo>
                    <a:pt x="960534" y="149963"/>
                  </a:lnTo>
                  <a:lnTo>
                    <a:pt x="954351" y="112442"/>
                  </a:lnTo>
                  <a:lnTo>
                    <a:pt x="951415" y="106425"/>
                  </a:lnTo>
                  <a:close/>
                </a:path>
                <a:path w="1404620" h="296545">
                  <a:moveTo>
                    <a:pt x="888517" y="75437"/>
                  </a:moveTo>
                  <a:lnTo>
                    <a:pt x="867895" y="77606"/>
                  </a:lnTo>
                  <a:lnTo>
                    <a:pt x="849845" y="84121"/>
                  </a:lnTo>
                  <a:lnTo>
                    <a:pt x="834367" y="94994"/>
                  </a:lnTo>
                  <a:lnTo>
                    <a:pt x="821461" y="110236"/>
                  </a:lnTo>
                  <a:lnTo>
                    <a:pt x="859352" y="110236"/>
                  </a:lnTo>
                  <a:lnTo>
                    <a:pt x="859751" y="110045"/>
                  </a:lnTo>
                  <a:lnTo>
                    <a:pt x="869995" y="107330"/>
                  </a:lnTo>
                  <a:lnTo>
                    <a:pt x="881024" y="106425"/>
                  </a:lnTo>
                  <a:lnTo>
                    <a:pt x="951415" y="106425"/>
                  </a:lnTo>
                  <a:lnTo>
                    <a:pt x="951265" y="106118"/>
                  </a:lnTo>
                  <a:lnTo>
                    <a:pt x="915502" y="79295"/>
                  </a:lnTo>
                  <a:lnTo>
                    <a:pt x="897925" y="75866"/>
                  </a:lnTo>
                  <a:lnTo>
                    <a:pt x="888517" y="75437"/>
                  </a:lnTo>
                  <a:close/>
                </a:path>
                <a:path w="1404620" h="296545">
                  <a:moveTo>
                    <a:pt x="1101369" y="75437"/>
                  </a:moveTo>
                  <a:lnTo>
                    <a:pt x="1061761" y="82788"/>
                  </a:lnTo>
                  <a:lnTo>
                    <a:pt x="1030249" y="104902"/>
                  </a:lnTo>
                  <a:lnTo>
                    <a:pt x="1009675" y="140223"/>
                  </a:lnTo>
                  <a:lnTo>
                    <a:pt x="1002817" y="187452"/>
                  </a:lnTo>
                  <a:lnTo>
                    <a:pt x="1004527" y="211740"/>
                  </a:lnTo>
                  <a:lnTo>
                    <a:pt x="1018140" y="251745"/>
                  </a:lnTo>
                  <a:lnTo>
                    <a:pt x="1044733" y="279963"/>
                  </a:lnTo>
                  <a:lnTo>
                    <a:pt x="1081448" y="294251"/>
                  </a:lnTo>
                  <a:lnTo>
                    <a:pt x="1103401" y="296037"/>
                  </a:lnTo>
                  <a:lnTo>
                    <a:pt x="1120955" y="294917"/>
                  </a:lnTo>
                  <a:lnTo>
                    <a:pt x="1163853" y="278130"/>
                  </a:lnTo>
                  <a:lnTo>
                    <a:pt x="1176049" y="266573"/>
                  </a:lnTo>
                  <a:lnTo>
                    <a:pt x="1103655" y="266573"/>
                  </a:lnTo>
                  <a:lnTo>
                    <a:pt x="1090963" y="265428"/>
                  </a:lnTo>
                  <a:lnTo>
                    <a:pt x="1051597" y="237894"/>
                  </a:lnTo>
                  <a:lnTo>
                    <a:pt x="1039774" y="194818"/>
                  </a:lnTo>
                  <a:lnTo>
                    <a:pt x="1197127" y="194818"/>
                  </a:lnTo>
                  <a:lnTo>
                    <a:pt x="1197254" y="190627"/>
                  </a:lnTo>
                  <a:lnTo>
                    <a:pt x="1197381" y="187452"/>
                  </a:lnTo>
                  <a:lnTo>
                    <a:pt x="1197381" y="185293"/>
                  </a:lnTo>
                  <a:lnTo>
                    <a:pt x="1196039" y="165481"/>
                  </a:lnTo>
                  <a:lnTo>
                    <a:pt x="1041806" y="165481"/>
                  </a:lnTo>
                  <a:lnTo>
                    <a:pt x="1043614" y="152360"/>
                  </a:lnTo>
                  <a:lnTo>
                    <a:pt x="1069228" y="114117"/>
                  </a:lnTo>
                  <a:lnTo>
                    <a:pt x="1101750" y="104902"/>
                  </a:lnTo>
                  <a:lnTo>
                    <a:pt x="1171054" y="104902"/>
                  </a:lnTo>
                  <a:lnTo>
                    <a:pt x="1170584" y="104267"/>
                  </a:lnTo>
                  <a:lnTo>
                    <a:pt x="1156179" y="91672"/>
                  </a:lnTo>
                  <a:lnTo>
                    <a:pt x="1139834" y="82661"/>
                  </a:lnTo>
                  <a:lnTo>
                    <a:pt x="1121560" y="77245"/>
                  </a:lnTo>
                  <a:lnTo>
                    <a:pt x="1101369" y="75437"/>
                  </a:lnTo>
                  <a:close/>
                </a:path>
                <a:path w="1404620" h="296545">
                  <a:moveTo>
                    <a:pt x="1159281" y="223266"/>
                  </a:moveTo>
                  <a:lnTo>
                    <a:pt x="1137183" y="256286"/>
                  </a:lnTo>
                  <a:lnTo>
                    <a:pt x="1103655" y="266573"/>
                  </a:lnTo>
                  <a:lnTo>
                    <a:pt x="1176049" y="266573"/>
                  </a:lnTo>
                  <a:lnTo>
                    <a:pt x="1183760" y="256603"/>
                  </a:lnTo>
                  <a:lnTo>
                    <a:pt x="1190928" y="243125"/>
                  </a:lnTo>
                  <a:lnTo>
                    <a:pt x="1196238" y="227837"/>
                  </a:lnTo>
                  <a:lnTo>
                    <a:pt x="1159281" y="223266"/>
                  </a:lnTo>
                  <a:close/>
                </a:path>
                <a:path w="1404620" h="296545">
                  <a:moveTo>
                    <a:pt x="1171054" y="104902"/>
                  </a:moveTo>
                  <a:lnTo>
                    <a:pt x="1101750" y="104902"/>
                  </a:lnTo>
                  <a:lnTo>
                    <a:pt x="1114748" y="106187"/>
                  </a:lnTo>
                  <a:lnTo>
                    <a:pt x="1126483" y="110045"/>
                  </a:lnTo>
                  <a:lnTo>
                    <a:pt x="1155058" y="142144"/>
                  </a:lnTo>
                  <a:lnTo>
                    <a:pt x="1159662" y="165481"/>
                  </a:lnTo>
                  <a:lnTo>
                    <a:pt x="1196039" y="165481"/>
                  </a:lnTo>
                  <a:lnTo>
                    <a:pt x="1195712" y="160649"/>
                  </a:lnTo>
                  <a:lnTo>
                    <a:pt x="1190698" y="138922"/>
                  </a:lnTo>
                  <a:lnTo>
                    <a:pt x="1182325" y="120124"/>
                  </a:lnTo>
                  <a:lnTo>
                    <a:pt x="1171054" y="104902"/>
                  </a:lnTo>
                  <a:close/>
                </a:path>
                <a:path w="1404620" h="296545">
                  <a:moveTo>
                    <a:pt x="1282471" y="108077"/>
                  </a:moveTo>
                  <a:lnTo>
                    <a:pt x="1246911" y="108077"/>
                  </a:lnTo>
                  <a:lnTo>
                    <a:pt x="1246911" y="229362"/>
                  </a:lnTo>
                  <a:lnTo>
                    <a:pt x="1251229" y="271653"/>
                  </a:lnTo>
                  <a:lnTo>
                    <a:pt x="1287380" y="293622"/>
                  </a:lnTo>
                  <a:lnTo>
                    <a:pt x="1296568" y="294005"/>
                  </a:lnTo>
                  <a:lnTo>
                    <a:pt x="1302741" y="293812"/>
                  </a:lnTo>
                  <a:lnTo>
                    <a:pt x="1309284" y="293227"/>
                  </a:lnTo>
                  <a:lnTo>
                    <a:pt x="1316231" y="292236"/>
                  </a:lnTo>
                  <a:lnTo>
                    <a:pt x="1323619" y="290830"/>
                  </a:lnTo>
                  <a:lnTo>
                    <a:pt x="1318642" y="260604"/>
                  </a:lnTo>
                  <a:lnTo>
                    <a:pt x="1297457" y="260604"/>
                  </a:lnTo>
                  <a:lnTo>
                    <a:pt x="1293393" y="259715"/>
                  </a:lnTo>
                  <a:lnTo>
                    <a:pt x="1282471" y="241554"/>
                  </a:lnTo>
                  <a:lnTo>
                    <a:pt x="1282471" y="108077"/>
                  </a:lnTo>
                  <a:close/>
                </a:path>
                <a:path w="1404620" h="296545">
                  <a:moveTo>
                    <a:pt x="1318412" y="259206"/>
                  </a:moveTo>
                  <a:lnTo>
                    <a:pt x="1311935" y="260096"/>
                  </a:lnTo>
                  <a:lnTo>
                    <a:pt x="1306728" y="260604"/>
                  </a:lnTo>
                  <a:lnTo>
                    <a:pt x="1318642" y="260604"/>
                  </a:lnTo>
                  <a:lnTo>
                    <a:pt x="1318412" y="259206"/>
                  </a:lnTo>
                  <a:close/>
                </a:path>
                <a:path w="1404620" h="296545">
                  <a:moveTo>
                    <a:pt x="1318412" y="80263"/>
                  </a:moveTo>
                  <a:lnTo>
                    <a:pt x="1220622" y="80263"/>
                  </a:lnTo>
                  <a:lnTo>
                    <a:pt x="1220622" y="108077"/>
                  </a:lnTo>
                  <a:lnTo>
                    <a:pt x="1318412" y="108077"/>
                  </a:lnTo>
                  <a:lnTo>
                    <a:pt x="1318412" y="80263"/>
                  </a:lnTo>
                  <a:close/>
                </a:path>
                <a:path w="1404620" h="296545">
                  <a:moveTo>
                    <a:pt x="1282471" y="6477"/>
                  </a:moveTo>
                  <a:lnTo>
                    <a:pt x="1246911" y="27940"/>
                  </a:lnTo>
                  <a:lnTo>
                    <a:pt x="1246911" y="80263"/>
                  </a:lnTo>
                  <a:lnTo>
                    <a:pt x="1282471" y="80263"/>
                  </a:lnTo>
                  <a:lnTo>
                    <a:pt x="1282471" y="6477"/>
                  </a:lnTo>
                  <a:close/>
                </a:path>
                <a:path w="1404620" h="296545">
                  <a:moveTo>
                    <a:pt x="1404010" y="250444"/>
                  </a:moveTo>
                  <a:lnTo>
                    <a:pt x="1363243" y="250444"/>
                  </a:lnTo>
                  <a:lnTo>
                    <a:pt x="1363243" y="291211"/>
                  </a:lnTo>
                  <a:lnTo>
                    <a:pt x="1404010" y="291211"/>
                  </a:lnTo>
                  <a:lnTo>
                    <a:pt x="1404010" y="250444"/>
                  </a:lnTo>
                  <a:close/>
                </a:path>
              </a:pathLst>
            </a:custGeom>
            <a:solidFill>
              <a:srgbClr val="253B21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30214" y="1452651"/>
              <a:ext cx="3824319" cy="392495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85650" cy="6858000"/>
            <a:chOff x="0" y="0"/>
            <a:chExt cx="1218565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5523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3274" y="650062"/>
              <a:ext cx="9875520" cy="555790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89460" cy="6858000"/>
            <a:chOff x="0" y="0"/>
            <a:chExt cx="1218946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8952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4293742" y="1514347"/>
              <a:ext cx="7060565" cy="1670685"/>
            </a:xfrm>
            <a:custGeom>
              <a:avLst/>
              <a:gdLst/>
              <a:ahLst/>
              <a:cxnLst/>
              <a:rect l="l" t="t" r="r" b="b"/>
              <a:pathLst>
                <a:path w="7060565" h="1670685">
                  <a:moveTo>
                    <a:pt x="6893052" y="0"/>
                  </a:moveTo>
                  <a:lnTo>
                    <a:pt x="167005" y="0"/>
                  </a:lnTo>
                  <a:lnTo>
                    <a:pt x="122575" y="5959"/>
                  </a:lnTo>
                  <a:lnTo>
                    <a:pt x="82672" y="22780"/>
                  </a:lnTo>
                  <a:lnTo>
                    <a:pt x="48879" y="48879"/>
                  </a:lnTo>
                  <a:lnTo>
                    <a:pt x="22780" y="82672"/>
                  </a:lnTo>
                  <a:lnTo>
                    <a:pt x="5959" y="122575"/>
                  </a:lnTo>
                  <a:lnTo>
                    <a:pt x="0" y="167004"/>
                  </a:lnTo>
                  <a:lnTo>
                    <a:pt x="0" y="1503172"/>
                  </a:lnTo>
                  <a:lnTo>
                    <a:pt x="5959" y="1547557"/>
                  </a:lnTo>
                  <a:lnTo>
                    <a:pt x="22780" y="1587448"/>
                  </a:lnTo>
                  <a:lnTo>
                    <a:pt x="48879" y="1621250"/>
                  </a:lnTo>
                  <a:lnTo>
                    <a:pt x="82672" y="1647368"/>
                  </a:lnTo>
                  <a:lnTo>
                    <a:pt x="122575" y="1664209"/>
                  </a:lnTo>
                  <a:lnTo>
                    <a:pt x="167005" y="1670177"/>
                  </a:lnTo>
                  <a:lnTo>
                    <a:pt x="6893052" y="1670177"/>
                  </a:lnTo>
                  <a:lnTo>
                    <a:pt x="6937437" y="1664209"/>
                  </a:lnTo>
                  <a:lnTo>
                    <a:pt x="6977328" y="1647368"/>
                  </a:lnTo>
                  <a:lnTo>
                    <a:pt x="7011130" y="1621250"/>
                  </a:lnTo>
                  <a:lnTo>
                    <a:pt x="7037248" y="1587448"/>
                  </a:lnTo>
                  <a:lnTo>
                    <a:pt x="7054089" y="1547557"/>
                  </a:lnTo>
                  <a:lnTo>
                    <a:pt x="7060057" y="1503172"/>
                  </a:lnTo>
                  <a:lnTo>
                    <a:pt x="7060057" y="167004"/>
                  </a:lnTo>
                  <a:lnTo>
                    <a:pt x="7054089" y="122575"/>
                  </a:lnTo>
                  <a:lnTo>
                    <a:pt x="7037248" y="82672"/>
                  </a:lnTo>
                  <a:lnTo>
                    <a:pt x="7011130" y="48879"/>
                  </a:lnTo>
                  <a:lnTo>
                    <a:pt x="6977328" y="22780"/>
                  </a:lnTo>
                  <a:lnTo>
                    <a:pt x="6937437" y="5959"/>
                  </a:lnTo>
                  <a:lnTo>
                    <a:pt x="689305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032707" y="1934711"/>
              <a:ext cx="454659" cy="833119"/>
            </a:xfrm>
            <a:custGeom>
              <a:avLst/>
              <a:gdLst/>
              <a:ahLst/>
              <a:cxnLst/>
              <a:rect l="l" t="t" r="r" b="b"/>
              <a:pathLst>
                <a:path w="454660" h="833119">
                  <a:moveTo>
                    <a:pt x="435193" y="0"/>
                  </a:moveTo>
                  <a:lnTo>
                    <a:pt x="18921" y="0"/>
                  </a:lnTo>
                  <a:lnTo>
                    <a:pt x="0" y="18931"/>
                  </a:lnTo>
                  <a:lnTo>
                    <a:pt x="0" y="814070"/>
                  </a:lnTo>
                  <a:lnTo>
                    <a:pt x="435193" y="833002"/>
                  </a:lnTo>
                  <a:lnTo>
                    <a:pt x="442540" y="831508"/>
                  </a:lnTo>
                  <a:lnTo>
                    <a:pt x="448556" y="827440"/>
                  </a:lnTo>
                  <a:lnTo>
                    <a:pt x="452621" y="821421"/>
                  </a:lnTo>
                  <a:lnTo>
                    <a:pt x="454114" y="814070"/>
                  </a:lnTo>
                  <a:lnTo>
                    <a:pt x="454114" y="719410"/>
                  </a:lnTo>
                  <a:lnTo>
                    <a:pt x="56764" y="719410"/>
                  </a:lnTo>
                  <a:lnTo>
                    <a:pt x="56764" y="113591"/>
                  </a:lnTo>
                  <a:lnTo>
                    <a:pt x="454114" y="113591"/>
                  </a:lnTo>
                  <a:lnTo>
                    <a:pt x="454114" y="75727"/>
                  </a:lnTo>
                  <a:lnTo>
                    <a:pt x="189214" y="75727"/>
                  </a:lnTo>
                  <a:lnTo>
                    <a:pt x="181867" y="74233"/>
                  </a:lnTo>
                  <a:lnTo>
                    <a:pt x="175851" y="70166"/>
                  </a:lnTo>
                  <a:lnTo>
                    <a:pt x="171786" y="64146"/>
                  </a:lnTo>
                  <a:lnTo>
                    <a:pt x="170293" y="56795"/>
                  </a:lnTo>
                  <a:lnTo>
                    <a:pt x="171786" y="49444"/>
                  </a:lnTo>
                  <a:lnTo>
                    <a:pt x="175851" y="43425"/>
                  </a:lnTo>
                  <a:lnTo>
                    <a:pt x="181867" y="39357"/>
                  </a:lnTo>
                  <a:lnTo>
                    <a:pt x="189214" y="37863"/>
                  </a:lnTo>
                  <a:lnTo>
                    <a:pt x="454114" y="37863"/>
                  </a:lnTo>
                  <a:lnTo>
                    <a:pt x="454114" y="18932"/>
                  </a:lnTo>
                  <a:lnTo>
                    <a:pt x="452621" y="11581"/>
                  </a:lnTo>
                  <a:lnTo>
                    <a:pt x="448556" y="5561"/>
                  </a:lnTo>
                  <a:lnTo>
                    <a:pt x="442540" y="1494"/>
                  </a:lnTo>
                  <a:lnTo>
                    <a:pt x="435193" y="0"/>
                  </a:lnTo>
                  <a:close/>
                </a:path>
                <a:path w="454660" h="833119">
                  <a:moveTo>
                    <a:pt x="454114" y="113591"/>
                  </a:moveTo>
                  <a:lnTo>
                    <a:pt x="397350" y="113591"/>
                  </a:lnTo>
                  <a:lnTo>
                    <a:pt x="397350" y="719410"/>
                  </a:lnTo>
                  <a:lnTo>
                    <a:pt x="454114" y="719410"/>
                  </a:lnTo>
                  <a:lnTo>
                    <a:pt x="454114" y="113591"/>
                  </a:lnTo>
                  <a:close/>
                </a:path>
                <a:path w="454660" h="833119">
                  <a:moveTo>
                    <a:pt x="454114" y="37863"/>
                  </a:moveTo>
                  <a:lnTo>
                    <a:pt x="264900" y="37863"/>
                  </a:lnTo>
                  <a:lnTo>
                    <a:pt x="272247" y="39357"/>
                  </a:lnTo>
                  <a:lnTo>
                    <a:pt x="278263" y="43425"/>
                  </a:lnTo>
                  <a:lnTo>
                    <a:pt x="282328" y="49444"/>
                  </a:lnTo>
                  <a:lnTo>
                    <a:pt x="283821" y="56795"/>
                  </a:lnTo>
                  <a:lnTo>
                    <a:pt x="282328" y="64146"/>
                  </a:lnTo>
                  <a:lnTo>
                    <a:pt x="278263" y="70166"/>
                  </a:lnTo>
                  <a:lnTo>
                    <a:pt x="272247" y="74233"/>
                  </a:lnTo>
                  <a:lnTo>
                    <a:pt x="264900" y="75727"/>
                  </a:lnTo>
                  <a:lnTo>
                    <a:pt x="454114" y="75727"/>
                  </a:lnTo>
                  <a:lnTo>
                    <a:pt x="454114" y="37863"/>
                  </a:lnTo>
                  <a:close/>
                </a:path>
              </a:pathLst>
            </a:custGeom>
            <a:solidFill>
              <a:srgbClr val="36B48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6387846" y="1970608"/>
            <a:ext cx="4545965" cy="6978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640"/>
              </a:lnSpc>
              <a:spcBef>
                <a:spcPts val="105"/>
              </a:spcBef>
            </a:pPr>
            <a:r>
              <a:rPr dirty="0" sz="2300">
                <a:latin typeface="Tahoma"/>
                <a:cs typeface="Tahoma"/>
              </a:rPr>
              <a:t>Plataforma</a:t>
            </a:r>
            <a:r>
              <a:rPr dirty="0" sz="2300" spc="-90">
                <a:latin typeface="Tahoma"/>
                <a:cs typeface="Tahoma"/>
              </a:rPr>
              <a:t> </a:t>
            </a:r>
            <a:r>
              <a:rPr dirty="0" sz="2300">
                <a:latin typeface="Tahoma"/>
                <a:cs typeface="Tahoma"/>
              </a:rPr>
              <a:t>visual</a:t>
            </a:r>
            <a:r>
              <a:rPr dirty="0" sz="2300" spc="-65">
                <a:latin typeface="Tahoma"/>
                <a:cs typeface="Tahoma"/>
              </a:rPr>
              <a:t> </a:t>
            </a:r>
            <a:r>
              <a:rPr dirty="0" sz="2300" spc="145">
                <a:latin typeface="Tahoma"/>
                <a:cs typeface="Tahoma"/>
              </a:rPr>
              <a:t>de</a:t>
            </a:r>
            <a:r>
              <a:rPr dirty="0" sz="2300" spc="-65">
                <a:latin typeface="Tahoma"/>
                <a:cs typeface="Tahoma"/>
              </a:rPr>
              <a:t> </a:t>
            </a:r>
            <a:r>
              <a:rPr dirty="0" sz="2300" spc="65">
                <a:latin typeface="Tahoma"/>
                <a:cs typeface="Tahoma"/>
              </a:rPr>
              <a:t>desarrollo</a:t>
            </a:r>
            <a:r>
              <a:rPr dirty="0" sz="2300" spc="-65">
                <a:latin typeface="Tahoma"/>
                <a:cs typeface="Tahoma"/>
              </a:rPr>
              <a:t> </a:t>
            </a:r>
            <a:r>
              <a:rPr dirty="0" sz="2300" spc="120">
                <a:latin typeface="Tahoma"/>
                <a:cs typeface="Tahoma"/>
              </a:rPr>
              <a:t>de</a:t>
            </a:r>
            <a:endParaRPr sz="2300">
              <a:latin typeface="Tahoma"/>
              <a:cs typeface="Tahoma"/>
            </a:endParaRPr>
          </a:p>
          <a:p>
            <a:pPr marL="12700">
              <a:lnSpc>
                <a:spcPts val="2640"/>
              </a:lnSpc>
            </a:pPr>
            <a:r>
              <a:rPr dirty="0" sz="2300" spc="65">
                <a:latin typeface="Tahoma"/>
                <a:cs typeface="Tahoma"/>
              </a:rPr>
              <a:t>aplicaciones</a:t>
            </a:r>
            <a:r>
              <a:rPr dirty="0" sz="2300" spc="-135">
                <a:latin typeface="Tahoma"/>
                <a:cs typeface="Tahoma"/>
              </a:rPr>
              <a:t> </a:t>
            </a:r>
            <a:r>
              <a:rPr dirty="0" sz="2300" spc="-10">
                <a:latin typeface="Tahoma"/>
                <a:cs typeface="Tahoma"/>
              </a:rPr>
              <a:t>móviles.</a:t>
            </a:r>
            <a:endParaRPr sz="2300">
              <a:latin typeface="Tahoma"/>
              <a:cs typeface="Tahom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4293742" y="3602101"/>
            <a:ext cx="7060565" cy="1670685"/>
            <a:chOff x="4293742" y="3602101"/>
            <a:chExt cx="7060565" cy="1670685"/>
          </a:xfrm>
        </p:grpSpPr>
        <p:sp>
          <p:nvSpPr>
            <p:cNvPr id="8" name="object 8" descr=""/>
            <p:cNvSpPr/>
            <p:nvPr/>
          </p:nvSpPr>
          <p:spPr>
            <a:xfrm>
              <a:off x="4293742" y="3602101"/>
              <a:ext cx="7060565" cy="1670685"/>
            </a:xfrm>
            <a:custGeom>
              <a:avLst/>
              <a:gdLst/>
              <a:ahLst/>
              <a:cxnLst/>
              <a:rect l="l" t="t" r="r" b="b"/>
              <a:pathLst>
                <a:path w="7060565" h="1670685">
                  <a:moveTo>
                    <a:pt x="6893052" y="0"/>
                  </a:moveTo>
                  <a:lnTo>
                    <a:pt x="167005" y="0"/>
                  </a:lnTo>
                  <a:lnTo>
                    <a:pt x="122575" y="5959"/>
                  </a:lnTo>
                  <a:lnTo>
                    <a:pt x="82672" y="22780"/>
                  </a:lnTo>
                  <a:lnTo>
                    <a:pt x="48879" y="48879"/>
                  </a:lnTo>
                  <a:lnTo>
                    <a:pt x="22780" y="82672"/>
                  </a:lnTo>
                  <a:lnTo>
                    <a:pt x="5959" y="122575"/>
                  </a:lnTo>
                  <a:lnTo>
                    <a:pt x="0" y="167005"/>
                  </a:lnTo>
                  <a:lnTo>
                    <a:pt x="0" y="1503172"/>
                  </a:lnTo>
                  <a:lnTo>
                    <a:pt x="5959" y="1547557"/>
                  </a:lnTo>
                  <a:lnTo>
                    <a:pt x="22780" y="1587448"/>
                  </a:lnTo>
                  <a:lnTo>
                    <a:pt x="48879" y="1621250"/>
                  </a:lnTo>
                  <a:lnTo>
                    <a:pt x="82672" y="1647368"/>
                  </a:lnTo>
                  <a:lnTo>
                    <a:pt x="122575" y="1664209"/>
                  </a:lnTo>
                  <a:lnTo>
                    <a:pt x="167005" y="1670177"/>
                  </a:lnTo>
                  <a:lnTo>
                    <a:pt x="6893052" y="1670177"/>
                  </a:lnTo>
                  <a:lnTo>
                    <a:pt x="6937437" y="1664209"/>
                  </a:lnTo>
                  <a:lnTo>
                    <a:pt x="6977328" y="1647368"/>
                  </a:lnTo>
                  <a:lnTo>
                    <a:pt x="7011130" y="1621250"/>
                  </a:lnTo>
                  <a:lnTo>
                    <a:pt x="7037248" y="1587448"/>
                  </a:lnTo>
                  <a:lnTo>
                    <a:pt x="7054089" y="1547557"/>
                  </a:lnTo>
                  <a:lnTo>
                    <a:pt x="7060057" y="1503172"/>
                  </a:lnTo>
                  <a:lnTo>
                    <a:pt x="7060057" y="167005"/>
                  </a:lnTo>
                  <a:lnTo>
                    <a:pt x="7054089" y="122575"/>
                  </a:lnTo>
                  <a:lnTo>
                    <a:pt x="7037248" y="82672"/>
                  </a:lnTo>
                  <a:lnTo>
                    <a:pt x="7011130" y="48879"/>
                  </a:lnTo>
                  <a:lnTo>
                    <a:pt x="6977328" y="22780"/>
                  </a:lnTo>
                  <a:lnTo>
                    <a:pt x="6937437" y="5959"/>
                  </a:lnTo>
                  <a:lnTo>
                    <a:pt x="689305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822679" y="4134162"/>
              <a:ext cx="874394" cy="614680"/>
            </a:xfrm>
            <a:custGeom>
              <a:avLst/>
              <a:gdLst/>
              <a:ahLst/>
              <a:cxnLst/>
              <a:rect l="l" t="t" r="r" b="b"/>
              <a:pathLst>
                <a:path w="874395" h="614679">
                  <a:moveTo>
                    <a:pt x="797539" y="0"/>
                  </a:moveTo>
                  <a:lnTo>
                    <a:pt x="313150" y="458150"/>
                  </a:lnTo>
                  <a:lnTo>
                    <a:pt x="80416" y="219609"/>
                  </a:lnTo>
                  <a:lnTo>
                    <a:pt x="0" y="296283"/>
                  </a:lnTo>
                  <a:lnTo>
                    <a:pt x="309365" y="614338"/>
                  </a:lnTo>
                  <a:lnTo>
                    <a:pt x="390727" y="538611"/>
                  </a:lnTo>
                  <a:lnTo>
                    <a:pt x="874171" y="79513"/>
                  </a:lnTo>
                  <a:lnTo>
                    <a:pt x="797539" y="0"/>
                  </a:lnTo>
                  <a:close/>
                </a:path>
              </a:pathLst>
            </a:custGeom>
            <a:solidFill>
              <a:srgbClr val="30B75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6387846" y="3899661"/>
            <a:ext cx="4663440" cy="1016000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12700" marR="5080">
              <a:lnSpc>
                <a:spcPct val="91100"/>
              </a:lnSpc>
              <a:spcBef>
                <a:spcPts val="350"/>
              </a:spcBef>
            </a:pPr>
            <a:r>
              <a:rPr dirty="0" sz="2300" spc="-95" b="1">
                <a:latin typeface="Tahoma"/>
                <a:cs typeface="Tahoma"/>
              </a:rPr>
              <a:t>Ventajas</a:t>
            </a:r>
            <a:r>
              <a:rPr dirty="0" sz="2300" spc="-95">
                <a:latin typeface="Tahoma"/>
                <a:cs typeface="Tahoma"/>
              </a:rPr>
              <a:t>:</a:t>
            </a:r>
            <a:r>
              <a:rPr dirty="0" sz="2300" spc="-120">
                <a:latin typeface="Tahoma"/>
                <a:cs typeface="Tahoma"/>
              </a:rPr>
              <a:t> </a:t>
            </a:r>
            <a:r>
              <a:rPr dirty="0" sz="2300" spc="-10">
                <a:latin typeface="Tahoma"/>
                <a:cs typeface="Tahoma"/>
              </a:rPr>
              <a:t>Intuitivo</a:t>
            </a:r>
            <a:r>
              <a:rPr dirty="0" sz="2300" spc="-150">
                <a:latin typeface="Tahoma"/>
                <a:cs typeface="Tahoma"/>
              </a:rPr>
              <a:t> </a:t>
            </a:r>
            <a:r>
              <a:rPr dirty="0" sz="2300" spc="-40">
                <a:latin typeface="Tahoma"/>
                <a:cs typeface="Tahoma"/>
              </a:rPr>
              <a:t>y</a:t>
            </a:r>
            <a:r>
              <a:rPr dirty="0" sz="2300" spc="-125">
                <a:latin typeface="Tahoma"/>
                <a:cs typeface="Tahoma"/>
              </a:rPr>
              <a:t> </a:t>
            </a:r>
            <a:r>
              <a:rPr dirty="0" sz="2300" spc="65">
                <a:latin typeface="Tahoma"/>
                <a:cs typeface="Tahoma"/>
              </a:rPr>
              <a:t>accesible</a:t>
            </a:r>
            <a:r>
              <a:rPr dirty="0" sz="2300" spc="-125">
                <a:latin typeface="Tahoma"/>
                <a:cs typeface="Tahoma"/>
              </a:rPr>
              <a:t> </a:t>
            </a:r>
            <a:r>
              <a:rPr dirty="0" sz="2300" spc="-20">
                <a:latin typeface="Tahoma"/>
                <a:cs typeface="Tahoma"/>
              </a:rPr>
              <a:t>para </a:t>
            </a:r>
            <a:r>
              <a:rPr dirty="0" sz="2300">
                <a:latin typeface="Tahoma"/>
                <a:cs typeface="Tahoma"/>
              </a:rPr>
              <a:t>crear</a:t>
            </a:r>
            <a:r>
              <a:rPr dirty="0" sz="2300" spc="-110">
                <a:latin typeface="Tahoma"/>
                <a:cs typeface="Tahoma"/>
              </a:rPr>
              <a:t> </a:t>
            </a:r>
            <a:r>
              <a:rPr dirty="0" sz="2300" spc="70">
                <a:latin typeface="Tahoma"/>
                <a:cs typeface="Tahoma"/>
              </a:rPr>
              <a:t>aplicaciones</a:t>
            </a:r>
            <a:r>
              <a:rPr dirty="0" sz="2300" spc="-125">
                <a:latin typeface="Tahoma"/>
                <a:cs typeface="Tahoma"/>
              </a:rPr>
              <a:t> </a:t>
            </a:r>
            <a:r>
              <a:rPr dirty="0" sz="2300" spc="60">
                <a:latin typeface="Tahoma"/>
                <a:cs typeface="Tahoma"/>
              </a:rPr>
              <a:t>rápidas</a:t>
            </a:r>
            <a:r>
              <a:rPr dirty="0" sz="2300" spc="-110">
                <a:latin typeface="Tahoma"/>
                <a:cs typeface="Tahoma"/>
              </a:rPr>
              <a:t> </a:t>
            </a:r>
            <a:r>
              <a:rPr dirty="0" sz="2300" spc="85">
                <a:latin typeface="Tahoma"/>
                <a:cs typeface="Tahoma"/>
              </a:rPr>
              <a:t>que </a:t>
            </a:r>
            <a:r>
              <a:rPr dirty="0" sz="2300">
                <a:latin typeface="Tahoma"/>
                <a:cs typeface="Tahoma"/>
              </a:rPr>
              <a:t>interactúan</a:t>
            </a:r>
            <a:r>
              <a:rPr dirty="0" sz="2300" spc="-80">
                <a:latin typeface="Tahoma"/>
                <a:cs typeface="Tahoma"/>
              </a:rPr>
              <a:t> </a:t>
            </a:r>
            <a:r>
              <a:rPr dirty="0" sz="2300" spc="90">
                <a:latin typeface="Tahoma"/>
                <a:cs typeface="Tahoma"/>
              </a:rPr>
              <a:t>con</a:t>
            </a:r>
            <a:r>
              <a:rPr dirty="0" sz="2300" spc="-35">
                <a:latin typeface="Tahoma"/>
                <a:cs typeface="Tahoma"/>
              </a:rPr>
              <a:t> </a:t>
            </a:r>
            <a:r>
              <a:rPr dirty="0" sz="2300" spc="50">
                <a:latin typeface="Tahoma"/>
                <a:cs typeface="Tahoma"/>
              </a:rPr>
              <a:t>dispositivos</a:t>
            </a:r>
            <a:r>
              <a:rPr dirty="0" sz="2300" spc="-25">
                <a:latin typeface="Tahoma"/>
                <a:cs typeface="Tahoma"/>
              </a:rPr>
              <a:t> </a:t>
            </a:r>
            <a:r>
              <a:rPr dirty="0" sz="2300" spc="-20">
                <a:latin typeface="Tahoma"/>
                <a:cs typeface="Tahoma"/>
              </a:rPr>
              <a:t>IoT.</a:t>
            </a:r>
            <a:endParaRPr sz="230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52729" y="3380994"/>
            <a:ext cx="1413202" cy="177272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89460" cy="6858000"/>
            <a:chOff x="0" y="0"/>
            <a:chExt cx="1218946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8952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8832" y="613117"/>
              <a:ext cx="10254360" cy="563181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85650" cy="6858000"/>
            <a:chOff x="0" y="0"/>
            <a:chExt cx="1218565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0671" y="320460"/>
              <a:ext cx="11437288" cy="578965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85523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9103" y="2766186"/>
            <a:ext cx="2320925" cy="526034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943533" y="3714369"/>
            <a:ext cx="848360" cy="215900"/>
          </a:xfrm>
          <a:custGeom>
            <a:avLst/>
            <a:gdLst/>
            <a:ahLst/>
            <a:cxnLst/>
            <a:rect l="l" t="t" r="r" b="b"/>
            <a:pathLst>
              <a:path w="848360" h="215900">
                <a:moveTo>
                  <a:pt x="17284" y="173735"/>
                </a:moveTo>
                <a:lnTo>
                  <a:pt x="0" y="186562"/>
                </a:lnTo>
                <a:lnTo>
                  <a:pt x="3530" y="191388"/>
                </a:lnTo>
                <a:lnTo>
                  <a:pt x="7645" y="195579"/>
                </a:lnTo>
                <a:lnTo>
                  <a:pt x="12318" y="199262"/>
                </a:lnTo>
                <a:lnTo>
                  <a:pt x="16992" y="203072"/>
                </a:lnTo>
                <a:lnTo>
                  <a:pt x="56324" y="215772"/>
                </a:lnTo>
                <a:lnTo>
                  <a:pt x="70040" y="215772"/>
                </a:lnTo>
                <a:lnTo>
                  <a:pt x="106146" y="202056"/>
                </a:lnTo>
                <a:lnTo>
                  <a:pt x="110838" y="198500"/>
                </a:lnTo>
                <a:lnTo>
                  <a:pt x="62496" y="198500"/>
                </a:lnTo>
                <a:lnTo>
                  <a:pt x="54922" y="198050"/>
                </a:lnTo>
                <a:lnTo>
                  <a:pt x="21551" y="180720"/>
                </a:lnTo>
                <a:lnTo>
                  <a:pt x="17284" y="173735"/>
                </a:lnTo>
                <a:close/>
              </a:path>
              <a:path w="848360" h="215900">
                <a:moveTo>
                  <a:pt x="68084" y="8254"/>
                </a:moveTo>
                <a:lnTo>
                  <a:pt x="60820" y="8254"/>
                </a:lnTo>
                <a:lnTo>
                  <a:pt x="53467" y="9270"/>
                </a:lnTo>
                <a:lnTo>
                  <a:pt x="14566" y="31241"/>
                </a:lnTo>
                <a:lnTo>
                  <a:pt x="5029" y="53212"/>
                </a:lnTo>
                <a:lnTo>
                  <a:pt x="5029" y="71627"/>
                </a:lnTo>
                <a:lnTo>
                  <a:pt x="6578" y="79120"/>
                </a:lnTo>
                <a:lnTo>
                  <a:pt x="9664" y="85216"/>
                </a:lnTo>
                <a:lnTo>
                  <a:pt x="12750" y="91439"/>
                </a:lnTo>
                <a:lnTo>
                  <a:pt x="45161" y="113410"/>
                </a:lnTo>
                <a:lnTo>
                  <a:pt x="58013" y="117855"/>
                </a:lnTo>
                <a:lnTo>
                  <a:pt x="70421" y="122046"/>
                </a:lnTo>
                <a:lnTo>
                  <a:pt x="104990" y="147700"/>
                </a:lnTo>
                <a:lnTo>
                  <a:pt x="106349" y="153415"/>
                </a:lnTo>
                <a:lnTo>
                  <a:pt x="106349" y="166623"/>
                </a:lnTo>
                <a:lnTo>
                  <a:pt x="77825" y="196087"/>
                </a:lnTo>
                <a:lnTo>
                  <a:pt x="72605" y="197738"/>
                </a:lnTo>
                <a:lnTo>
                  <a:pt x="67500" y="198500"/>
                </a:lnTo>
                <a:lnTo>
                  <a:pt x="110838" y="198500"/>
                </a:lnTo>
                <a:lnTo>
                  <a:pt x="126644" y="158876"/>
                </a:lnTo>
                <a:lnTo>
                  <a:pt x="126644" y="149097"/>
                </a:lnTo>
                <a:lnTo>
                  <a:pt x="124866" y="140969"/>
                </a:lnTo>
                <a:lnTo>
                  <a:pt x="117792" y="128015"/>
                </a:lnTo>
                <a:lnTo>
                  <a:pt x="113233" y="122681"/>
                </a:lnTo>
                <a:lnTo>
                  <a:pt x="107645" y="118617"/>
                </a:lnTo>
                <a:lnTo>
                  <a:pt x="102057" y="114426"/>
                </a:lnTo>
                <a:lnTo>
                  <a:pt x="95796" y="110997"/>
                </a:lnTo>
                <a:lnTo>
                  <a:pt x="88849" y="108457"/>
                </a:lnTo>
                <a:lnTo>
                  <a:pt x="81902" y="105790"/>
                </a:lnTo>
                <a:lnTo>
                  <a:pt x="74980" y="103377"/>
                </a:lnTo>
                <a:lnTo>
                  <a:pt x="68084" y="101091"/>
                </a:lnTo>
                <a:lnTo>
                  <a:pt x="62547" y="99313"/>
                </a:lnTo>
                <a:lnTo>
                  <a:pt x="57213" y="97535"/>
                </a:lnTo>
                <a:lnTo>
                  <a:pt x="26390" y="73913"/>
                </a:lnTo>
                <a:lnTo>
                  <a:pt x="25184" y="68706"/>
                </a:lnTo>
                <a:lnTo>
                  <a:pt x="25184" y="56006"/>
                </a:lnTo>
                <a:lnTo>
                  <a:pt x="26441" y="50545"/>
                </a:lnTo>
                <a:lnTo>
                  <a:pt x="29471" y="44957"/>
                </a:lnTo>
                <a:lnTo>
                  <a:pt x="31432" y="41274"/>
                </a:lnTo>
                <a:lnTo>
                  <a:pt x="62458" y="25272"/>
                </a:lnTo>
                <a:lnTo>
                  <a:pt x="117217" y="25272"/>
                </a:lnTo>
                <a:lnTo>
                  <a:pt x="114861" y="23193"/>
                </a:lnTo>
                <a:lnTo>
                  <a:pt x="77788" y="8705"/>
                </a:lnTo>
                <a:lnTo>
                  <a:pt x="68084" y="8254"/>
                </a:lnTo>
                <a:close/>
              </a:path>
              <a:path w="848360" h="215900">
                <a:moveTo>
                  <a:pt x="117217" y="25272"/>
                </a:moveTo>
                <a:lnTo>
                  <a:pt x="76708" y="25272"/>
                </a:lnTo>
                <a:lnTo>
                  <a:pt x="84785" y="27050"/>
                </a:lnTo>
                <a:lnTo>
                  <a:pt x="98221" y="34416"/>
                </a:lnTo>
                <a:lnTo>
                  <a:pt x="103720" y="39115"/>
                </a:lnTo>
                <a:lnTo>
                  <a:pt x="107988" y="45084"/>
                </a:lnTo>
                <a:lnTo>
                  <a:pt x="123913" y="32257"/>
                </a:lnTo>
                <a:lnTo>
                  <a:pt x="119812" y="27564"/>
                </a:lnTo>
                <a:lnTo>
                  <a:pt x="117217" y="25272"/>
                </a:lnTo>
                <a:close/>
              </a:path>
              <a:path w="848360" h="215900">
                <a:moveTo>
                  <a:pt x="181292" y="16763"/>
                </a:moveTo>
                <a:lnTo>
                  <a:pt x="174586" y="16763"/>
                </a:lnTo>
                <a:lnTo>
                  <a:pt x="171513" y="17906"/>
                </a:lnTo>
                <a:lnTo>
                  <a:pt x="165976" y="22986"/>
                </a:lnTo>
                <a:lnTo>
                  <a:pt x="164592" y="26161"/>
                </a:lnTo>
                <a:lnTo>
                  <a:pt x="164592" y="33908"/>
                </a:lnTo>
                <a:lnTo>
                  <a:pt x="165976" y="37210"/>
                </a:lnTo>
                <a:lnTo>
                  <a:pt x="168744" y="39623"/>
                </a:lnTo>
                <a:lnTo>
                  <a:pt x="171513" y="42163"/>
                </a:lnTo>
                <a:lnTo>
                  <a:pt x="174586" y="43433"/>
                </a:lnTo>
                <a:lnTo>
                  <a:pt x="181292" y="43433"/>
                </a:lnTo>
                <a:lnTo>
                  <a:pt x="184365" y="42163"/>
                </a:lnTo>
                <a:lnTo>
                  <a:pt x="187134" y="39623"/>
                </a:lnTo>
                <a:lnTo>
                  <a:pt x="189903" y="37210"/>
                </a:lnTo>
                <a:lnTo>
                  <a:pt x="191287" y="33908"/>
                </a:lnTo>
                <a:lnTo>
                  <a:pt x="191287" y="26161"/>
                </a:lnTo>
                <a:lnTo>
                  <a:pt x="189903" y="22986"/>
                </a:lnTo>
                <a:lnTo>
                  <a:pt x="184365" y="17906"/>
                </a:lnTo>
                <a:lnTo>
                  <a:pt x="181292" y="16763"/>
                </a:lnTo>
                <a:close/>
              </a:path>
              <a:path w="848360" h="215900">
                <a:moveTo>
                  <a:pt x="187477" y="80263"/>
                </a:moveTo>
                <a:lnTo>
                  <a:pt x="168402" y="80263"/>
                </a:lnTo>
                <a:lnTo>
                  <a:pt x="168402" y="210692"/>
                </a:lnTo>
                <a:lnTo>
                  <a:pt x="187477" y="210692"/>
                </a:lnTo>
                <a:lnTo>
                  <a:pt x="187477" y="80263"/>
                </a:lnTo>
                <a:close/>
              </a:path>
              <a:path w="848360" h="215900">
                <a:moveTo>
                  <a:pt x="255257" y="80263"/>
                </a:moveTo>
                <a:lnTo>
                  <a:pt x="237147" y="80263"/>
                </a:lnTo>
                <a:lnTo>
                  <a:pt x="237540" y="85193"/>
                </a:lnTo>
                <a:lnTo>
                  <a:pt x="237782" y="89788"/>
                </a:lnTo>
                <a:lnTo>
                  <a:pt x="238112" y="99821"/>
                </a:lnTo>
                <a:lnTo>
                  <a:pt x="238239" y="210692"/>
                </a:lnTo>
                <a:lnTo>
                  <a:pt x="257302" y="210692"/>
                </a:lnTo>
                <a:lnTo>
                  <a:pt x="257302" y="135000"/>
                </a:lnTo>
                <a:lnTo>
                  <a:pt x="258419" y="127507"/>
                </a:lnTo>
                <a:lnTo>
                  <a:pt x="271801" y="102488"/>
                </a:lnTo>
                <a:lnTo>
                  <a:pt x="256349" y="102488"/>
                </a:lnTo>
                <a:lnTo>
                  <a:pt x="256248" y="95980"/>
                </a:lnTo>
                <a:lnTo>
                  <a:pt x="255866" y="87248"/>
                </a:lnTo>
                <a:lnTo>
                  <a:pt x="255625" y="83692"/>
                </a:lnTo>
                <a:lnTo>
                  <a:pt x="255257" y="80263"/>
                </a:lnTo>
                <a:close/>
              </a:path>
              <a:path w="848360" h="215900">
                <a:moveTo>
                  <a:pt x="333922" y="92836"/>
                </a:moveTo>
                <a:lnTo>
                  <a:pt x="301510" y="92836"/>
                </a:lnTo>
                <a:lnTo>
                  <a:pt x="306730" y="93852"/>
                </a:lnTo>
                <a:lnTo>
                  <a:pt x="314909" y="97662"/>
                </a:lnTo>
                <a:lnTo>
                  <a:pt x="326720" y="210692"/>
                </a:lnTo>
                <a:lnTo>
                  <a:pt x="345643" y="210692"/>
                </a:lnTo>
                <a:lnTo>
                  <a:pt x="345656" y="135000"/>
                </a:lnTo>
                <a:lnTo>
                  <a:pt x="346278" y="129158"/>
                </a:lnTo>
                <a:lnTo>
                  <a:pt x="347548" y="123443"/>
                </a:lnTo>
                <a:lnTo>
                  <a:pt x="348818" y="117601"/>
                </a:lnTo>
                <a:lnTo>
                  <a:pt x="350977" y="112521"/>
                </a:lnTo>
                <a:lnTo>
                  <a:pt x="356088" y="104520"/>
                </a:lnTo>
                <a:lnTo>
                  <a:pt x="340055" y="104520"/>
                </a:lnTo>
                <a:lnTo>
                  <a:pt x="337769" y="98932"/>
                </a:lnTo>
                <a:lnTo>
                  <a:pt x="335229" y="94360"/>
                </a:lnTo>
                <a:lnTo>
                  <a:pt x="333922" y="92836"/>
                </a:lnTo>
                <a:close/>
              </a:path>
              <a:path w="848360" h="215900">
                <a:moveTo>
                  <a:pt x="423766" y="92836"/>
                </a:moveTo>
                <a:lnTo>
                  <a:pt x="382727" y="92836"/>
                </a:lnTo>
                <a:lnTo>
                  <a:pt x="391224" y="93622"/>
                </a:lnTo>
                <a:lnTo>
                  <a:pt x="398411" y="95980"/>
                </a:lnTo>
                <a:lnTo>
                  <a:pt x="416509" y="138556"/>
                </a:lnTo>
                <a:lnTo>
                  <a:pt x="416509" y="210692"/>
                </a:lnTo>
                <a:lnTo>
                  <a:pt x="435432" y="210692"/>
                </a:lnTo>
                <a:lnTo>
                  <a:pt x="435328" y="129158"/>
                </a:lnTo>
                <a:lnTo>
                  <a:pt x="434648" y="119161"/>
                </a:lnTo>
                <a:lnTo>
                  <a:pt x="432304" y="108807"/>
                </a:lnTo>
                <a:lnTo>
                  <a:pt x="428413" y="99643"/>
                </a:lnTo>
                <a:lnTo>
                  <a:pt x="423766" y="92836"/>
                </a:lnTo>
                <a:close/>
              </a:path>
              <a:path w="848360" h="215900">
                <a:moveTo>
                  <a:pt x="385902" y="76834"/>
                </a:moveTo>
                <a:lnTo>
                  <a:pt x="347960" y="92614"/>
                </a:lnTo>
                <a:lnTo>
                  <a:pt x="340055" y="104520"/>
                </a:lnTo>
                <a:lnTo>
                  <a:pt x="356088" y="104520"/>
                </a:lnTo>
                <a:lnTo>
                  <a:pt x="356819" y="103377"/>
                </a:lnTo>
                <a:lnTo>
                  <a:pt x="360629" y="99694"/>
                </a:lnTo>
                <a:lnTo>
                  <a:pt x="365328" y="97027"/>
                </a:lnTo>
                <a:lnTo>
                  <a:pt x="370027" y="94233"/>
                </a:lnTo>
                <a:lnTo>
                  <a:pt x="375869" y="92836"/>
                </a:lnTo>
                <a:lnTo>
                  <a:pt x="423766" y="92836"/>
                </a:lnTo>
                <a:lnTo>
                  <a:pt x="422986" y="91693"/>
                </a:lnTo>
                <a:lnTo>
                  <a:pt x="416030" y="85193"/>
                </a:lnTo>
                <a:lnTo>
                  <a:pt x="407539" y="80549"/>
                </a:lnTo>
                <a:lnTo>
                  <a:pt x="397500" y="77763"/>
                </a:lnTo>
                <a:lnTo>
                  <a:pt x="385902" y="76834"/>
                </a:lnTo>
                <a:close/>
              </a:path>
              <a:path w="848360" h="215900">
                <a:moveTo>
                  <a:pt x="303466" y="76834"/>
                </a:moveTo>
                <a:lnTo>
                  <a:pt x="299923" y="76834"/>
                </a:lnTo>
                <a:lnTo>
                  <a:pt x="292948" y="77285"/>
                </a:lnTo>
                <a:lnTo>
                  <a:pt x="257035" y="102488"/>
                </a:lnTo>
                <a:lnTo>
                  <a:pt x="271801" y="102488"/>
                </a:lnTo>
                <a:lnTo>
                  <a:pt x="273050" y="101091"/>
                </a:lnTo>
                <a:lnTo>
                  <a:pt x="277139" y="97916"/>
                </a:lnTo>
                <a:lnTo>
                  <a:pt x="286219" y="93852"/>
                </a:lnTo>
                <a:lnTo>
                  <a:pt x="290715" y="92836"/>
                </a:lnTo>
                <a:lnTo>
                  <a:pt x="333922" y="92836"/>
                </a:lnTo>
                <a:lnTo>
                  <a:pt x="329133" y="87248"/>
                </a:lnTo>
                <a:lnTo>
                  <a:pt x="325755" y="84454"/>
                </a:lnTo>
                <a:lnTo>
                  <a:pt x="318490" y="80136"/>
                </a:lnTo>
                <a:lnTo>
                  <a:pt x="314769" y="78739"/>
                </a:lnTo>
                <a:lnTo>
                  <a:pt x="307149" y="77215"/>
                </a:lnTo>
                <a:lnTo>
                  <a:pt x="303466" y="76834"/>
                </a:lnTo>
                <a:close/>
              </a:path>
              <a:path w="848360" h="215900">
                <a:moveTo>
                  <a:pt x="498297" y="16763"/>
                </a:moveTo>
                <a:lnTo>
                  <a:pt x="491566" y="16763"/>
                </a:lnTo>
                <a:lnTo>
                  <a:pt x="488518" y="17906"/>
                </a:lnTo>
                <a:lnTo>
                  <a:pt x="482930" y="22986"/>
                </a:lnTo>
                <a:lnTo>
                  <a:pt x="481533" y="26161"/>
                </a:lnTo>
                <a:lnTo>
                  <a:pt x="481533" y="33908"/>
                </a:lnTo>
                <a:lnTo>
                  <a:pt x="482930" y="37210"/>
                </a:lnTo>
                <a:lnTo>
                  <a:pt x="485724" y="39623"/>
                </a:lnTo>
                <a:lnTo>
                  <a:pt x="488518" y="42163"/>
                </a:lnTo>
                <a:lnTo>
                  <a:pt x="491566" y="43433"/>
                </a:lnTo>
                <a:lnTo>
                  <a:pt x="498297" y="43433"/>
                </a:lnTo>
                <a:lnTo>
                  <a:pt x="501345" y="42163"/>
                </a:lnTo>
                <a:lnTo>
                  <a:pt x="504139" y="39623"/>
                </a:lnTo>
                <a:lnTo>
                  <a:pt x="506933" y="37210"/>
                </a:lnTo>
                <a:lnTo>
                  <a:pt x="508330" y="33908"/>
                </a:lnTo>
                <a:lnTo>
                  <a:pt x="508330" y="26161"/>
                </a:lnTo>
                <a:lnTo>
                  <a:pt x="506933" y="22986"/>
                </a:lnTo>
                <a:lnTo>
                  <a:pt x="501345" y="17906"/>
                </a:lnTo>
                <a:lnTo>
                  <a:pt x="498297" y="16763"/>
                </a:lnTo>
                <a:close/>
              </a:path>
              <a:path w="848360" h="215900">
                <a:moveTo>
                  <a:pt x="504520" y="80263"/>
                </a:moveTo>
                <a:lnTo>
                  <a:pt x="485343" y="80263"/>
                </a:lnTo>
                <a:lnTo>
                  <a:pt x="485343" y="210692"/>
                </a:lnTo>
                <a:lnTo>
                  <a:pt x="504520" y="210692"/>
                </a:lnTo>
                <a:lnTo>
                  <a:pt x="504520" y="80263"/>
                </a:lnTo>
                <a:close/>
              </a:path>
              <a:path w="848360" h="215900">
                <a:moveTo>
                  <a:pt x="574878" y="0"/>
                </a:moveTo>
                <a:lnTo>
                  <a:pt x="555828" y="0"/>
                </a:lnTo>
                <a:lnTo>
                  <a:pt x="555828" y="210692"/>
                </a:lnTo>
                <a:lnTo>
                  <a:pt x="574878" y="210692"/>
                </a:lnTo>
                <a:lnTo>
                  <a:pt x="574878" y="0"/>
                </a:lnTo>
                <a:close/>
              </a:path>
              <a:path w="848360" h="215900">
                <a:moveTo>
                  <a:pt x="715623" y="92836"/>
                </a:moveTo>
                <a:lnTo>
                  <a:pt x="672668" y="92836"/>
                </a:lnTo>
                <a:lnTo>
                  <a:pt x="680718" y="93360"/>
                </a:lnTo>
                <a:lnTo>
                  <a:pt x="687733" y="94932"/>
                </a:lnTo>
                <a:lnTo>
                  <a:pt x="707593" y="126618"/>
                </a:lnTo>
                <a:lnTo>
                  <a:pt x="707593" y="130682"/>
                </a:lnTo>
                <a:lnTo>
                  <a:pt x="698732" y="130756"/>
                </a:lnTo>
                <a:lnTo>
                  <a:pt x="690051" y="130984"/>
                </a:lnTo>
                <a:lnTo>
                  <a:pt x="650459" y="135614"/>
                </a:lnTo>
                <a:lnTo>
                  <a:pt x="618185" y="156463"/>
                </a:lnTo>
                <a:lnTo>
                  <a:pt x="615645" y="164464"/>
                </a:lnTo>
                <a:lnTo>
                  <a:pt x="615759" y="182244"/>
                </a:lnTo>
                <a:lnTo>
                  <a:pt x="617042" y="187959"/>
                </a:lnTo>
                <a:lnTo>
                  <a:pt x="620034" y="193039"/>
                </a:lnTo>
                <a:lnTo>
                  <a:pt x="622757" y="197865"/>
                </a:lnTo>
                <a:lnTo>
                  <a:pt x="655777" y="214121"/>
                </a:lnTo>
                <a:lnTo>
                  <a:pt x="660730" y="214121"/>
                </a:lnTo>
                <a:lnTo>
                  <a:pt x="698703" y="200850"/>
                </a:lnTo>
                <a:lnTo>
                  <a:pt x="700921" y="198500"/>
                </a:lnTo>
                <a:lnTo>
                  <a:pt x="662000" y="198500"/>
                </a:lnTo>
                <a:lnTo>
                  <a:pt x="658317" y="198119"/>
                </a:lnTo>
                <a:lnTo>
                  <a:pt x="635076" y="178307"/>
                </a:lnTo>
                <a:lnTo>
                  <a:pt x="635076" y="167512"/>
                </a:lnTo>
                <a:lnTo>
                  <a:pt x="670509" y="147065"/>
                </a:lnTo>
                <a:lnTo>
                  <a:pt x="694385" y="145541"/>
                </a:lnTo>
                <a:lnTo>
                  <a:pt x="725500" y="145541"/>
                </a:lnTo>
                <a:lnTo>
                  <a:pt x="725500" y="116331"/>
                </a:lnTo>
                <a:lnTo>
                  <a:pt x="724230" y="109346"/>
                </a:lnTo>
                <a:lnTo>
                  <a:pt x="721563" y="103377"/>
                </a:lnTo>
                <a:lnTo>
                  <a:pt x="719023" y="97408"/>
                </a:lnTo>
                <a:lnTo>
                  <a:pt x="715623" y="92836"/>
                </a:lnTo>
                <a:close/>
              </a:path>
              <a:path w="848360" h="215900">
                <a:moveTo>
                  <a:pt x="725648" y="189483"/>
                </a:moveTo>
                <a:lnTo>
                  <a:pt x="708863" y="189483"/>
                </a:lnTo>
                <a:lnTo>
                  <a:pt x="708928" y="194944"/>
                </a:lnTo>
                <a:lnTo>
                  <a:pt x="709055" y="197357"/>
                </a:lnTo>
                <a:lnTo>
                  <a:pt x="710133" y="207517"/>
                </a:lnTo>
                <a:lnTo>
                  <a:pt x="710768" y="210692"/>
                </a:lnTo>
                <a:lnTo>
                  <a:pt x="727786" y="210692"/>
                </a:lnTo>
                <a:lnTo>
                  <a:pt x="727024" y="207009"/>
                </a:lnTo>
                <a:lnTo>
                  <a:pt x="726516" y="202437"/>
                </a:lnTo>
                <a:lnTo>
                  <a:pt x="725754" y="191642"/>
                </a:lnTo>
                <a:lnTo>
                  <a:pt x="725648" y="189483"/>
                </a:lnTo>
                <a:close/>
              </a:path>
              <a:path w="848360" h="215900">
                <a:moveTo>
                  <a:pt x="725500" y="145541"/>
                </a:moveTo>
                <a:lnTo>
                  <a:pt x="707593" y="145541"/>
                </a:lnTo>
                <a:lnTo>
                  <a:pt x="707593" y="161035"/>
                </a:lnTo>
                <a:lnTo>
                  <a:pt x="706704" y="166496"/>
                </a:lnTo>
                <a:lnTo>
                  <a:pt x="704926" y="171703"/>
                </a:lnTo>
                <a:lnTo>
                  <a:pt x="703021" y="176910"/>
                </a:lnTo>
                <a:lnTo>
                  <a:pt x="700354" y="181609"/>
                </a:lnTo>
                <a:lnTo>
                  <a:pt x="696798" y="185546"/>
                </a:lnTo>
                <a:lnTo>
                  <a:pt x="693242" y="189610"/>
                </a:lnTo>
                <a:lnTo>
                  <a:pt x="688924" y="192658"/>
                </a:lnTo>
                <a:lnTo>
                  <a:pt x="683717" y="195071"/>
                </a:lnTo>
                <a:lnTo>
                  <a:pt x="678510" y="197357"/>
                </a:lnTo>
                <a:lnTo>
                  <a:pt x="672541" y="198500"/>
                </a:lnTo>
                <a:lnTo>
                  <a:pt x="700921" y="198500"/>
                </a:lnTo>
                <a:lnTo>
                  <a:pt x="703608" y="195655"/>
                </a:lnTo>
                <a:lnTo>
                  <a:pt x="708228" y="189483"/>
                </a:lnTo>
                <a:lnTo>
                  <a:pt x="725648" y="189483"/>
                </a:lnTo>
                <a:lnTo>
                  <a:pt x="725574" y="187959"/>
                </a:lnTo>
                <a:lnTo>
                  <a:pt x="725500" y="145541"/>
                </a:lnTo>
                <a:close/>
              </a:path>
              <a:path w="848360" h="215900">
                <a:moveTo>
                  <a:pt x="681812" y="76834"/>
                </a:moveTo>
                <a:lnTo>
                  <a:pt x="674827" y="76834"/>
                </a:lnTo>
                <a:lnTo>
                  <a:pt x="666659" y="77168"/>
                </a:lnTo>
                <a:lnTo>
                  <a:pt x="628726" y="90169"/>
                </a:lnTo>
                <a:lnTo>
                  <a:pt x="623392" y="95503"/>
                </a:lnTo>
                <a:lnTo>
                  <a:pt x="634060" y="108076"/>
                </a:lnTo>
                <a:lnTo>
                  <a:pt x="638632" y="103504"/>
                </a:lnTo>
                <a:lnTo>
                  <a:pt x="644347" y="99694"/>
                </a:lnTo>
                <a:lnTo>
                  <a:pt x="650951" y="97027"/>
                </a:lnTo>
                <a:lnTo>
                  <a:pt x="657682" y="94233"/>
                </a:lnTo>
                <a:lnTo>
                  <a:pt x="664921" y="92836"/>
                </a:lnTo>
                <a:lnTo>
                  <a:pt x="715623" y="92836"/>
                </a:lnTo>
                <a:lnTo>
                  <a:pt x="715340" y="92455"/>
                </a:lnTo>
                <a:lnTo>
                  <a:pt x="706069" y="84708"/>
                </a:lnTo>
                <a:lnTo>
                  <a:pt x="700735" y="81787"/>
                </a:lnTo>
                <a:lnTo>
                  <a:pt x="694639" y="79882"/>
                </a:lnTo>
                <a:lnTo>
                  <a:pt x="688416" y="77850"/>
                </a:lnTo>
                <a:lnTo>
                  <a:pt x="681812" y="76834"/>
                </a:lnTo>
                <a:close/>
              </a:path>
              <a:path w="848360" h="215900">
                <a:moveTo>
                  <a:pt x="791667" y="80263"/>
                </a:moveTo>
                <a:lnTo>
                  <a:pt x="773633" y="80263"/>
                </a:lnTo>
                <a:lnTo>
                  <a:pt x="774014" y="84708"/>
                </a:lnTo>
                <a:lnTo>
                  <a:pt x="774268" y="89788"/>
                </a:lnTo>
                <a:lnTo>
                  <a:pt x="774374" y="94487"/>
                </a:lnTo>
                <a:lnTo>
                  <a:pt x="774562" y="99059"/>
                </a:lnTo>
                <a:lnTo>
                  <a:pt x="774649" y="210692"/>
                </a:lnTo>
                <a:lnTo>
                  <a:pt x="793699" y="210692"/>
                </a:lnTo>
                <a:lnTo>
                  <a:pt x="793699" y="135000"/>
                </a:lnTo>
                <a:lnTo>
                  <a:pt x="794842" y="127634"/>
                </a:lnTo>
                <a:lnTo>
                  <a:pt x="797001" y="121411"/>
                </a:lnTo>
                <a:lnTo>
                  <a:pt x="799033" y="115188"/>
                </a:lnTo>
                <a:lnTo>
                  <a:pt x="801827" y="109981"/>
                </a:lnTo>
                <a:lnTo>
                  <a:pt x="805256" y="106044"/>
                </a:lnTo>
                <a:lnTo>
                  <a:pt x="808256" y="102488"/>
                </a:lnTo>
                <a:lnTo>
                  <a:pt x="792810" y="102488"/>
                </a:lnTo>
                <a:lnTo>
                  <a:pt x="792691" y="96138"/>
                </a:lnTo>
                <a:lnTo>
                  <a:pt x="792556" y="91947"/>
                </a:lnTo>
                <a:lnTo>
                  <a:pt x="792048" y="83692"/>
                </a:lnTo>
                <a:lnTo>
                  <a:pt x="791667" y="80263"/>
                </a:lnTo>
                <a:close/>
              </a:path>
              <a:path w="848360" h="215900">
                <a:moveTo>
                  <a:pt x="837641" y="76834"/>
                </a:moveTo>
                <a:lnTo>
                  <a:pt x="835228" y="76834"/>
                </a:lnTo>
                <a:lnTo>
                  <a:pt x="828441" y="77285"/>
                </a:lnTo>
                <a:lnTo>
                  <a:pt x="793445" y="102488"/>
                </a:lnTo>
                <a:lnTo>
                  <a:pt x="808256" y="102488"/>
                </a:lnTo>
                <a:lnTo>
                  <a:pt x="808685" y="101980"/>
                </a:lnTo>
                <a:lnTo>
                  <a:pt x="812749" y="99059"/>
                </a:lnTo>
                <a:lnTo>
                  <a:pt x="817321" y="97281"/>
                </a:lnTo>
                <a:lnTo>
                  <a:pt x="822020" y="95376"/>
                </a:lnTo>
                <a:lnTo>
                  <a:pt x="826846" y="94487"/>
                </a:lnTo>
                <a:lnTo>
                  <a:pt x="845495" y="94487"/>
                </a:lnTo>
                <a:lnTo>
                  <a:pt x="847801" y="78231"/>
                </a:lnTo>
                <a:lnTo>
                  <a:pt x="845769" y="77723"/>
                </a:lnTo>
                <a:lnTo>
                  <a:pt x="843737" y="77342"/>
                </a:lnTo>
                <a:lnTo>
                  <a:pt x="841705" y="77215"/>
                </a:lnTo>
                <a:lnTo>
                  <a:pt x="839800" y="76961"/>
                </a:lnTo>
                <a:lnTo>
                  <a:pt x="837641" y="76834"/>
                </a:lnTo>
                <a:close/>
              </a:path>
              <a:path w="848360" h="215900">
                <a:moveTo>
                  <a:pt x="845495" y="94487"/>
                </a:moveTo>
                <a:lnTo>
                  <a:pt x="834466" y="94487"/>
                </a:lnTo>
                <a:lnTo>
                  <a:pt x="837133" y="94614"/>
                </a:lnTo>
                <a:lnTo>
                  <a:pt x="842340" y="95376"/>
                </a:lnTo>
                <a:lnTo>
                  <a:pt x="844118" y="95757"/>
                </a:lnTo>
                <a:lnTo>
                  <a:pt x="845261" y="96138"/>
                </a:lnTo>
                <a:lnTo>
                  <a:pt x="845495" y="94487"/>
                </a:lnTo>
                <a:close/>
              </a:path>
            </a:pathLst>
          </a:custGeom>
          <a:solidFill>
            <a:srgbClr val="253B21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76170" y="3791203"/>
            <a:ext cx="112141" cy="13728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78354" y="3727703"/>
            <a:ext cx="4890008" cy="26441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5299" y="4083177"/>
            <a:ext cx="3687152" cy="277749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8077200" y="0"/>
            <a:ext cx="4110354" cy="6858000"/>
            <a:chOff x="8077200" y="0"/>
            <a:chExt cx="4110354" cy="6858000"/>
          </a:xfrm>
        </p:grpSpPr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77200" y="0"/>
              <a:ext cx="4110228" cy="685800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51876" y="1266444"/>
              <a:ext cx="4034789" cy="4008882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012936" y="728472"/>
              <a:ext cx="3114294" cy="309448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98813" y="2066925"/>
              <a:ext cx="2667000" cy="2667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85650" cy="6858000"/>
            <a:chOff x="0" y="0"/>
            <a:chExt cx="1218565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5523" cy="68580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85" y="491362"/>
              <a:ext cx="12179045" cy="590943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2024-11-05T07:18:53Z</dcterms:created>
  <dcterms:modified xsi:type="dcterms:W3CDTF">2024-11-05T07:18:53Z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2024-11-05T00:00:00Z</vt:filetime>
  </property>
  <property fmtid="{D5CDD505-2E9C-101B-9397-08002B2CF9AE}" pid="3" name="Producer">
    <vt:lpwstr>iLovePDF</vt:lpwstr>
  </property>
</Properties>
</file>