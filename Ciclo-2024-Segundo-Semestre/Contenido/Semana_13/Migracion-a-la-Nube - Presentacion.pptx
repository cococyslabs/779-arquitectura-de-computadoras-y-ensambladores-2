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Heebo Light"/>
      <p:regular r:id="rId21"/>
    </p:embeddedFont>
    <p:embeddedFont>
      <p:font typeface="Heebo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44084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Migración a la Nube: Camino al Éxito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518898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Emprender la migración a la nube ofrece a las empresas una oportunidad de transformación digital, mejorando la eficiencia, escalabilidad y seguridad de sus sistemas. Este viaje puede parecer desafiante, pero con la planificación y los pasos adecuados, las organizaciones pueden alcanzar el éxito en su migración a la nube.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605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66130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6588562"/>
            <a:ext cx="186559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por 779 arqui2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09298"/>
            <a:ext cx="119132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Conceptos clave de la migración a la nube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04" y="5298400"/>
            <a:ext cx="1228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Servicio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70380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Entender los diferentes modelos de servicio cloud (IaaS, PaaS, SaaS) y cómo se adaptan a las necesidades de la organización.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5434" y="5298400"/>
            <a:ext cx="1932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70380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 capacidad de ajustar los recursos de manera ágil, según las demandas cambiantes del negocio.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99320" y="5298400"/>
            <a:ext cx="19192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213390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Cumplimiento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6058138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Garantizar la protección de datos y el cumplimiento normativo en el entorno cloud.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3705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servicio: IaaS, PaaS, SaaS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Infraestructura como Servicio: Acceso a recursos de cómputo, almacenamiento y redes bajo demanda.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Plataforma como Servicio: Entorno de desarrollo y ejecución de aplicaciones, con herramientas y frameworks provistos por el proveedor.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Software como Servicio: Aplicaciones alojadas y gestionadas por el proveedor, a las cuales se accede a través de internet.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61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93" y="2760226"/>
            <a:ext cx="13363813" cy="113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Estrategias de migración: lift-and-shift, re-platforming, refactoring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3293" y="5946696"/>
            <a:ext cx="13363813" cy="22860"/>
          </a:xfrm>
          <a:prstGeom prst="roundRect">
            <a:avLst>
              <a:gd name="adj" fmla="val 332448"/>
            </a:avLst>
          </a:prstGeom>
          <a:solidFill>
            <a:srgbClr val="4A2C85"/>
          </a:solidFill>
          <a:ln/>
        </p:spPr>
      </p:sp>
      <p:sp>
        <p:nvSpPr>
          <p:cNvPr id="5" name="Shape 2"/>
          <p:cNvSpPr/>
          <p:nvPr/>
        </p:nvSpPr>
        <p:spPr>
          <a:xfrm>
            <a:off x="3917394" y="5313462"/>
            <a:ext cx="22860" cy="633293"/>
          </a:xfrm>
          <a:prstGeom prst="roundRect">
            <a:avLst>
              <a:gd name="adj" fmla="val 332448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3725347" y="5743158"/>
            <a:ext cx="407075" cy="407075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9890" y="5810905"/>
            <a:ext cx="9798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798088" y="4162187"/>
            <a:ext cx="2261830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Lift-and-Shift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14149" y="4553426"/>
            <a:ext cx="6229707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Traslado de cargas de trabajo a la nube sin cambios, aprovechando la elasticidad y escalabilidad del entorno cloud.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03532" y="5946636"/>
            <a:ext cx="22860" cy="633293"/>
          </a:xfrm>
          <a:prstGeom prst="roundRect">
            <a:avLst>
              <a:gd name="adj" fmla="val 332448"/>
            </a:avLst>
          </a:prstGeom>
          <a:solidFill>
            <a:srgbClr val="4A2C85"/>
          </a:solidFill>
          <a:ln/>
        </p:spPr>
      </p:sp>
      <p:sp>
        <p:nvSpPr>
          <p:cNvPr id="11" name="Shape 8"/>
          <p:cNvSpPr/>
          <p:nvPr/>
        </p:nvSpPr>
        <p:spPr>
          <a:xfrm>
            <a:off x="7111484" y="5743158"/>
            <a:ext cx="407075" cy="407075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7928" y="5810905"/>
            <a:ext cx="15418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184225" y="6760845"/>
            <a:ext cx="2261830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Re-platforming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200287" y="7152084"/>
            <a:ext cx="6229707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Modernización de aplicaciones para aprovechar las funcionalidades nativas de la plataforma cloud, sin cambiar la arquitectura fundamental.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689788" y="5313462"/>
            <a:ext cx="22860" cy="633293"/>
          </a:xfrm>
          <a:prstGeom prst="roundRect">
            <a:avLst>
              <a:gd name="adj" fmla="val 332448"/>
            </a:avLst>
          </a:prstGeom>
          <a:solidFill>
            <a:srgbClr val="4A2C85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97741" y="5743158"/>
            <a:ext cx="407075" cy="407075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24661" y="5810905"/>
            <a:ext cx="15311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570363" y="4162187"/>
            <a:ext cx="2261830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Refactoring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586424" y="4553426"/>
            <a:ext cx="622982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Rediseño y reescritura de aplicaciones para aprovechar al máximo las capacidades y servicios de la nube.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036" y="922377"/>
            <a:ext cx="7730728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Evaluando la infraestructura actual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193036" y="2487216"/>
            <a:ext cx="3764518" cy="2470547"/>
          </a:xfrm>
          <a:prstGeom prst="roundRect">
            <a:avLst>
              <a:gd name="adj" fmla="val 34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2467" y="2696647"/>
            <a:ext cx="288381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 de Recursos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02467" y="3133249"/>
            <a:ext cx="3345656" cy="161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Identificar y documentar todos los componentes de la infraestructura actual, incluyendo servidores, almacenamiento, redes y aplicaciones.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159365" y="2487216"/>
            <a:ext cx="3764518" cy="2470547"/>
          </a:xfrm>
          <a:prstGeom prst="roundRect">
            <a:avLst>
              <a:gd name="adj" fmla="val 34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68796" y="2696647"/>
            <a:ext cx="3345656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Cargas de Trabajo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68796" y="3448764"/>
            <a:ext cx="3345656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Entender el rendimiento, la utilización y los requisitos de las cargas de trabajo actuales para determinar su adaptación a la nube.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93036" y="5159573"/>
            <a:ext cx="3764518" cy="2147530"/>
          </a:xfrm>
          <a:prstGeom prst="roundRect">
            <a:avLst>
              <a:gd name="adj" fmla="val 394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2467" y="5369004"/>
            <a:ext cx="2818209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Costos y Presupuestos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02467" y="5805607"/>
            <a:ext cx="3345656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Evaluar los costos de la infraestructura on-premises y proyectar los costos de la migración y operación en la nube.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0159365" y="5159573"/>
            <a:ext cx="3764518" cy="2147530"/>
          </a:xfrm>
          <a:prstGeom prst="roundRect">
            <a:avLst>
              <a:gd name="adj" fmla="val 394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68796" y="5369004"/>
            <a:ext cx="307681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de Seguridad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368796" y="5805607"/>
            <a:ext cx="3345656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Identificar los requisitos de seguridad, cumplimiento normativo y políticas de la organización que deban considerarse en la migración.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Selección del proveedor de nube: criterios clave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38841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 y Funcionalidades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Evaluar la gama de servicios cloud, características avanzadas y capacidades de integración que ofrece cada proveedor.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8323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Cumplimiento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Verificar los estándares de seguridad, el cumplimiento normativo y las certificaciones del proveedor.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31088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Costos y Escalabilidad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Analizar los modelos de precios, la flexibilidad de escalado y las opciones de ahorro a largo plazo.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037" y="878681"/>
            <a:ext cx="7720727" cy="1270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Planificación de la migración: etapas y consideraciones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91526" y="2454473"/>
            <a:ext cx="22860" cy="4896326"/>
          </a:xfrm>
          <a:prstGeom prst="roundRect">
            <a:avLst>
              <a:gd name="adj" fmla="val 373602"/>
            </a:avLst>
          </a:prstGeom>
          <a:solidFill>
            <a:srgbClr val="4A2C85"/>
          </a:solidFill>
          <a:ln/>
        </p:spPr>
      </p:sp>
      <p:sp>
        <p:nvSpPr>
          <p:cNvPr id="5" name="Shape 2"/>
          <p:cNvSpPr/>
          <p:nvPr/>
        </p:nvSpPr>
        <p:spPr>
          <a:xfrm>
            <a:off x="6708815" y="2900482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6274237" y="2683192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7830" y="2759393"/>
            <a:ext cx="110133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1310" y="2657713"/>
            <a:ext cx="327969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Evaluación y Planificación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1310" y="3097292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Análisis de la infraestructura, definición de la estrategia y desarrollo del plan de migración.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08815" y="4600337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4A2C85"/>
          </a:solidFill>
          <a:ln/>
        </p:spPr>
      </p:sp>
      <p:sp>
        <p:nvSpPr>
          <p:cNvPr id="11" name="Shape 8"/>
          <p:cNvSpPr/>
          <p:nvPr/>
        </p:nvSpPr>
        <p:spPr>
          <a:xfrm>
            <a:off x="6274237" y="4383048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6278" y="4459248"/>
            <a:ext cx="173236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21310" y="4357568"/>
            <a:ext cx="32563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Ejecución de la Migración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1310" y="4797147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Implementación gradual de las cargas de trabajo, pruebas y validación de la migración.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08815" y="6300192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4A2C85"/>
          </a:solidFill>
          <a:ln/>
        </p:spPr>
      </p:sp>
      <p:sp>
        <p:nvSpPr>
          <p:cNvPr id="16" name="Shape 13"/>
          <p:cNvSpPr/>
          <p:nvPr/>
        </p:nvSpPr>
        <p:spPr>
          <a:xfrm>
            <a:off x="6274237" y="6082903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6873" y="6159103"/>
            <a:ext cx="17204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621310" y="6057424"/>
            <a:ext cx="3296960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 y Monitoreo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1310" y="6497002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Ajuste continuo de la configuración, optimización de costos y monitoreo del rendimiento.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268" y="780336"/>
            <a:ext cx="7830264" cy="1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Asegurando la seguridad y el cumplimiento normativo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68" y="2234803"/>
            <a:ext cx="469225" cy="469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3268" y="2891671"/>
            <a:ext cx="268497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Autenticación Robusta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43268" y="3297436"/>
            <a:ext cx="7830264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Implementar controles de acceso y autenticación multifactor para proteger los recursos cloud.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268" y="4160639"/>
            <a:ext cx="469225" cy="4692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3268" y="4817507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Cifrado de Datos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43268" y="5223272"/>
            <a:ext cx="7830264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Asegurar la protección de datos en tránsito y en reposo mediante técnicas de cifrado.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268" y="6086475"/>
            <a:ext cx="469225" cy="4692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3268" y="6743343"/>
            <a:ext cx="301382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Cumplimiento Normativo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43268" y="7149108"/>
            <a:ext cx="7830264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Garantizar el cumplimiento de las regulaciones y estándares de la industria en el entorno cloud.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493" y="757595"/>
            <a:ext cx="7663815" cy="132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del cambio y capacitación de los equipos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93" y="2396609"/>
            <a:ext cx="1057394" cy="16917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01069" y="2608064"/>
            <a:ext cx="435149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Compromiso de la Alta Dirección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601069" y="3065264"/>
            <a:ext cx="6289238" cy="67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Involucrar a los líderes de la organización y obtener su respaldo para la migración a la nube.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93" y="4088368"/>
            <a:ext cx="1057394" cy="16917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01069" y="4299823"/>
            <a:ext cx="3041333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Comunicación Efectiva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601069" y="4757023"/>
            <a:ext cx="6289238" cy="67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Informar y comunicar continuamente a los equipos sobre el proceso de migración y sus beneficios.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93" y="5780127"/>
            <a:ext cx="1057394" cy="16917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1069" y="5991582"/>
            <a:ext cx="359211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Capacitación y Habilitación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601069" y="6448782"/>
            <a:ext cx="6289238" cy="67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Desarrollar las habilidades y competencias de los equipos para asegurar una transición exitosa a la nube.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2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070" y="3260884"/>
            <a:ext cx="11038165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 de éxito y seguimiento continuo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070" y="4249460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9407" y="4470797"/>
            <a:ext cx="3377803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 de Rendimiento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9407" y="4932998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Monitorear indicadores clave como disponibilidad, escalabilidad, latencia y tiempos de respuesta.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118" y="4249460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3455" y="4470797"/>
            <a:ext cx="31698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 de Costos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43455" y="4932998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Analizar y controlar los gastos en la nube, identificando oportunidades de ahorro y eficiencia.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8070" y="6051947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407" y="6273284"/>
            <a:ext cx="317111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Satisfacción del Usuario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9407" y="6735485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Evaluar la experiencia de los usuarios y obtener su retroalimentación para mejorar continuamente.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22118" y="6051947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3455" y="6273284"/>
            <a:ext cx="2891433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Informes y Revisiones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43455" y="6735485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Generar informes periódicos para monitorear el progreso y ajustar el plan de migración según sea necesario.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2024-11-03T23:45:34Z</dcterms:created>
  <dcterms:modified xsi:type="dcterms:W3CDTF">2024-11-03T23:45:34Z</dcterms:modified>
</cp:coreProperties>
</file>