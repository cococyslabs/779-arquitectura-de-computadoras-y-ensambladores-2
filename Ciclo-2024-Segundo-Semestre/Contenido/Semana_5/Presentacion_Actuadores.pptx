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10236200"/>
  <p:notesSz cx="11430000" cy="10236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0690" y="444500"/>
            <a:ext cx="8008619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Roboto Lt"/>
                <a:cs typeface="Roboto L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1670" y="2726689"/>
            <a:ext cx="10106660" cy="167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997075"/>
            <a:ext cx="42157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¿Qué</a:t>
            </a:r>
            <a:r>
              <a:rPr dirty="0" spc="-20"/>
              <a:t> </a:t>
            </a:r>
            <a:r>
              <a:rPr dirty="0" spc="25"/>
              <a:t>es</a:t>
            </a:r>
            <a:r>
              <a:rPr dirty="0" spc="-10"/>
              <a:t> </a:t>
            </a:r>
            <a:r>
              <a:rPr dirty="0" spc="-25"/>
              <a:t>un</a:t>
            </a:r>
            <a:r>
              <a:rPr dirty="0" spc="-15"/>
              <a:t> </a:t>
            </a:r>
            <a:r>
              <a:rPr dirty="0" spc="15"/>
              <a:t>Actuador?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2755264"/>
            <a:ext cx="5862320" cy="1634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5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dispositivo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que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convierte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energía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movimiento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o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acción.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Estos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dispositivos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juegan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papel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fundamental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dirty="0" sz="13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control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dirty="0" sz="13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automatización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al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permitir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que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ejecuten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órdenes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realicen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tareas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específicas.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Roboto"/>
              <a:cs typeface="Roboto"/>
            </a:endParaRPr>
          </a:p>
          <a:p>
            <a:pPr marL="372110">
              <a:lnSpc>
                <a:spcPct val="100000"/>
              </a:lnSpc>
              <a:spcBef>
                <a:spcPts val="5"/>
              </a:spcBef>
            </a:pPr>
            <a:r>
              <a:rPr dirty="0" sz="1650" spc="5" b="1">
                <a:solidFill>
                  <a:srgbClr val="CFD0D8"/>
                </a:solidFill>
                <a:latin typeface="Roboto"/>
                <a:cs typeface="Roboto"/>
              </a:rPr>
              <a:t>by</a:t>
            </a:r>
            <a:r>
              <a:rPr dirty="0" sz="1650" spc="-10" b="1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650" spc="30" b="1">
                <a:solidFill>
                  <a:srgbClr val="CFD0D8"/>
                </a:solidFill>
                <a:latin typeface="Roboto"/>
                <a:cs typeface="Roboto"/>
              </a:rPr>
              <a:t>ESTUARDO</a:t>
            </a:r>
            <a:r>
              <a:rPr dirty="0" sz="1650" spc="-5" b="1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650" spc="45" b="1">
                <a:solidFill>
                  <a:srgbClr val="CFD0D8"/>
                </a:solidFill>
                <a:latin typeface="Roboto"/>
                <a:cs typeface="Roboto"/>
              </a:rPr>
              <a:t>SEBASTIAN</a:t>
            </a:r>
            <a:r>
              <a:rPr dirty="0" sz="1650" spc="-5" b="1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650" spc="15" b="1">
                <a:solidFill>
                  <a:srgbClr val="CFD0D8"/>
                </a:solidFill>
                <a:latin typeface="Roboto"/>
                <a:cs typeface="Roboto"/>
              </a:rPr>
              <a:t>VALLE</a:t>
            </a:r>
            <a:r>
              <a:rPr dirty="0" sz="1650" spc="-10" b="1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650" spc="35" b="1">
                <a:solidFill>
                  <a:srgbClr val="CFD0D8"/>
                </a:solidFill>
                <a:latin typeface="Roboto"/>
                <a:cs typeface="Roboto"/>
              </a:rPr>
              <a:t>BANCES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075" y="4124325"/>
            <a:ext cx="27622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10229850"/>
          </a:xfrm>
          <a:custGeom>
            <a:avLst/>
            <a:gdLst/>
            <a:ahLst/>
            <a:cxnLst/>
            <a:rect l="l" t="t" r="r" b="b"/>
            <a:pathLst>
              <a:path w="11430000" h="10229850">
                <a:moveTo>
                  <a:pt x="11430000" y="0"/>
                </a:moveTo>
                <a:lnTo>
                  <a:pt x="0" y="0"/>
                </a:lnTo>
                <a:lnTo>
                  <a:pt x="0" y="10229850"/>
                </a:lnTo>
                <a:lnTo>
                  <a:pt x="11430000" y="102298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444500"/>
            <a:ext cx="42373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"/>
              <a:t>Actuadores</a:t>
            </a:r>
            <a:r>
              <a:rPr dirty="0" spc="-65"/>
              <a:t> </a:t>
            </a:r>
            <a:r>
              <a:rPr dirty="0" spc="10"/>
              <a:t>Eléctricos</a:t>
            </a:r>
          </a:p>
        </p:txBody>
      </p:sp>
      <p:sp>
        <p:nvSpPr>
          <p:cNvPr id="4" name="object 4"/>
          <p:cNvSpPr/>
          <p:nvPr/>
        </p:nvSpPr>
        <p:spPr>
          <a:xfrm>
            <a:off x="638175" y="14668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8175" y="18002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8175" y="2409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CFD0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61515" y="1358900"/>
            <a:ext cx="9567545" cy="1174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eléctricos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utilizan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motores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eléctricos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convertir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energía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eléctrica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movimiento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mecánico.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  <a:spcBef>
                <a:spcPts val="450"/>
              </a:spcBef>
            </a:pP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Ofrecen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alta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precisión,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velocidad</a:t>
            </a:r>
            <a:r>
              <a:rPr dirty="0" sz="13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fuerza,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siendo</a:t>
            </a:r>
            <a:r>
              <a:rPr dirty="0" sz="13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comúnmente</a:t>
            </a:r>
            <a:r>
              <a:rPr dirty="0" sz="13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usados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aplicaciones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como</a:t>
            </a:r>
            <a:r>
              <a:rPr dirty="0" sz="13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robótica,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maquinaria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industrial</a:t>
            </a:r>
            <a:r>
              <a:rPr dirty="0" sz="1350" spc="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control.</a:t>
            </a: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Pueden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ser</a:t>
            </a:r>
            <a:r>
              <a:rPr dirty="0" sz="13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controlados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con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gran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exactitud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facilidad,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permitiendo</a:t>
            </a:r>
            <a:r>
              <a:rPr dirty="0" sz="13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movimientos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suaves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programables.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0075" y="2762249"/>
            <a:ext cx="10734675" cy="7378065"/>
            <a:chOff x="600075" y="2762249"/>
            <a:chExt cx="10734675" cy="737806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5" y="2762249"/>
              <a:ext cx="10229849" cy="70008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9720833"/>
              <a:ext cx="1754504" cy="419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730375"/>
            <a:ext cx="33839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0"/>
              <a:t>Tipos</a:t>
            </a:r>
            <a:r>
              <a:rPr dirty="0" spc="-30"/>
              <a:t> </a:t>
            </a:r>
            <a:r>
              <a:rPr dirty="0" spc="30"/>
              <a:t>de</a:t>
            </a:r>
            <a:r>
              <a:rPr dirty="0" spc="-30"/>
              <a:t> </a:t>
            </a:r>
            <a:r>
              <a:rPr dirty="0"/>
              <a:t>Motores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2706687"/>
            <a:ext cx="2266950" cy="123634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217170">
              <a:lnSpc>
                <a:spcPct val="106100"/>
              </a:lnSpc>
              <a:spcBef>
                <a:spcPts val="15"/>
              </a:spcBef>
            </a:pPr>
            <a:r>
              <a:rPr dirty="0" sz="1650" spc="10">
                <a:solidFill>
                  <a:srgbClr val="FFFFFF"/>
                </a:solidFill>
                <a:latin typeface="Roboto Lt"/>
                <a:cs typeface="Roboto Lt"/>
              </a:rPr>
              <a:t>Motores</a:t>
            </a:r>
            <a:r>
              <a:rPr dirty="0" sz="1650" spc="-15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FFFFFF"/>
                </a:solidFill>
                <a:latin typeface="Roboto Lt"/>
                <a:cs typeface="Roboto Lt"/>
              </a:rPr>
              <a:t>de</a:t>
            </a:r>
            <a:r>
              <a:rPr dirty="0" sz="1650" spc="-2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FFFFFF"/>
                </a:solidFill>
                <a:latin typeface="Roboto Lt"/>
                <a:cs typeface="Roboto Lt"/>
              </a:rPr>
              <a:t>Corriente </a:t>
            </a:r>
            <a:r>
              <a:rPr dirty="0" sz="1650" spc="-395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FFFFFF"/>
                </a:solidFill>
                <a:latin typeface="Roboto Lt"/>
                <a:cs typeface="Roboto Lt"/>
              </a:rPr>
              <a:t>Continua</a:t>
            </a:r>
            <a:r>
              <a:rPr dirty="0" sz="165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FFFFFF"/>
                </a:solidFill>
                <a:latin typeface="Roboto Lt"/>
                <a:cs typeface="Roboto Lt"/>
              </a:rPr>
              <a:t>(DC)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Ofrecen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control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preciso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velocidad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posición.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58845" y="2706687"/>
            <a:ext cx="2054860" cy="17792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10">
                <a:solidFill>
                  <a:srgbClr val="FFFFFF"/>
                </a:solidFill>
                <a:latin typeface="Roboto Lt"/>
                <a:cs typeface="Roboto Lt"/>
              </a:rPr>
              <a:t>Motores</a:t>
            </a:r>
            <a:r>
              <a:rPr dirty="0" sz="1650" spc="-15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FFFFFF"/>
                </a:solidFill>
                <a:latin typeface="Roboto Lt"/>
                <a:cs typeface="Roboto Lt"/>
              </a:rPr>
              <a:t>de</a:t>
            </a:r>
            <a:r>
              <a:rPr dirty="0" sz="1650" spc="-2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FFFFFF"/>
                </a:solidFill>
                <a:latin typeface="Roboto Lt"/>
                <a:cs typeface="Roboto Lt"/>
              </a:rPr>
              <a:t>Corriente </a:t>
            </a:r>
            <a:r>
              <a:rPr dirty="0" sz="1650" spc="-395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FFFFFF"/>
                </a:solidFill>
                <a:latin typeface="Roboto Lt"/>
                <a:cs typeface="Roboto Lt"/>
              </a:rPr>
              <a:t>Alterna</a:t>
            </a:r>
            <a:r>
              <a:rPr dirty="0" sz="1650" spc="5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30">
                <a:solidFill>
                  <a:srgbClr val="FFFFFF"/>
                </a:solidFill>
                <a:latin typeface="Roboto Lt"/>
                <a:cs typeface="Roboto Lt"/>
              </a:rPr>
              <a:t>(AC)</a:t>
            </a:r>
            <a:endParaRPr sz="1650">
              <a:latin typeface="Roboto Lt"/>
              <a:cs typeface="Roboto Lt"/>
            </a:endParaRPr>
          </a:p>
          <a:p>
            <a:pPr marL="12700" marR="189230">
              <a:lnSpc>
                <a:spcPct val="132700"/>
              </a:lnSpc>
              <a:spcBef>
                <a:spcPts val="1090"/>
              </a:spcBef>
            </a:pP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Más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simples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robustos,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comúnmente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usados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aplicaciones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alta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potencia.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0303" y="2706687"/>
            <a:ext cx="2182495" cy="1512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FFFFFF"/>
                </a:solidFill>
                <a:latin typeface="Roboto Lt"/>
                <a:cs typeface="Roboto Lt"/>
              </a:rPr>
              <a:t>Motores</a:t>
            </a:r>
            <a:r>
              <a:rPr dirty="0" sz="1650" spc="-5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FFFFFF"/>
                </a:solidFill>
                <a:latin typeface="Roboto Lt"/>
                <a:cs typeface="Roboto Lt"/>
              </a:rPr>
              <a:t>Paso</a:t>
            </a:r>
            <a:r>
              <a:rPr dirty="0" sz="1650" spc="-10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FFFFFF"/>
                </a:solidFill>
                <a:latin typeface="Roboto Lt"/>
                <a:cs typeface="Roboto Lt"/>
              </a:rPr>
              <a:t>a</a:t>
            </a:r>
            <a:r>
              <a:rPr dirty="0" sz="1650" spc="-5">
                <a:solidFill>
                  <a:srgbClr val="FFFFFF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FFFFFF"/>
                </a:solidFill>
                <a:latin typeface="Roboto Lt"/>
                <a:cs typeface="Roboto Lt"/>
              </a:rPr>
              <a:t>Paso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2700"/>
              </a:lnSpc>
              <a:spcBef>
                <a:spcPts val="1090"/>
              </a:spcBef>
            </a:pP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Permiten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control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preciso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pasos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discretos,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útiles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posicionamiento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dirty="0" sz="13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manipulación.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2743200"/>
            <a:ext cx="2247899" cy="15335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663825"/>
            <a:ext cx="10839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Relés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5" y="3686175"/>
            <a:ext cx="304800" cy="295275"/>
            <a:chOff x="600075" y="3686175"/>
            <a:chExt cx="304800" cy="295275"/>
          </a:xfrm>
        </p:grpSpPr>
        <p:sp>
          <p:nvSpPr>
            <p:cNvPr id="5" name="object 5"/>
            <p:cNvSpPr/>
            <p:nvPr/>
          </p:nvSpPr>
          <p:spPr>
            <a:xfrm>
              <a:off x="604837" y="3690937"/>
              <a:ext cx="295275" cy="285750"/>
            </a:xfrm>
            <a:custGeom>
              <a:avLst/>
              <a:gdLst/>
              <a:ahLst/>
              <a:cxnLst/>
              <a:rect l="l" t="t" r="r" b="b"/>
              <a:pathLst>
                <a:path w="295275" h="285750">
                  <a:moveTo>
                    <a:pt x="243655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230505"/>
                  </a:lnTo>
                  <a:lnTo>
                    <a:pt x="0" y="234137"/>
                  </a:lnTo>
                  <a:lnTo>
                    <a:pt x="18747" y="272135"/>
                  </a:lnTo>
                  <a:lnTo>
                    <a:pt x="51619" y="285750"/>
                  </a:lnTo>
                  <a:lnTo>
                    <a:pt x="243655" y="285750"/>
                  </a:lnTo>
                  <a:lnTo>
                    <a:pt x="281656" y="267004"/>
                  </a:lnTo>
                  <a:lnTo>
                    <a:pt x="295275" y="234137"/>
                  </a:lnTo>
                  <a:lnTo>
                    <a:pt x="295275" y="51612"/>
                  </a:lnTo>
                  <a:lnTo>
                    <a:pt x="276527" y="13614"/>
                  </a:lnTo>
                  <a:lnTo>
                    <a:pt x="247248" y="355"/>
                  </a:lnTo>
                  <a:lnTo>
                    <a:pt x="243655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4837" y="3690937"/>
              <a:ext cx="295275" cy="285750"/>
            </a:xfrm>
            <a:custGeom>
              <a:avLst/>
              <a:gdLst/>
              <a:ahLst/>
              <a:cxnLst/>
              <a:rect l="l" t="t" r="r" b="b"/>
              <a:pathLst>
                <a:path w="295275" h="285750">
                  <a:moveTo>
                    <a:pt x="0" y="2305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240030" y="0"/>
                  </a:lnTo>
                  <a:lnTo>
                    <a:pt x="243655" y="0"/>
                  </a:lnTo>
                  <a:lnTo>
                    <a:pt x="247248" y="355"/>
                  </a:lnTo>
                  <a:lnTo>
                    <a:pt x="250809" y="1066"/>
                  </a:lnTo>
                  <a:lnTo>
                    <a:pt x="254367" y="1765"/>
                  </a:lnTo>
                  <a:lnTo>
                    <a:pt x="270723" y="9309"/>
                  </a:lnTo>
                  <a:lnTo>
                    <a:pt x="273739" y="11328"/>
                  </a:lnTo>
                  <a:lnTo>
                    <a:pt x="294213" y="44462"/>
                  </a:lnTo>
                  <a:lnTo>
                    <a:pt x="294923" y="48018"/>
                  </a:lnTo>
                  <a:lnTo>
                    <a:pt x="295275" y="51612"/>
                  </a:lnTo>
                  <a:lnTo>
                    <a:pt x="295275" y="55245"/>
                  </a:lnTo>
                  <a:lnTo>
                    <a:pt x="295275" y="230505"/>
                  </a:lnTo>
                  <a:lnTo>
                    <a:pt x="295275" y="234137"/>
                  </a:lnTo>
                  <a:lnTo>
                    <a:pt x="294923" y="237718"/>
                  </a:lnTo>
                  <a:lnTo>
                    <a:pt x="285963" y="261188"/>
                  </a:lnTo>
                  <a:lnTo>
                    <a:pt x="283949" y="264210"/>
                  </a:lnTo>
                  <a:lnTo>
                    <a:pt x="250809" y="284683"/>
                  </a:lnTo>
                  <a:lnTo>
                    <a:pt x="247248" y="285394"/>
                  </a:lnTo>
                  <a:lnTo>
                    <a:pt x="243655" y="285750"/>
                  </a:lnTo>
                  <a:lnTo>
                    <a:pt x="240030" y="285750"/>
                  </a:lnTo>
                  <a:lnTo>
                    <a:pt x="55245" y="285750"/>
                  </a:lnTo>
                  <a:lnTo>
                    <a:pt x="51619" y="285750"/>
                  </a:lnTo>
                  <a:lnTo>
                    <a:pt x="48026" y="285394"/>
                  </a:lnTo>
                  <a:lnTo>
                    <a:pt x="44465" y="284683"/>
                  </a:lnTo>
                  <a:lnTo>
                    <a:pt x="40907" y="283984"/>
                  </a:lnTo>
                  <a:lnTo>
                    <a:pt x="9311" y="261188"/>
                  </a:lnTo>
                  <a:lnTo>
                    <a:pt x="7292" y="258178"/>
                  </a:lnTo>
                  <a:lnTo>
                    <a:pt x="5590" y="255003"/>
                  </a:lnTo>
                  <a:lnTo>
                    <a:pt x="4207" y="251650"/>
                  </a:lnTo>
                  <a:lnTo>
                    <a:pt x="2818" y="248297"/>
                  </a:lnTo>
                  <a:lnTo>
                    <a:pt x="1771" y="244843"/>
                  </a:lnTo>
                  <a:lnTo>
                    <a:pt x="1061" y="241287"/>
                  </a:lnTo>
                  <a:lnTo>
                    <a:pt x="351" y="237718"/>
                  </a:lnTo>
                  <a:lnTo>
                    <a:pt x="0" y="234137"/>
                  </a:lnTo>
                  <a:lnTo>
                    <a:pt x="0" y="230505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5800725" y="3686175"/>
            <a:ext cx="304800" cy="295275"/>
            <a:chOff x="5800725" y="3686175"/>
            <a:chExt cx="304800" cy="295275"/>
          </a:xfrm>
        </p:grpSpPr>
        <p:sp>
          <p:nvSpPr>
            <p:cNvPr id="8" name="object 8"/>
            <p:cNvSpPr/>
            <p:nvPr/>
          </p:nvSpPr>
          <p:spPr>
            <a:xfrm>
              <a:off x="5805487" y="3690937"/>
              <a:ext cx="295275" cy="285750"/>
            </a:xfrm>
            <a:custGeom>
              <a:avLst/>
              <a:gdLst/>
              <a:ahLst/>
              <a:cxnLst/>
              <a:rect l="l" t="t" r="r" b="b"/>
              <a:pathLst>
                <a:path w="295275" h="285750">
                  <a:moveTo>
                    <a:pt x="2436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30505"/>
                  </a:lnTo>
                  <a:lnTo>
                    <a:pt x="0" y="234137"/>
                  </a:lnTo>
                  <a:lnTo>
                    <a:pt x="18745" y="272135"/>
                  </a:lnTo>
                  <a:lnTo>
                    <a:pt x="51612" y="285750"/>
                  </a:lnTo>
                  <a:lnTo>
                    <a:pt x="243662" y="285750"/>
                  </a:lnTo>
                  <a:lnTo>
                    <a:pt x="281660" y="267004"/>
                  </a:lnTo>
                  <a:lnTo>
                    <a:pt x="295275" y="234137"/>
                  </a:lnTo>
                  <a:lnTo>
                    <a:pt x="295275" y="51612"/>
                  </a:lnTo>
                  <a:lnTo>
                    <a:pt x="276529" y="13614"/>
                  </a:lnTo>
                  <a:lnTo>
                    <a:pt x="247243" y="355"/>
                  </a:lnTo>
                  <a:lnTo>
                    <a:pt x="243662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805487" y="3690937"/>
              <a:ext cx="295275" cy="285750"/>
            </a:xfrm>
            <a:custGeom>
              <a:avLst/>
              <a:gdLst/>
              <a:ahLst/>
              <a:cxnLst/>
              <a:rect l="l" t="t" r="r" b="b"/>
              <a:pathLst>
                <a:path w="295275" h="285750">
                  <a:moveTo>
                    <a:pt x="0" y="2305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40030" y="0"/>
                  </a:lnTo>
                  <a:lnTo>
                    <a:pt x="243662" y="0"/>
                  </a:lnTo>
                  <a:lnTo>
                    <a:pt x="247243" y="355"/>
                  </a:lnTo>
                  <a:lnTo>
                    <a:pt x="250812" y="1066"/>
                  </a:lnTo>
                  <a:lnTo>
                    <a:pt x="254368" y="1765"/>
                  </a:lnTo>
                  <a:lnTo>
                    <a:pt x="257822" y="2819"/>
                  </a:lnTo>
                  <a:lnTo>
                    <a:pt x="261175" y="4203"/>
                  </a:lnTo>
                  <a:lnTo>
                    <a:pt x="264528" y="5588"/>
                  </a:lnTo>
                  <a:lnTo>
                    <a:pt x="291071" y="34099"/>
                  </a:lnTo>
                  <a:lnTo>
                    <a:pt x="294208" y="44462"/>
                  </a:lnTo>
                  <a:lnTo>
                    <a:pt x="294919" y="48018"/>
                  </a:lnTo>
                  <a:lnTo>
                    <a:pt x="295275" y="51612"/>
                  </a:lnTo>
                  <a:lnTo>
                    <a:pt x="295275" y="55245"/>
                  </a:lnTo>
                  <a:lnTo>
                    <a:pt x="295275" y="230505"/>
                  </a:lnTo>
                  <a:lnTo>
                    <a:pt x="295275" y="234137"/>
                  </a:lnTo>
                  <a:lnTo>
                    <a:pt x="294919" y="237718"/>
                  </a:lnTo>
                  <a:lnTo>
                    <a:pt x="294208" y="241287"/>
                  </a:lnTo>
                  <a:lnTo>
                    <a:pt x="293509" y="244843"/>
                  </a:lnTo>
                  <a:lnTo>
                    <a:pt x="270725" y="276440"/>
                  </a:lnTo>
                  <a:lnTo>
                    <a:pt x="250799" y="284683"/>
                  </a:lnTo>
                  <a:lnTo>
                    <a:pt x="247243" y="285394"/>
                  </a:lnTo>
                  <a:lnTo>
                    <a:pt x="243662" y="285750"/>
                  </a:lnTo>
                  <a:lnTo>
                    <a:pt x="240030" y="285750"/>
                  </a:lnTo>
                  <a:lnTo>
                    <a:pt x="55245" y="285750"/>
                  </a:lnTo>
                  <a:lnTo>
                    <a:pt x="51612" y="285750"/>
                  </a:lnTo>
                  <a:lnTo>
                    <a:pt x="48018" y="285394"/>
                  </a:lnTo>
                  <a:lnTo>
                    <a:pt x="44462" y="284683"/>
                  </a:lnTo>
                  <a:lnTo>
                    <a:pt x="40906" y="283984"/>
                  </a:lnTo>
                  <a:lnTo>
                    <a:pt x="9309" y="261188"/>
                  </a:lnTo>
                  <a:lnTo>
                    <a:pt x="7289" y="258178"/>
                  </a:lnTo>
                  <a:lnTo>
                    <a:pt x="5588" y="255003"/>
                  </a:lnTo>
                  <a:lnTo>
                    <a:pt x="4203" y="251650"/>
                  </a:lnTo>
                  <a:lnTo>
                    <a:pt x="2819" y="248297"/>
                  </a:lnTo>
                  <a:lnTo>
                    <a:pt x="1765" y="244843"/>
                  </a:lnTo>
                  <a:lnTo>
                    <a:pt x="1066" y="241287"/>
                  </a:lnTo>
                  <a:lnTo>
                    <a:pt x="355" y="237718"/>
                  </a:lnTo>
                  <a:lnTo>
                    <a:pt x="0" y="234137"/>
                  </a:lnTo>
                  <a:lnTo>
                    <a:pt x="0" y="230505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600075" y="4962525"/>
            <a:ext cx="304800" cy="304800"/>
            <a:chOff x="600075" y="4962525"/>
            <a:chExt cx="304800" cy="304800"/>
          </a:xfrm>
        </p:grpSpPr>
        <p:sp>
          <p:nvSpPr>
            <p:cNvPr id="11" name="object 11"/>
            <p:cNvSpPr/>
            <p:nvPr/>
          </p:nvSpPr>
          <p:spPr>
            <a:xfrm>
              <a:off x="604837" y="4967287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243655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240031"/>
                  </a:lnTo>
                  <a:lnTo>
                    <a:pt x="0" y="243657"/>
                  </a:lnTo>
                  <a:lnTo>
                    <a:pt x="18747" y="281658"/>
                  </a:lnTo>
                  <a:lnTo>
                    <a:pt x="51619" y="295276"/>
                  </a:lnTo>
                  <a:lnTo>
                    <a:pt x="243655" y="295276"/>
                  </a:lnTo>
                  <a:lnTo>
                    <a:pt x="281656" y="276528"/>
                  </a:lnTo>
                  <a:lnTo>
                    <a:pt x="295275" y="243657"/>
                  </a:lnTo>
                  <a:lnTo>
                    <a:pt x="295275" y="51612"/>
                  </a:lnTo>
                  <a:lnTo>
                    <a:pt x="276527" y="13614"/>
                  </a:lnTo>
                  <a:lnTo>
                    <a:pt x="247248" y="355"/>
                  </a:lnTo>
                  <a:lnTo>
                    <a:pt x="243655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4837" y="4967287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24003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240030" y="0"/>
                  </a:lnTo>
                  <a:lnTo>
                    <a:pt x="243655" y="0"/>
                  </a:lnTo>
                  <a:lnTo>
                    <a:pt x="247248" y="355"/>
                  </a:lnTo>
                  <a:lnTo>
                    <a:pt x="250809" y="1066"/>
                  </a:lnTo>
                  <a:lnTo>
                    <a:pt x="254367" y="1765"/>
                  </a:lnTo>
                  <a:lnTo>
                    <a:pt x="270723" y="9309"/>
                  </a:lnTo>
                  <a:lnTo>
                    <a:pt x="273739" y="11328"/>
                  </a:lnTo>
                  <a:lnTo>
                    <a:pt x="294213" y="44462"/>
                  </a:lnTo>
                  <a:lnTo>
                    <a:pt x="294923" y="48018"/>
                  </a:lnTo>
                  <a:lnTo>
                    <a:pt x="295275" y="51612"/>
                  </a:lnTo>
                  <a:lnTo>
                    <a:pt x="295275" y="55245"/>
                  </a:lnTo>
                  <a:lnTo>
                    <a:pt x="295275" y="240031"/>
                  </a:lnTo>
                  <a:lnTo>
                    <a:pt x="295275" y="243657"/>
                  </a:lnTo>
                  <a:lnTo>
                    <a:pt x="294923" y="247248"/>
                  </a:lnTo>
                  <a:lnTo>
                    <a:pt x="294213" y="250805"/>
                  </a:lnTo>
                  <a:lnTo>
                    <a:pt x="293503" y="254363"/>
                  </a:lnTo>
                  <a:lnTo>
                    <a:pt x="292456" y="257821"/>
                  </a:lnTo>
                  <a:lnTo>
                    <a:pt x="291068" y="261169"/>
                  </a:lnTo>
                  <a:lnTo>
                    <a:pt x="289679" y="264523"/>
                  </a:lnTo>
                  <a:lnTo>
                    <a:pt x="287977" y="267703"/>
                  </a:lnTo>
                  <a:lnTo>
                    <a:pt x="285963" y="270719"/>
                  </a:lnTo>
                  <a:lnTo>
                    <a:pt x="283949" y="273735"/>
                  </a:lnTo>
                  <a:lnTo>
                    <a:pt x="250809" y="294214"/>
                  </a:lnTo>
                  <a:lnTo>
                    <a:pt x="243655" y="295276"/>
                  </a:lnTo>
                  <a:lnTo>
                    <a:pt x="240030" y="295276"/>
                  </a:lnTo>
                  <a:lnTo>
                    <a:pt x="55245" y="295276"/>
                  </a:lnTo>
                  <a:lnTo>
                    <a:pt x="51619" y="295276"/>
                  </a:lnTo>
                  <a:lnTo>
                    <a:pt x="48026" y="294919"/>
                  </a:lnTo>
                  <a:lnTo>
                    <a:pt x="13618" y="276528"/>
                  </a:lnTo>
                  <a:lnTo>
                    <a:pt x="9311" y="270719"/>
                  </a:lnTo>
                  <a:lnTo>
                    <a:pt x="7292" y="267703"/>
                  </a:lnTo>
                  <a:lnTo>
                    <a:pt x="5590" y="264523"/>
                  </a:lnTo>
                  <a:lnTo>
                    <a:pt x="4207" y="261169"/>
                  </a:lnTo>
                  <a:lnTo>
                    <a:pt x="2818" y="257821"/>
                  </a:lnTo>
                  <a:lnTo>
                    <a:pt x="1771" y="254363"/>
                  </a:lnTo>
                  <a:lnTo>
                    <a:pt x="1061" y="250805"/>
                  </a:lnTo>
                  <a:lnTo>
                    <a:pt x="351" y="247248"/>
                  </a:lnTo>
                  <a:lnTo>
                    <a:pt x="0" y="243657"/>
                  </a:lnTo>
                  <a:lnTo>
                    <a:pt x="0" y="240031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058862" y="3668712"/>
            <a:ext cx="4573270" cy="2179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CFD0D8"/>
                </a:solidFill>
                <a:latin typeface="Roboto Lt"/>
                <a:cs typeface="Roboto Lt"/>
              </a:rPr>
              <a:t>Dispositivos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 Electromecánicos</a:t>
            </a:r>
            <a:endParaRPr sz="1650">
              <a:latin typeface="Roboto Lt"/>
              <a:cs typeface="Roboto Lt"/>
            </a:endParaRPr>
          </a:p>
          <a:p>
            <a:pPr marL="12700" marR="291465">
              <a:lnSpc>
                <a:spcPct val="129600"/>
              </a:lnSpc>
              <a:spcBef>
                <a:spcPts val="615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relés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son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dispositivos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electromecánicos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que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actúan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como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interruptores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controlados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eléctricamente.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Aislamiento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Eléctrico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Ofrecen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aislamiento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eléctrico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entre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circuito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circuito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potencia.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800725" y="4962525"/>
            <a:ext cx="304800" cy="304800"/>
            <a:chOff x="5800725" y="4962525"/>
            <a:chExt cx="304800" cy="304800"/>
          </a:xfrm>
        </p:grpSpPr>
        <p:sp>
          <p:nvSpPr>
            <p:cNvPr id="15" name="object 15"/>
            <p:cNvSpPr/>
            <p:nvPr/>
          </p:nvSpPr>
          <p:spPr>
            <a:xfrm>
              <a:off x="5805487" y="4967287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2436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40031"/>
                  </a:lnTo>
                  <a:lnTo>
                    <a:pt x="0" y="243657"/>
                  </a:lnTo>
                  <a:lnTo>
                    <a:pt x="18745" y="281658"/>
                  </a:lnTo>
                  <a:lnTo>
                    <a:pt x="51612" y="295276"/>
                  </a:lnTo>
                  <a:lnTo>
                    <a:pt x="243662" y="295276"/>
                  </a:lnTo>
                  <a:lnTo>
                    <a:pt x="281660" y="276528"/>
                  </a:lnTo>
                  <a:lnTo>
                    <a:pt x="295275" y="243657"/>
                  </a:lnTo>
                  <a:lnTo>
                    <a:pt x="295275" y="51612"/>
                  </a:lnTo>
                  <a:lnTo>
                    <a:pt x="276529" y="13614"/>
                  </a:lnTo>
                  <a:lnTo>
                    <a:pt x="247243" y="355"/>
                  </a:lnTo>
                  <a:lnTo>
                    <a:pt x="243662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805487" y="4967287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24003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24549" y="9309"/>
                  </a:lnTo>
                  <a:lnTo>
                    <a:pt x="27571" y="7289"/>
                  </a:lnTo>
                  <a:lnTo>
                    <a:pt x="30746" y="5588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40030" y="0"/>
                  </a:lnTo>
                  <a:lnTo>
                    <a:pt x="243662" y="0"/>
                  </a:lnTo>
                  <a:lnTo>
                    <a:pt x="247243" y="355"/>
                  </a:lnTo>
                  <a:lnTo>
                    <a:pt x="250812" y="1066"/>
                  </a:lnTo>
                  <a:lnTo>
                    <a:pt x="254368" y="1765"/>
                  </a:lnTo>
                  <a:lnTo>
                    <a:pt x="257822" y="2819"/>
                  </a:lnTo>
                  <a:lnTo>
                    <a:pt x="261175" y="4203"/>
                  </a:lnTo>
                  <a:lnTo>
                    <a:pt x="264528" y="5588"/>
                  </a:lnTo>
                  <a:lnTo>
                    <a:pt x="291071" y="34099"/>
                  </a:lnTo>
                  <a:lnTo>
                    <a:pt x="294208" y="44462"/>
                  </a:lnTo>
                  <a:lnTo>
                    <a:pt x="294919" y="48018"/>
                  </a:lnTo>
                  <a:lnTo>
                    <a:pt x="295275" y="51612"/>
                  </a:lnTo>
                  <a:lnTo>
                    <a:pt x="295275" y="55245"/>
                  </a:lnTo>
                  <a:lnTo>
                    <a:pt x="295275" y="240031"/>
                  </a:lnTo>
                  <a:lnTo>
                    <a:pt x="295275" y="243657"/>
                  </a:lnTo>
                  <a:lnTo>
                    <a:pt x="294919" y="247248"/>
                  </a:lnTo>
                  <a:lnTo>
                    <a:pt x="294208" y="250805"/>
                  </a:lnTo>
                  <a:lnTo>
                    <a:pt x="293509" y="254363"/>
                  </a:lnTo>
                  <a:lnTo>
                    <a:pt x="270725" y="285964"/>
                  </a:lnTo>
                  <a:lnTo>
                    <a:pt x="261162" y="291068"/>
                  </a:lnTo>
                  <a:lnTo>
                    <a:pt x="257822" y="292458"/>
                  </a:lnTo>
                  <a:lnTo>
                    <a:pt x="254368" y="293504"/>
                  </a:lnTo>
                  <a:lnTo>
                    <a:pt x="250799" y="294214"/>
                  </a:lnTo>
                  <a:lnTo>
                    <a:pt x="247243" y="294919"/>
                  </a:lnTo>
                  <a:lnTo>
                    <a:pt x="243662" y="295276"/>
                  </a:lnTo>
                  <a:lnTo>
                    <a:pt x="240030" y="295276"/>
                  </a:lnTo>
                  <a:lnTo>
                    <a:pt x="55245" y="295276"/>
                  </a:lnTo>
                  <a:lnTo>
                    <a:pt x="51612" y="295276"/>
                  </a:lnTo>
                  <a:lnTo>
                    <a:pt x="48018" y="294919"/>
                  </a:lnTo>
                  <a:lnTo>
                    <a:pt x="44462" y="294214"/>
                  </a:lnTo>
                  <a:lnTo>
                    <a:pt x="40906" y="293504"/>
                  </a:lnTo>
                  <a:lnTo>
                    <a:pt x="37452" y="292458"/>
                  </a:lnTo>
                  <a:lnTo>
                    <a:pt x="34099" y="291068"/>
                  </a:lnTo>
                  <a:lnTo>
                    <a:pt x="30746" y="289680"/>
                  </a:lnTo>
                  <a:lnTo>
                    <a:pt x="4203" y="261169"/>
                  </a:lnTo>
                  <a:lnTo>
                    <a:pt x="2819" y="257821"/>
                  </a:lnTo>
                  <a:lnTo>
                    <a:pt x="1765" y="254363"/>
                  </a:lnTo>
                  <a:lnTo>
                    <a:pt x="1066" y="250805"/>
                  </a:lnTo>
                  <a:lnTo>
                    <a:pt x="355" y="247248"/>
                  </a:lnTo>
                  <a:lnTo>
                    <a:pt x="0" y="243657"/>
                  </a:lnTo>
                  <a:lnTo>
                    <a:pt x="0" y="240031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259512" y="3668712"/>
            <a:ext cx="4582795" cy="2179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Control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Alta</a:t>
            </a:r>
            <a:r>
              <a:rPr dirty="0" sz="1650" spc="-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Potencia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Permiten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controlar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circuitos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alta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potencia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señales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bajo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voltaje.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Aplicaciones</a:t>
            </a:r>
            <a:r>
              <a:rPr dirty="0" sz="1650" spc="-2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Industriales</a:t>
            </a:r>
            <a:endParaRPr sz="1650">
              <a:latin typeface="Roboto Lt"/>
              <a:cs typeface="Roboto Lt"/>
            </a:endParaRPr>
          </a:p>
          <a:p>
            <a:pPr marL="12700" marR="26034">
              <a:lnSpc>
                <a:spcPct val="134300"/>
              </a:lnSpc>
              <a:spcBef>
                <a:spcPts val="540"/>
              </a:spcBef>
            </a:pP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Son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utilizados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ampliamente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automatización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industrial.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968500"/>
            <a:ext cx="44380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"/>
              <a:t>Actuadores</a:t>
            </a:r>
            <a:r>
              <a:rPr dirty="0" spc="-55"/>
              <a:t> </a:t>
            </a:r>
            <a:r>
              <a:rPr dirty="0" spc="10"/>
              <a:t>Mecánicos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4224655" marR="5080">
              <a:lnSpc>
                <a:spcPct val="133300"/>
              </a:lnSpc>
              <a:spcBef>
                <a:spcPts val="114"/>
              </a:spcBef>
            </a:pPr>
            <a:r>
              <a:rPr dirty="0" spc="-15"/>
              <a:t>Los</a:t>
            </a:r>
            <a:r>
              <a:rPr dirty="0" spc="-5"/>
              <a:t> </a:t>
            </a:r>
            <a:r>
              <a:rPr dirty="0" spc="-10"/>
              <a:t>actuadores</a:t>
            </a:r>
            <a:r>
              <a:rPr dirty="0"/>
              <a:t> </a:t>
            </a:r>
            <a:r>
              <a:rPr dirty="0" spc="-10"/>
              <a:t>mecánicos</a:t>
            </a:r>
            <a:r>
              <a:rPr dirty="0" spc="-5"/>
              <a:t> </a:t>
            </a:r>
            <a:r>
              <a:rPr dirty="0" spc="-10"/>
              <a:t>convierten</a:t>
            </a:r>
            <a:r>
              <a:rPr dirty="0" spc="5"/>
              <a:t> </a:t>
            </a:r>
            <a:r>
              <a:rPr dirty="0" spc="-15"/>
              <a:t>la</a:t>
            </a:r>
            <a:r>
              <a:rPr dirty="0" spc="5"/>
              <a:t> </a:t>
            </a:r>
            <a:r>
              <a:rPr dirty="0" spc="-15"/>
              <a:t>energía</a:t>
            </a:r>
            <a:r>
              <a:rPr dirty="0" spc="-5"/>
              <a:t> </a:t>
            </a:r>
            <a:r>
              <a:rPr dirty="0" spc="-10"/>
              <a:t>eléctrica</a:t>
            </a:r>
            <a:r>
              <a:rPr dirty="0"/>
              <a:t> o </a:t>
            </a:r>
            <a:r>
              <a:rPr dirty="0" spc="-10"/>
              <a:t>neumática</a:t>
            </a:r>
            <a:r>
              <a:rPr dirty="0" spc="-5"/>
              <a:t> </a:t>
            </a:r>
            <a:r>
              <a:rPr dirty="0" spc="-10"/>
              <a:t>en </a:t>
            </a:r>
            <a:r>
              <a:rPr dirty="0" spc="-5"/>
              <a:t> </a:t>
            </a:r>
            <a:r>
              <a:rPr dirty="0" spc="-15"/>
              <a:t>movimiento</a:t>
            </a:r>
            <a:r>
              <a:rPr dirty="0" spc="-5"/>
              <a:t> físico </a:t>
            </a:r>
            <a:r>
              <a:rPr dirty="0" spc="-10"/>
              <a:t>mediante</a:t>
            </a:r>
            <a:r>
              <a:rPr dirty="0" spc="-5"/>
              <a:t> </a:t>
            </a:r>
            <a:r>
              <a:rPr dirty="0" spc="-10"/>
              <a:t>mecanismos</a:t>
            </a:r>
            <a:r>
              <a:rPr dirty="0" spc="-5"/>
              <a:t> como </a:t>
            </a:r>
            <a:r>
              <a:rPr dirty="0" spc="-15"/>
              <a:t>engranajes,</a:t>
            </a:r>
            <a:r>
              <a:rPr dirty="0" spc="-5"/>
              <a:t> </a:t>
            </a:r>
            <a:r>
              <a:rPr dirty="0" spc="-15"/>
              <a:t>levas</a:t>
            </a:r>
            <a:r>
              <a:rPr dirty="0" spc="-5"/>
              <a:t> </a:t>
            </a:r>
            <a:r>
              <a:rPr dirty="0"/>
              <a:t>o</a:t>
            </a:r>
            <a:r>
              <a:rPr dirty="0" spc="-5"/>
              <a:t> </a:t>
            </a:r>
            <a:r>
              <a:rPr dirty="0" spc="-15"/>
              <a:t>pistones. </a:t>
            </a:r>
            <a:r>
              <a:rPr dirty="0" spc="-10"/>
              <a:t> </a:t>
            </a:r>
            <a:r>
              <a:rPr dirty="0" spc="-5"/>
              <a:t>Ofrecen </a:t>
            </a:r>
            <a:r>
              <a:rPr dirty="0" spc="-25"/>
              <a:t>una</a:t>
            </a:r>
            <a:r>
              <a:rPr dirty="0" spc="-5"/>
              <a:t> </a:t>
            </a:r>
            <a:r>
              <a:rPr dirty="0" spc="-25"/>
              <a:t>gran</a:t>
            </a:r>
            <a:r>
              <a:rPr dirty="0" spc="-5"/>
              <a:t> </a:t>
            </a:r>
            <a:r>
              <a:rPr dirty="0" spc="-10"/>
              <a:t>fuerza</a:t>
            </a:r>
            <a:r>
              <a:rPr dirty="0"/>
              <a:t> </a:t>
            </a:r>
            <a:r>
              <a:rPr dirty="0" spc="-45"/>
              <a:t>y</a:t>
            </a:r>
            <a:r>
              <a:rPr dirty="0" spc="-5"/>
              <a:t> </a:t>
            </a:r>
            <a:r>
              <a:rPr dirty="0" spc="-15"/>
              <a:t>par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salida,</a:t>
            </a:r>
            <a:r>
              <a:rPr dirty="0" spc="5"/>
              <a:t> </a:t>
            </a:r>
            <a:r>
              <a:rPr dirty="0" spc="-5"/>
              <a:t>ideales</a:t>
            </a:r>
            <a:r>
              <a:rPr dirty="0"/>
              <a:t> </a:t>
            </a:r>
            <a:r>
              <a:rPr dirty="0" spc="-20"/>
              <a:t>para</a:t>
            </a:r>
            <a:r>
              <a:rPr dirty="0" spc="-5"/>
              <a:t> </a:t>
            </a:r>
            <a:r>
              <a:rPr dirty="0" spc="-10"/>
              <a:t>aplicaciones</a:t>
            </a:r>
            <a:r>
              <a:rPr dirty="0" spc="-5"/>
              <a:t> </a:t>
            </a:r>
            <a:r>
              <a:rPr dirty="0" spc="-10"/>
              <a:t>que </a:t>
            </a:r>
            <a:r>
              <a:rPr dirty="0" spc="-5"/>
              <a:t> </a:t>
            </a:r>
            <a:r>
              <a:rPr dirty="0" spc="-15"/>
              <a:t>requieren</a:t>
            </a:r>
            <a:r>
              <a:rPr dirty="0" spc="5"/>
              <a:t> </a:t>
            </a:r>
            <a:r>
              <a:rPr dirty="0" spc="-15"/>
              <a:t>alta</a:t>
            </a:r>
            <a:r>
              <a:rPr dirty="0" spc="5"/>
              <a:t> </a:t>
            </a:r>
            <a:r>
              <a:rPr dirty="0" spc="-15"/>
              <a:t>potencia,</a:t>
            </a:r>
            <a:r>
              <a:rPr dirty="0" spc="5"/>
              <a:t> </a:t>
            </a:r>
            <a:r>
              <a:rPr dirty="0" spc="-5"/>
              <a:t>como</a:t>
            </a:r>
            <a:r>
              <a:rPr dirty="0" spc="10"/>
              <a:t> </a:t>
            </a:r>
            <a:r>
              <a:rPr dirty="0" spc="-15"/>
              <a:t>abrir</a:t>
            </a:r>
            <a:r>
              <a:rPr dirty="0" spc="5"/>
              <a:t> </a:t>
            </a:r>
            <a:r>
              <a:rPr dirty="0" spc="-45"/>
              <a:t>y</a:t>
            </a:r>
            <a:r>
              <a:rPr dirty="0" spc="5"/>
              <a:t> </a:t>
            </a:r>
            <a:r>
              <a:rPr dirty="0" spc="-20"/>
              <a:t>cerrar</a:t>
            </a:r>
            <a:r>
              <a:rPr dirty="0" spc="10"/>
              <a:t> </a:t>
            </a:r>
            <a:r>
              <a:rPr dirty="0" spc="-20"/>
              <a:t>válvulas</a:t>
            </a:r>
            <a:r>
              <a:rPr dirty="0" spc="5"/>
              <a:t> </a:t>
            </a:r>
            <a:r>
              <a:rPr dirty="0"/>
              <a:t>o</a:t>
            </a:r>
            <a:r>
              <a:rPr dirty="0" spc="5"/>
              <a:t> </a:t>
            </a:r>
            <a:r>
              <a:rPr dirty="0" spc="-15"/>
              <a:t>mover</a:t>
            </a:r>
            <a:r>
              <a:rPr dirty="0" spc="10"/>
              <a:t> </a:t>
            </a:r>
            <a:r>
              <a:rPr dirty="0" spc="-15"/>
              <a:t>cargas</a:t>
            </a:r>
            <a:r>
              <a:rPr dirty="0" spc="5"/>
              <a:t> </a:t>
            </a:r>
            <a:r>
              <a:rPr dirty="0" spc="-10"/>
              <a:t>pesadas. </a:t>
            </a:r>
            <a:r>
              <a:rPr dirty="0" spc="-320"/>
              <a:t> </a:t>
            </a:r>
            <a:r>
              <a:rPr dirty="0" spc="-20"/>
              <a:t>Son</a:t>
            </a:r>
            <a:r>
              <a:rPr dirty="0" spc="-5"/>
              <a:t> </a:t>
            </a:r>
            <a:r>
              <a:rPr dirty="0" spc="-20"/>
              <a:t>robustos</a:t>
            </a:r>
            <a:r>
              <a:rPr dirty="0"/>
              <a:t> </a:t>
            </a:r>
            <a:r>
              <a:rPr dirty="0" spc="-45"/>
              <a:t>y</a:t>
            </a:r>
            <a:r>
              <a:rPr dirty="0"/>
              <a:t> </a:t>
            </a:r>
            <a:r>
              <a:rPr dirty="0" spc="-15"/>
              <a:t>duraderos,</a:t>
            </a:r>
            <a:r>
              <a:rPr dirty="0"/>
              <a:t> </a:t>
            </a:r>
            <a:r>
              <a:rPr dirty="0" spc="-10"/>
              <a:t>con</a:t>
            </a:r>
            <a:r>
              <a:rPr dirty="0"/>
              <a:t> </a:t>
            </a:r>
            <a:r>
              <a:rPr dirty="0" spc="-25"/>
              <a:t>una</a:t>
            </a:r>
            <a:r>
              <a:rPr dirty="0" spc="-5"/>
              <a:t> </a:t>
            </a:r>
            <a:r>
              <a:rPr dirty="0" spc="-15"/>
              <a:t>larga</a:t>
            </a:r>
            <a:r>
              <a:rPr dirty="0"/>
              <a:t> </a:t>
            </a:r>
            <a:r>
              <a:rPr dirty="0" spc="-20"/>
              <a:t>vida</a:t>
            </a:r>
            <a:r>
              <a:rPr dirty="0"/>
              <a:t> </a:t>
            </a:r>
            <a:r>
              <a:rPr dirty="0" spc="-20"/>
              <a:t>útil,</a:t>
            </a:r>
            <a:r>
              <a:rPr dirty="0"/>
              <a:t> </a:t>
            </a:r>
            <a:r>
              <a:rPr dirty="0" spc="-10"/>
              <a:t>haciéndolos</a:t>
            </a:r>
            <a:r>
              <a:rPr dirty="0"/>
              <a:t> </a:t>
            </a:r>
            <a:r>
              <a:rPr dirty="0" spc="-10"/>
              <a:t>adecuados </a:t>
            </a:r>
            <a:r>
              <a:rPr dirty="0" spc="-5"/>
              <a:t> </a:t>
            </a:r>
            <a:r>
              <a:rPr dirty="0" spc="-20"/>
              <a:t>para</a:t>
            </a:r>
            <a:r>
              <a:rPr dirty="0" spc="-5"/>
              <a:t> </a:t>
            </a:r>
            <a:r>
              <a:rPr dirty="0" spc="-15"/>
              <a:t>entornos</a:t>
            </a:r>
            <a:r>
              <a:rPr dirty="0" spc="-5"/>
              <a:t> </a:t>
            </a:r>
            <a:r>
              <a:rPr dirty="0" spc="-15"/>
              <a:t>industriales</a:t>
            </a:r>
            <a:r>
              <a:rPr dirty="0"/>
              <a:t> </a:t>
            </a:r>
            <a:r>
              <a:rPr dirty="0" spc="-10"/>
              <a:t>exigentes.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911350"/>
            <a:ext cx="46596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"/>
              <a:t>Actuadores</a:t>
            </a:r>
            <a:r>
              <a:rPr dirty="0" spc="-55"/>
              <a:t> </a:t>
            </a:r>
            <a:r>
              <a:rPr dirty="0" spc="10"/>
              <a:t>Neumáticos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2669539"/>
            <a:ext cx="5962650" cy="1787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neumáticos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utilizan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aire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comprimido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generar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movimiento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fuerza.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Roboto"/>
              <a:cs typeface="Roboto"/>
            </a:endParaRPr>
          </a:p>
          <a:p>
            <a:pPr marL="12700" marR="123189">
              <a:lnSpc>
                <a:spcPct val="134300"/>
              </a:lnSpc>
            </a:pP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Son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conocidos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por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su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robustez,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fiabilidad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bajo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mantenimiento,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ideales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entornos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industriales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exigentes.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Ofrecen </a:t>
            </a:r>
            <a:r>
              <a:rPr dirty="0" sz="1350" spc="-25">
                <a:solidFill>
                  <a:srgbClr val="CFD0D8"/>
                </a:solidFill>
                <a:latin typeface="Roboto"/>
                <a:cs typeface="Roboto"/>
              </a:rPr>
              <a:t>una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respuesta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rápida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30">
                <a:solidFill>
                  <a:srgbClr val="CFD0D8"/>
                </a:solidFill>
                <a:latin typeface="Roboto"/>
                <a:cs typeface="Roboto"/>
              </a:rPr>
              <a:t>un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preciso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posición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fuerza.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873125"/>
            <a:ext cx="381635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"/>
              <a:t>Usos </a:t>
            </a:r>
            <a:r>
              <a:rPr dirty="0" spc="15"/>
              <a:t>en</a:t>
            </a:r>
            <a:r>
              <a:rPr dirty="0" spc="-15"/>
              <a:t> </a:t>
            </a:r>
            <a:r>
              <a:rPr dirty="0" spc="-5"/>
              <a:t>la</a:t>
            </a:r>
            <a:r>
              <a:rPr dirty="0" spc="-20"/>
              <a:t> </a:t>
            </a:r>
            <a:r>
              <a:rPr dirty="0" spc="-15"/>
              <a:t>Industria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1704974"/>
            <a:ext cx="2886075" cy="2371725"/>
            <a:chOff x="4886325" y="1704974"/>
            <a:chExt cx="2886075" cy="2371725"/>
          </a:xfrm>
        </p:grpSpPr>
        <p:sp>
          <p:nvSpPr>
            <p:cNvPr id="5" name="object 5"/>
            <p:cNvSpPr/>
            <p:nvPr/>
          </p:nvSpPr>
          <p:spPr>
            <a:xfrm>
              <a:off x="4891087" y="1709737"/>
              <a:ext cx="2876550" cy="2362200"/>
            </a:xfrm>
            <a:custGeom>
              <a:avLst/>
              <a:gdLst/>
              <a:ahLst/>
              <a:cxnLst/>
              <a:rect l="l" t="t" r="r" b="b"/>
              <a:pathLst>
                <a:path w="2876550" h="2362200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306955"/>
                  </a:lnTo>
                  <a:lnTo>
                    <a:pt x="0" y="2310587"/>
                  </a:lnTo>
                  <a:lnTo>
                    <a:pt x="18745" y="2348585"/>
                  </a:lnTo>
                  <a:lnTo>
                    <a:pt x="51612" y="2362200"/>
                  </a:lnTo>
                  <a:lnTo>
                    <a:pt x="2824937" y="2362200"/>
                  </a:lnTo>
                  <a:lnTo>
                    <a:pt x="2862935" y="2343454"/>
                  </a:lnTo>
                  <a:lnTo>
                    <a:pt x="2876550" y="231058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91087" y="1709737"/>
              <a:ext cx="2876550" cy="2362200"/>
            </a:xfrm>
            <a:custGeom>
              <a:avLst/>
              <a:gdLst/>
              <a:ahLst/>
              <a:cxnLst/>
              <a:rect l="l" t="t" r="r" b="b"/>
              <a:pathLst>
                <a:path w="2876550" h="2362200">
                  <a:moveTo>
                    <a:pt x="0" y="23069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50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306955"/>
                  </a:lnTo>
                  <a:lnTo>
                    <a:pt x="2876550" y="2310587"/>
                  </a:lnTo>
                  <a:lnTo>
                    <a:pt x="2876194" y="2314168"/>
                  </a:lnTo>
                  <a:lnTo>
                    <a:pt x="2875483" y="2317737"/>
                  </a:lnTo>
                  <a:lnTo>
                    <a:pt x="2874784" y="2321293"/>
                  </a:lnTo>
                  <a:lnTo>
                    <a:pt x="2860370" y="2346020"/>
                  </a:lnTo>
                  <a:lnTo>
                    <a:pt x="2857804" y="2348585"/>
                  </a:lnTo>
                  <a:lnTo>
                    <a:pt x="2832074" y="2361133"/>
                  </a:lnTo>
                  <a:lnTo>
                    <a:pt x="2828518" y="2361844"/>
                  </a:lnTo>
                  <a:lnTo>
                    <a:pt x="2824937" y="2362200"/>
                  </a:lnTo>
                  <a:lnTo>
                    <a:pt x="2821305" y="2362200"/>
                  </a:lnTo>
                  <a:lnTo>
                    <a:pt x="55245" y="2362200"/>
                  </a:lnTo>
                  <a:lnTo>
                    <a:pt x="51612" y="2362200"/>
                  </a:lnTo>
                  <a:lnTo>
                    <a:pt x="48018" y="2361844"/>
                  </a:lnTo>
                  <a:lnTo>
                    <a:pt x="44462" y="2361133"/>
                  </a:lnTo>
                  <a:lnTo>
                    <a:pt x="40906" y="2360434"/>
                  </a:lnTo>
                  <a:lnTo>
                    <a:pt x="9309" y="2337638"/>
                  </a:lnTo>
                  <a:lnTo>
                    <a:pt x="7289" y="2334628"/>
                  </a:lnTo>
                  <a:lnTo>
                    <a:pt x="1066" y="2317737"/>
                  </a:lnTo>
                  <a:lnTo>
                    <a:pt x="355" y="2314168"/>
                  </a:lnTo>
                  <a:lnTo>
                    <a:pt x="0" y="2310587"/>
                  </a:lnTo>
                  <a:lnTo>
                    <a:pt x="0" y="2306955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054600" y="1868487"/>
            <a:ext cx="2490470" cy="19888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Automatización</a:t>
            </a:r>
            <a:r>
              <a:rPr dirty="0" sz="1650" spc="-4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>
                <a:solidFill>
                  <a:srgbClr val="CFD0D8"/>
                </a:solidFill>
                <a:latin typeface="Roboto Lt"/>
                <a:cs typeface="Roboto Lt"/>
              </a:rPr>
              <a:t>Industrial</a:t>
            </a:r>
            <a:endParaRPr sz="1650">
              <a:latin typeface="Roboto Lt"/>
              <a:cs typeface="Roboto Lt"/>
            </a:endParaRPr>
          </a:p>
          <a:p>
            <a:pPr marL="12700" marR="71755">
              <a:lnSpc>
                <a:spcPct val="133300"/>
              </a:lnSpc>
              <a:spcBef>
                <a:spcPts val="480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Los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se emplean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ampliamente 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automatización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procesos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industriales,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desde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maquinaria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hasta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robots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líneas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producción.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43850" y="1704974"/>
            <a:ext cx="2886075" cy="2371725"/>
            <a:chOff x="7943850" y="1704974"/>
            <a:chExt cx="2886075" cy="2371725"/>
          </a:xfrm>
        </p:grpSpPr>
        <p:sp>
          <p:nvSpPr>
            <p:cNvPr id="9" name="object 9"/>
            <p:cNvSpPr/>
            <p:nvPr/>
          </p:nvSpPr>
          <p:spPr>
            <a:xfrm>
              <a:off x="7948612" y="1709737"/>
              <a:ext cx="2876550" cy="2362200"/>
            </a:xfrm>
            <a:custGeom>
              <a:avLst/>
              <a:gdLst/>
              <a:ahLst/>
              <a:cxnLst/>
              <a:rect l="l" t="t" r="r" b="b"/>
              <a:pathLst>
                <a:path w="2876550" h="2362200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306955"/>
                  </a:lnTo>
                  <a:lnTo>
                    <a:pt x="0" y="2310587"/>
                  </a:lnTo>
                  <a:lnTo>
                    <a:pt x="18745" y="2348585"/>
                  </a:lnTo>
                  <a:lnTo>
                    <a:pt x="51612" y="2362200"/>
                  </a:lnTo>
                  <a:lnTo>
                    <a:pt x="2824937" y="2362200"/>
                  </a:lnTo>
                  <a:lnTo>
                    <a:pt x="2862935" y="2343454"/>
                  </a:lnTo>
                  <a:lnTo>
                    <a:pt x="2876550" y="231058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948612" y="1709737"/>
              <a:ext cx="2876550" cy="2362200"/>
            </a:xfrm>
            <a:custGeom>
              <a:avLst/>
              <a:gdLst/>
              <a:ahLst/>
              <a:cxnLst/>
              <a:rect l="l" t="t" r="r" b="b"/>
              <a:pathLst>
                <a:path w="2876550" h="2362200">
                  <a:moveTo>
                    <a:pt x="0" y="23069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306955"/>
                  </a:lnTo>
                  <a:lnTo>
                    <a:pt x="2876550" y="2310587"/>
                  </a:lnTo>
                  <a:lnTo>
                    <a:pt x="2876194" y="2314168"/>
                  </a:lnTo>
                  <a:lnTo>
                    <a:pt x="2875483" y="2317737"/>
                  </a:lnTo>
                  <a:lnTo>
                    <a:pt x="2874784" y="2321293"/>
                  </a:lnTo>
                  <a:lnTo>
                    <a:pt x="2860370" y="2346020"/>
                  </a:lnTo>
                  <a:lnTo>
                    <a:pt x="2857804" y="2348585"/>
                  </a:lnTo>
                  <a:lnTo>
                    <a:pt x="2832074" y="2361133"/>
                  </a:lnTo>
                  <a:lnTo>
                    <a:pt x="2828518" y="2361844"/>
                  </a:lnTo>
                  <a:lnTo>
                    <a:pt x="2824937" y="2362200"/>
                  </a:lnTo>
                  <a:lnTo>
                    <a:pt x="2821305" y="2362200"/>
                  </a:lnTo>
                  <a:lnTo>
                    <a:pt x="55245" y="2362200"/>
                  </a:lnTo>
                  <a:lnTo>
                    <a:pt x="51612" y="2362200"/>
                  </a:lnTo>
                  <a:lnTo>
                    <a:pt x="48018" y="2361844"/>
                  </a:lnTo>
                  <a:lnTo>
                    <a:pt x="44462" y="2361133"/>
                  </a:lnTo>
                  <a:lnTo>
                    <a:pt x="40906" y="2360434"/>
                  </a:lnTo>
                  <a:lnTo>
                    <a:pt x="16179" y="2346020"/>
                  </a:lnTo>
                  <a:lnTo>
                    <a:pt x="13614" y="2343454"/>
                  </a:lnTo>
                  <a:lnTo>
                    <a:pt x="11328" y="2340660"/>
                  </a:lnTo>
                  <a:lnTo>
                    <a:pt x="9309" y="2337638"/>
                  </a:lnTo>
                  <a:lnTo>
                    <a:pt x="7289" y="2334628"/>
                  </a:lnTo>
                  <a:lnTo>
                    <a:pt x="5588" y="2331453"/>
                  </a:lnTo>
                  <a:lnTo>
                    <a:pt x="4203" y="2328100"/>
                  </a:lnTo>
                  <a:lnTo>
                    <a:pt x="2819" y="2324747"/>
                  </a:lnTo>
                  <a:lnTo>
                    <a:pt x="1765" y="2321293"/>
                  </a:lnTo>
                  <a:lnTo>
                    <a:pt x="1066" y="2317737"/>
                  </a:lnTo>
                  <a:lnTo>
                    <a:pt x="355" y="2314168"/>
                  </a:lnTo>
                  <a:lnTo>
                    <a:pt x="0" y="2310587"/>
                  </a:lnTo>
                  <a:lnTo>
                    <a:pt x="0" y="2306955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112125" y="1868487"/>
            <a:ext cx="2319020" cy="172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CFD0D8"/>
                </a:solidFill>
                <a:latin typeface="Roboto Lt"/>
                <a:cs typeface="Roboto Lt"/>
              </a:rPr>
              <a:t>Industria</a:t>
            </a:r>
            <a:r>
              <a:rPr dirty="0" sz="1650" spc="-2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Automotriz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la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industrial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automotriz,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 accionan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mecanismos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como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limpiaparabrisas,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elevalunas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suspensión.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86325" y="4248150"/>
            <a:ext cx="5943600" cy="1285875"/>
            <a:chOff x="4886325" y="4248150"/>
            <a:chExt cx="5943600" cy="1285875"/>
          </a:xfrm>
        </p:grpSpPr>
        <p:sp>
          <p:nvSpPr>
            <p:cNvPr id="13" name="object 13"/>
            <p:cNvSpPr/>
            <p:nvPr/>
          </p:nvSpPr>
          <p:spPr>
            <a:xfrm>
              <a:off x="4891087" y="4252912"/>
              <a:ext cx="5934075" cy="1276350"/>
            </a:xfrm>
            <a:custGeom>
              <a:avLst/>
              <a:gdLst/>
              <a:ahLst/>
              <a:cxnLst/>
              <a:rect l="l" t="t" r="r" b="b"/>
              <a:pathLst>
                <a:path w="5934075" h="1276350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21106"/>
                  </a:lnTo>
                  <a:lnTo>
                    <a:pt x="0" y="1224732"/>
                  </a:lnTo>
                  <a:lnTo>
                    <a:pt x="18745" y="1262733"/>
                  </a:lnTo>
                  <a:lnTo>
                    <a:pt x="51612" y="1276351"/>
                  </a:lnTo>
                  <a:lnTo>
                    <a:pt x="5882462" y="1276351"/>
                  </a:lnTo>
                  <a:lnTo>
                    <a:pt x="5920460" y="1257603"/>
                  </a:lnTo>
                  <a:lnTo>
                    <a:pt x="5934075" y="122473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91087" y="4252912"/>
              <a:ext cx="5934075" cy="1276350"/>
            </a:xfrm>
            <a:custGeom>
              <a:avLst/>
              <a:gdLst/>
              <a:ahLst/>
              <a:cxnLst/>
              <a:rect l="l" t="t" r="r" b="b"/>
              <a:pathLst>
                <a:path w="5934075" h="1276350">
                  <a:moveTo>
                    <a:pt x="0" y="122110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1221106"/>
                  </a:lnTo>
                  <a:lnTo>
                    <a:pt x="5934075" y="1224732"/>
                  </a:lnTo>
                  <a:lnTo>
                    <a:pt x="5933719" y="1228323"/>
                  </a:lnTo>
                  <a:lnTo>
                    <a:pt x="5933008" y="1231880"/>
                  </a:lnTo>
                  <a:lnTo>
                    <a:pt x="5932309" y="1235438"/>
                  </a:lnTo>
                  <a:lnTo>
                    <a:pt x="5909513" y="1267039"/>
                  </a:lnTo>
                  <a:lnTo>
                    <a:pt x="5906503" y="1269053"/>
                  </a:lnTo>
                  <a:lnTo>
                    <a:pt x="5903328" y="1270755"/>
                  </a:lnTo>
                  <a:lnTo>
                    <a:pt x="5899962" y="1272143"/>
                  </a:lnTo>
                  <a:lnTo>
                    <a:pt x="5896622" y="1273533"/>
                  </a:lnTo>
                  <a:lnTo>
                    <a:pt x="5893168" y="1274579"/>
                  </a:lnTo>
                  <a:lnTo>
                    <a:pt x="5889599" y="1275289"/>
                  </a:lnTo>
                  <a:lnTo>
                    <a:pt x="5886043" y="1275994"/>
                  </a:lnTo>
                  <a:lnTo>
                    <a:pt x="5882462" y="1276351"/>
                  </a:lnTo>
                  <a:lnTo>
                    <a:pt x="5878830" y="1276351"/>
                  </a:lnTo>
                  <a:lnTo>
                    <a:pt x="55245" y="1276351"/>
                  </a:lnTo>
                  <a:lnTo>
                    <a:pt x="51612" y="1276351"/>
                  </a:lnTo>
                  <a:lnTo>
                    <a:pt x="48018" y="1275994"/>
                  </a:lnTo>
                  <a:lnTo>
                    <a:pt x="44462" y="1275289"/>
                  </a:lnTo>
                  <a:lnTo>
                    <a:pt x="40906" y="1274579"/>
                  </a:lnTo>
                  <a:lnTo>
                    <a:pt x="37452" y="1273533"/>
                  </a:lnTo>
                  <a:lnTo>
                    <a:pt x="34099" y="1272143"/>
                  </a:lnTo>
                  <a:lnTo>
                    <a:pt x="30746" y="1270755"/>
                  </a:lnTo>
                  <a:lnTo>
                    <a:pt x="4203" y="1242244"/>
                  </a:lnTo>
                  <a:lnTo>
                    <a:pt x="2819" y="1238891"/>
                  </a:lnTo>
                  <a:lnTo>
                    <a:pt x="1765" y="1235438"/>
                  </a:lnTo>
                  <a:lnTo>
                    <a:pt x="1066" y="1231880"/>
                  </a:lnTo>
                  <a:lnTo>
                    <a:pt x="355" y="1228323"/>
                  </a:lnTo>
                  <a:lnTo>
                    <a:pt x="0" y="1224732"/>
                  </a:lnTo>
                  <a:lnTo>
                    <a:pt x="0" y="1221106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54600" y="4411662"/>
            <a:ext cx="520509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Plantas</a:t>
            </a:r>
            <a:r>
              <a:rPr dirty="0" sz="1650" spc="-2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dirty="0" sz="1650" spc="-2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Energía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plantas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energía,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se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utilizan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controlar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válvulas,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compuertas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refrigeración.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692400"/>
            <a:ext cx="43592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Aplicaciones</a:t>
            </a:r>
            <a:r>
              <a:rPr dirty="0" spc="-55"/>
              <a:t> </a:t>
            </a:r>
            <a:r>
              <a:rPr dirty="0" spc="5"/>
              <a:t>comunes</a:t>
            </a:r>
          </a:p>
        </p:txBody>
      </p:sp>
      <p:sp>
        <p:nvSpPr>
          <p:cNvPr id="4" name="object 4"/>
          <p:cNvSpPr/>
          <p:nvPr/>
        </p:nvSpPr>
        <p:spPr>
          <a:xfrm>
            <a:off x="653653" y="3524250"/>
            <a:ext cx="321945" cy="428625"/>
          </a:xfrm>
          <a:custGeom>
            <a:avLst/>
            <a:gdLst/>
            <a:ahLst/>
            <a:cxnLst/>
            <a:rect l="l" t="t" r="r" b="b"/>
            <a:pathLst>
              <a:path w="321944" h="428625">
                <a:moveTo>
                  <a:pt x="267889" y="0"/>
                </a:moveTo>
                <a:lnTo>
                  <a:pt x="53577" y="0"/>
                </a:lnTo>
                <a:lnTo>
                  <a:pt x="32738" y="4216"/>
                </a:lnTo>
                <a:lnTo>
                  <a:pt x="15706" y="15708"/>
                </a:lnTo>
                <a:lnTo>
                  <a:pt x="4215" y="32741"/>
                </a:lnTo>
                <a:lnTo>
                  <a:pt x="0" y="53581"/>
                </a:lnTo>
                <a:lnTo>
                  <a:pt x="0" y="375043"/>
                </a:lnTo>
                <a:lnTo>
                  <a:pt x="4215" y="395883"/>
                </a:lnTo>
                <a:lnTo>
                  <a:pt x="15706" y="412916"/>
                </a:lnTo>
                <a:lnTo>
                  <a:pt x="32738" y="424408"/>
                </a:lnTo>
                <a:lnTo>
                  <a:pt x="53577" y="428625"/>
                </a:lnTo>
                <a:lnTo>
                  <a:pt x="267889" y="428625"/>
                </a:lnTo>
                <a:lnTo>
                  <a:pt x="288729" y="424408"/>
                </a:lnTo>
                <a:lnTo>
                  <a:pt x="305761" y="412916"/>
                </a:lnTo>
                <a:lnTo>
                  <a:pt x="313233" y="401840"/>
                </a:lnTo>
                <a:lnTo>
                  <a:pt x="53577" y="401840"/>
                </a:lnTo>
                <a:lnTo>
                  <a:pt x="43140" y="399737"/>
                </a:lnTo>
                <a:lnTo>
                  <a:pt x="34625" y="394000"/>
                </a:lnTo>
                <a:lnTo>
                  <a:pt x="28890" y="385483"/>
                </a:lnTo>
                <a:lnTo>
                  <a:pt x="26788" y="375043"/>
                </a:lnTo>
                <a:lnTo>
                  <a:pt x="26788" y="53581"/>
                </a:lnTo>
                <a:lnTo>
                  <a:pt x="28890" y="43141"/>
                </a:lnTo>
                <a:lnTo>
                  <a:pt x="34625" y="34624"/>
                </a:lnTo>
                <a:lnTo>
                  <a:pt x="43140" y="28887"/>
                </a:lnTo>
                <a:lnTo>
                  <a:pt x="53577" y="26784"/>
                </a:lnTo>
                <a:lnTo>
                  <a:pt x="313233" y="26784"/>
                </a:lnTo>
                <a:lnTo>
                  <a:pt x="305761" y="15708"/>
                </a:lnTo>
                <a:lnTo>
                  <a:pt x="288729" y="4216"/>
                </a:lnTo>
                <a:lnTo>
                  <a:pt x="267889" y="0"/>
                </a:lnTo>
                <a:close/>
              </a:path>
              <a:path w="321944" h="428625">
                <a:moveTo>
                  <a:pt x="160733" y="294678"/>
                </a:moveTo>
                <a:lnTo>
                  <a:pt x="139894" y="298894"/>
                </a:lnTo>
                <a:lnTo>
                  <a:pt x="122862" y="310386"/>
                </a:lnTo>
                <a:lnTo>
                  <a:pt x="111371" y="327419"/>
                </a:lnTo>
                <a:lnTo>
                  <a:pt x="107156" y="348259"/>
                </a:lnTo>
                <a:lnTo>
                  <a:pt x="107156" y="401840"/>
                </a:lnTo>
                <a:lnTo>
                  <a:pt x="133944" y="401840"/>
                </a:lnTo>
                <a:lnTo>
                  <a:pt x="133944" y="348259"/>
                </a:lnTo>
                <a:lnTo>
                  <a:pt x="136046" y="337821"/>
                </a:lnTo>
                <a:lnTo>
                  <a:pt x="141782" y="329309"/>
                </a:lnTo>
                <a:lnTo>
                  <a:pt x="150296" y="323575"/>
                </a:lnTo>
                <a:lnTo>
                  <a:pt x="160733" y="321475"/>
                </a:lnTo>
                <a:lnTo>
                  <a:pt x="206086" y="321475"/>
                </a:lnTo>
                <a:lnTo>
                  <a:pt x="198605" y="310386"/>
                </a:lnTo>
                <a:lnTo>
                  <a:pt x="181573" y="298894"/>
                </a:lnTo>
                <a:lnTo>
                  <a:pt x="160733" y="294678"/>
                </a:lnTo>
                <a:close/>
              </a:path>
              <a:path w="321944" h="428625">
                <a:moveTo>
                  <a:pt x="206086" y="321475"/>
                </a:moveTo>
                <a:lnTo>
                  <a:pt x="160733" y="321475"/>
                </a:lnTo>
                <a:lnTo>
                  <a:pt x="171171" y="323575"/>
                </a:lnTo>
                <a:lnTo>
                  <a:pt x="179685" y="329309"/>
                </a:lnTo>
                <a:lnTo>
                  <a:pt x="185421" y="337821"/>
                </a:lnTo>
                <a:lnTo>
                  <a:pt x="187523" y="348259"/>
                </a:lnTo>
                <a:lnTo>
                  <a:pt x="187523" y="401840"/>
                </a:lnTo>
                <a:lnTo>
                  <a:pt x="214312" y="401840"/>
                </a:lnTo>
                <a:lnTo>
                  <a:pt x="214312" y="348259"/>
                </a:lnTo>
                <a:lnTo>
                  <a:pt x="210096" y="327419"/>
                </a:lnTo>
                <a:lnTo>
                  <a:pt x="206086" y="321475"/>
                </a:lnTo>
                <a:close/>
              </a:path>
              <a:path w="321944" h="428625">
                <a:moveTo>
                  <a:pt x="313233" y="26784"/>
                </a:moveTo>
                <a:lnTo>
                  <a:pt x="267889" y="26784"/>
                </a:lnTo>
                <a:lnTo>
                  <a:pt x="278327" y="28887"/>
                </a:lnTo>
                <a:lnTo>
                  <a:pt x="286841" y="34624"/>
                </a:lnTo>
                <a:lnTo>
                  <a:pt x="292577" y="43141"/>
                </a:lnTo>
                <a:lnTo>
                  <a:pt x="294679" y="53581"/>
                </a:lnTo>
                <a:lnTo>
                  <a:pt x="294679" y="375043"/>
                </a:lnTo>
                <a:lnTo>
                  <a:pt x="292577" y="385483"/>
                </a:lnTo>
                <a:lnTo>
                  <a:pt x="286841" y="394000"/>
                </a:lnTo>
                <a:lnTo>
                  <a:pt x="278327" y="399737"/>
                </a:lnTo>
                <a:lnTo>
                  <a:pt x="267889" y="401840"/>
                </a:lnTo>
                <a:lnTo>
                  <a:pt x="313233" y="401840"/>
                </a:lnTo>
                <a:lnTo>
                  <a:pt x="317252" y="395883"/>
                </a:lnTo>
                <a:lnTo>
                  <a:pt x="321468" y="375043"/>
                </a:lnTo>
                <a:lnTo>
                  <a:pt x="321468" y="53581"/>
                </a:lnTo>
                <a:lnTo>
                  <a:pt x="317252" y="32741"/>
                </a:lnTo>
                <a:lnTo>
                  <a:pt x="313233" y="26784"/>
                </a:lnTo>
                <a:close/>
              </a:path>
              <a:path w="321944" h="428625">
                <a:moveTo>
                  <a:pt x="113852" y="187528"/>
                </a:moveTo>
                <a:lnTo>
                  <a:pt x="73668" y="187528"/>
                </a:lnTo>
                <a:lnTo>
                  <a:pt x="65833" y="189101"/>
                </a:lnTo>
                <a:lnTo>
                  <a:pt x="59448" y="193397"/>
                </a:lnTo>
                <a:lnTo>
                  <a:pt x="55151" y="199781"/>
                </a:lnTo>
                <a:lnTo>
                  <a:pt x="53577" y="207619"/>
                </a:lnTo>
                <a:lnTo>
                  <a:pt x="53577" y="247802"/>
                </a:lnTo>
                <a:lnTo>
                  <a:pt x="55151" y="255635"/>
                </a:lnTo>
                <a:lnTo>
                  <a:pt x="59448" y="262020"/>
                </a:lnTo>
                <a:lnTo>
                  <a:pt x="65833" y="266319"/>
                </a:lnTo>
                <a:lnTo>
                  <a:pt x="73668" y="267893"/>
                </a:lnTo>
                <a:lnTo>
                  <a:pt x="113852" y="267893"/>
                </a:lnTo>
                <a:lnTo>
                  <a:pt x="121688" y="266319"/>
                </a:lnTo>
                <a:lnTo>
                  <a:pt x="128073" y="262020"/>
                </a:lnTo>
                <a:lnTo>
                  <a:pt x="132370" y="255635"/>
                </a:lnTo>
                <a:lnTo>
                  <a:pt x="133944" y="247802"/>
                </a:lnTo>
                <a:lnTo>
                  <a:pt x="133944" y="241096"/>
                </a:lnTo>
                <a:lnTo>
                  <a:pt x="80366" y="241096"/>
                </a:lnTo>
                <a:lnTo>
                  <a:pt x="80366" y="214312"/>
                </a:lnTo>
                <a:lnTo>
                  <a:pt x="133944" y="214312"/>
                </a:lnTo>
                <a:lnTo>
                  <a:pt x="133944" y="207619"/>
                </a:lnTo>
                <a:lnTo>
                  <a:pt x="132370" y="199781"/>
                </a:lnTo>
                <a:lnTo>
                  <a:pt x="128073" y="193397"/>
                </a:lnTo>
                <a:lnTo>
                  <a:pt x="121688" y="189101"/>
                </a:lnTo>
                <a:lnTo>
                  <a:pt x="113852" y="187528"/>
                </a:lnTo>
                <a:close/>
              </a:path>
              <a:path w="321944" h="428625">
                <a:moveTo>
                  <a:pt x="247798" y="187528"/>
                </a:moveTo>
                <a:lnTo>
                  <a:pt x="207614" y="187528"/>
                </a:lnTo>
                <a:lnTo>
                  <a:pt x="199778" y="189101"/>
                </a:lnTo>
                <a:lnTo>
                  <a:pt x="193394" y="193397"/>
                </a:lnTo>
                <a:lnTo>
                  <a:pt x="189096" y="199781"/>
                </a:lnTo>
                <a:lnTo>
                  <a:pt x="187523" y="207619"/>
                </a:lnTo>
                <a:lnTo>
                  <a:pt x="187523" y="247802"/>
                </a:lnTo>
                <a:lnTo>
                  <a:pt x="189096" y="255635"/>
                </a:lnTo>
                <a:lnTo>
                  <a:pt x="193394" y="262020"/>
                </a:lnTo>
                <a:lnTo>
                  <a:pt x="199778" y="266319"/>
                </a:lnTo>
                <a:lnTo>
                  <a:pt x="207614" y="267893"/>
                </a:lnTo>
                <a:lnTo>
                  <a:pt x="247798" y="267893"/>
                </a:lnTo>
                <a:lnTo>
                  <a:pt x="255634" y="266319"/>
                </a:lnTo>
                <a:lnTo>
                  <a:pt x="262018" y="262020"/>
                </a:lnTo>
                <a:lnTo>
                  <a:pt x="266316" y="255635"/>
                </a:lnTo>
                <a:lnTo>
                  <a:pt x="267889" y="247802"/>
                </a:lnTo>
                <a:lnTo>
                  <a:pt x="267889" y="241096"/>
                </a:lnTo>
                <a:lnTo>
                  <a:pt x="214312" y="241096"/>
                </a:lnTo>
                <a:lnTo>
                  <a:pt x="214312" y="214312"/>
                </a:lnTo>
                <a:lnTo>
                  <a:pt x="267889" y="214312"/>
                </a:lnTo>
                <a:lnTo>
                  <a:pt x="267889" y="207619"/>
                </a:lnTo>
                <a:lnTo>
                  <a:pt x="266316" y="199781"/>
                </a:lnTo>
                <a:lnTo>
                  <a:pt x="262018" y="193397"/>
                </a:lnTo>
                <a:lnTo>
                  <a:pt x="255634" y="189101"/>
                </a:lnTo>
                <a:lnTo>
                  <a:pt x="247798" y="187528"/>
                </a:lnTo>
                <a:close/>
              </a:path>
              <a:path w="321944" h="428625">
                <a:moveTo>
                  <a:pt x="133944" y="214312"/>
                </a:moveTo>
                <a:lnTo>
                  <a:pt x="107156" y="214312"/>
                </a:lnTo>
                <a:lnTo>
                  <a:pt x="107156" y="241096"/>
                </a:lnTo>
                <a:lnTo>
                  <a:pt x="133944" y="241096"/>
                </a:lnTo>
                <a:lnTo>
                  <a:pt x="133944" y="214312"/>
                </a:lnTo>
                <a:close/>
              </a:path>
              <a:path w="321944" h="428625">
                <a:moveTo>
                  <a:pt x="267889" y="214312"/>
                </a:moveTo>
                <a:lnTo>
                  <a:pt x="241100" y="214312"/>
                </a:lnTo>
                <a:lnTo>
                  <a:pt x="241100" y="241096"/>
                </a:lnTo>
                <a:lnTo>
                  <a:pt x="267889" y="241096"/>
                </a:lnTo>
                <a:lnTo>
                  <a:pt x="267889" y="214312"/>
                </a:lnTo>
                <a:close/>
              </a:path>
              <a:path w="321944" h="428625">
                <a:moveTo>
                  <a:pt x="113852" y="80365"/>
                </a:moveTo>
                <a:lnTo>
                  <a:pt x="73668" y="80365"/>
                </a:lnTo>
                <a:lnTo>
                  <a:pt x="65833" y="81938"/>
                </a:lnTo>
                <a:lnTo>
                  <a:pt x="59448" y="86234"/>
                </a:lnTo>
                <a:lnTo>
                  <a:pt x="55151" y="92618"/>
                </a:lnTo>
                <a:lnTo>
                  <a:pt x="53577" y="100457"/>
                </a:lnTo>
                <a:lnTo>
                  <a:pt x="53577" y="140639"/>
                </a:lnTo>
                <a:lnTo>
                  <a:pt x="55151" y="148477"/>
                </a:lnTo>
                <a:lnTo>
                  <a:pt x="59448" y="154862"/>
                </a:lnTo>
                <a:lnTo>
                  <a:pt x="65833" y="159158"/>
                </a:lnTo>
                <a:lnTo>
                  <a:pt x="73668" y="160731"/>
                </a:lnTo>
                <a:lnTo>
                  <a:pt x="113852" y="160731"/>
                </a:lnTo>
                <a:lnTo>
                  <a:pt x="121688" y="159158"/>
                </a:lnTo>
                <a:lnTo>
                  <a:pt x="128073" y="154862"/>
                </a:lnTo>
                <a:lnTo>
                  <a:pt x="132370" y="148477"/>
                </a:lnTo>
                <a:lnTo>
                  <a:pt x="133944" y="140639"/>
                </a:lnTo>
                <a:lnTo>
                  <a:pt x="133944" y="133946"/>
                </a:lnTo>
                <a:lnTo>
                  <a:pt x="80366" y="133946"/>
                </a:lnTo>
                <a:lnTo>
                  <a:pt x="80366" y="107162"/>
                </a:lnTo>
                <a:lnTo>
                  <a:pt x="133944" y="107162"/>
                </a:lnTo>
                <a:lnTo>
                  <a:pt x="133944" y="100457"/>
                </a:lnTo>
                <a:lnTo>
                  <a:pt x="132370" y="92618"/>
                </a:lnTo>
                <a:lnTo>
                  <a:pt x="128073" y="86234"/>
                </a:lnTo>
                <a:lnTo>
                  <a:pt x="121688" y="81938"/>
                </a:lnTo>
                <a:lnTo>
                  <a:pt x="113852" y="80365"/>
                </a:lnTo>
                <a:close/>
              </a:path>
              <a:path w="321944" h="428625">
                <a:moveTo>
                  <a:pt x="247798" y="80365"/>
                </a:moveTo>
                <a:lnTo>
                  <a:pt x="207614" y="80365"/>
                </a:lnTo>
                <a:lnTo>
                  <a:pt x="199778" y="81938"/>
                </a:lnTo>
                <a:lnTo>
                  <a:pt x="193394" y="86234"/>
                </a:lnTo>
                <a:lnTo>
                  <a:pt x="189096" y="92618"/>
                </a:lnTo>
                <a:lnTo>
                  <a:pt x="187523" y="100457"/>
                </a:lnTo>
                <a:lnTo>
                  <a:pt x="187523" y="140639"/>
                </a:lnTo>
                <a:lnTo>
                  <a:pt x="189096" y="148477"/>
                </a:lnTo>
                <a:lnTo>
                  <a:pt x="193394" y="154862"/>
                </a:lnTo>
                <a:lnTo>
                  <a:pt x="199778" y="159158"/>
                </a:lnTo>
                <a:lnTo>
                  <a:pt x="207614" y="160731"/>
                </a:lnTo>
                <a:lnTo>
                  <a:pt x="247798" y="160731"/>
                </a:lnTo>
                <a:lnTo>
                  <a:pt x="255634" y="159158"/>
                </a:lnTo>
                <a:lnTo>
                  <a:pt x="262018" y="154862"/>
                </a:lnTo>
                <a:lnTo>
                  <a:pt x="266316" y="148477"/>
                </a:lnTo>
                <a:lnTo>
                  <a:pt x="267889" y="140639"/>
                </a:lnTo>
                <a:lnTo>
                  <a:pt x="267889" y="133946"/>
                </a:lnTo>
                <a:lnTo>
                  <a:pt x="214312" y="133946"/>
                </a:lnTo>
                <a:lnTo>
                  <a:pt x="214312" y="107162"/>
                </a:lnTo>
                <a:lnTo>
                  <a:pt x="267889" y="107162"/>
                </a:lnTo>
                <a:lnTo>
                  <a:pt x="267889" y="100457"/>
                </a:lnTo>
                <a:lnTo>
                  <a:pt x="266316" y="92618"/>
                </a:lnTo>
                <a:lnTo>
                  <a:pt x="262018" y="86234"/>
                </a:lnTo>
                <a:lnTo>
                  <a:pt x="255634" y="81938"/>
                </a:lnTo>
                <a:lnTo>
                  <a:pt x="247798" y="80365"/>
                </a:lnTo>
                <a:close/>
              </a:path>
              <a:path w="321944" h="428625">
                <a:moveTo>
                  <a:pt x="133944" y="107162"/>
                </a:moveTo>
                <a:lnTo>
                  <a:pt x="107156" y="107162"/>
                </a:lnTo>
                <a:lnTo>
                  <a:pt x="107156" y="133946"/>
                </a:lnTo>
                <a:lnTo>
                  <a:pt x="133944" y="133946"/>
                </a:lnTo>
                <a:lnTo>
                  <a:pt x="133944" y="107162"/>
                </a:lnTo>
                <a:close/>
              </a:path>
              <a:path w="321944" h="428625">
                <a:moveTo>
                  <a:pt x="267889" y="107162"/>
                </a:moveTo>
                <a:lnTo>
                  <a:pt x="241100" y="107162"/>
                </a:lnTo>
                <a:lnTo>
                  <a:pt x="241100" y="133946"/>
                </a:lnTo>
                <a:lnTo>
                  <a:pt x="267889" y="133946"/>
                </a:lnTo>
                <a:lnTo>
                  <a:pt x="267889" y="107162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7375" y="4106862"/>
            <a:ext cx="3061970" cy="171259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Sistemas</a:t>
            </a:r>
            <a:r>
              <a:rPr dirty="0" sz="1650" spc="-1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dirty="0" sz="1650" spc="-2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Automatización</a:t>
            </a:r>
            <a:r>
              <a:rPr dirty="0" sz="1650" spc="-2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de </a:t>
            </a:r>
            <a:r>
              <a:rPr dirty="0" sz="1650" spc="-39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Edificios</a:t>
            </a:r>
            <a:endParaRPr sz="1650">
              <a:latin typeface="Roboto Lt"/>
              <a:cs typeface="Roboto Lt"/>
            </a:endParaRPr>
          </a:p>
          <a:p>
            <a:pPr marL="12700" marR="99060">
              <a:lnSpc>
                <a:spcPct val="132700"/>
              </a:lnSpc>
              <a:spcBef>
                <a:spcPts val="565"/>
              </a:spcBef>
            </a:pP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En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automatización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edificios,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los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controlan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climatización,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seguridad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acceso.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95750" y="3551034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20764" y="80378"/>
                </a:moveTo>
                <a:lnTo>
                  <a:pt x="6032" y="80378"/>
                </a:lnTo>
                <a:lnTo>
                  <a:pt x="0" y="86398"/>
                </a:lnTo>
                <a:lnTo>
                  <a:pt x="0" y="294690"/>
                </a:lnTo>
                <a:lnTo>
                  <a:pt x="8419" y="336400"/>
                </a:lnTo>
                <a:lnTo>
                  <a:pt x="31383" y="370459"/>
                </a:lnTo>
                <a:lnTo>
                  <a:pt x="65445" y="393421"/>
                </a:lnTo>
                <a:lnTo>
                  <a:pt x="107162" y="401840"/>
                </a:lnTo>
                <a:lnTo>
                  <a:pt x="261861" y="401840"/>
                </a:lnTo>
                <a:lnTo>
                  <a:pt x="267893" y="395808"/>
                </a:lnTo>
                <a:lnTo>
                  <a:pt x="267893" y="381076"/>
                </a:lnTo>
                <a:lnTo>
                  <a:pt x="261861" y="375056"/>
                </a:lnTo>
                <a:lnTo>
                  <a:pt x="107162" y="375056"/>
                </a:lnTo>
                <a:lnTo>
                  <a:pt x="75883" y="368737"/>
                </a:lnTo>
                <a:lnTo>
                  <a:pt x="50333" y="351509"/>
                </a:lnTo>
                <a:lnTo>
                  <a:pt x="33103" y="325962"/>
                </a:lnTo>
                <a:lnTo>
                  <a:pt x="26784" y="294690"/>
                </a:lnTo>
                <a:lnTo>
                  <a:pt x="26784" y="86398"/>
                </a:lnTo>
                <a:lnTo>
                  <a:pt x="20764" y="80378"/>
                </a:lnTo>
                <a:close/>
              </a:path>
              <a:path w="401954" h="401954">
                <a:moveTo>
                  <a:pt x="348259" y="0"/>
                </a:moveTo>
                <a:lnTo>
                  <a:pt x="133946" y="0"/>
                </a:lnTo>
                <a:lnTo>
                  <a:pt x="113107" y="4216"/>
                </a:lnTo>
                <a:lnTo>
                  <a:pt x="96073" y="15708"/>
                </a:lnTo>
                <a:lnTo>
                  <a:pt x="84581" y="32741"/>
                </a:lnTo>
                <a:lnTo>
                  <a:pt x="80365" y="53581"/>
                </a:lnTo>
                <a:lnTo>
                  <a:pt x="80365" y="267893"/>
                </a:lnTo>
                <a:lnTo>
                  <a:pt x="84581" y="288733"/>
                </a:lnTo>
                <a:lnTo>
                  <a:pt x="96073" y="305766"/>
                </a:lnTo>
                <a:lnTo>
                  <a:pt x="113107" y="317258"/>
                </a:lnTo>
                <a:lnTo>
                  <a:pt x="133946" y="321475"/>
                </a:lnTo>
                <a:lnTo>
                  <a:pt x="299288" y="321475"/>
                </a:lnTo>
                <a:lnTo>
                  <a:pt x="337259" y="305766"/>
                </a:lnTo>
                <a:lnTo>
                  <a:pt x="348335" y="294690"/>
                </a:lnTo>
                <a:lnTo>
                  <a:pt x="133946" y="294690"/>
                </a:lnTo>
                <a:lnTo>
                  <a:pt x="123509" y="292587"/>
                </a:lnTo>
                <a:lnTo>
                  <a:pt x="114996" y="286850"/>
                </a:lnTo>
                <a:lnTo>
                  <a:pt x="109263" y="278333"/>
                </a:lnTo>
                <a:lnTo>
                  <a:pt x="107162" y="267893"/>
                </a:lnTo>
                <a:lnTo>
                  <a:pt x="107162" y="53581"/>
                </a:lnTo>
                <a:lnTo>
                  <a:pt x="109263" y="43143"/>
                </a:lnTo>
                <a:lnTo>
                  <a:pt x="114996" y="34631"/>
                </a:lnTo>
                <a:lnTo>
                  <a:pt x="123509" y="28897"/>
                </a:lnTo>
                <a:lnTo>
                  <a:pt x="133946" y="26797"/>
                </a:lnTo>
                <a:lnTo>
                  <a:pt x="393613" y="26797"/>
                </a:lnTo>
                <a:lnTo>
                  <a:pt x="386132" y="15708"/>
                </a:lnTo>
                <a:lnTo>
                  <a:pt x="369099" y="4216"/>
                </a:lnTo>
                <a:lnTo>
                  <a:pt x="348259" y="0"/>
                </a:lnTo>
                <a:close/>
              </a:path>
              <a:path w="401954" h="401954">
                <a:moveTo>
                  <a:pt x="393613" y="26797"/>
                </a:moveTo>
                <a:lnTo>
                  <a:pt x="348259" y="26797"/>
                </a:lnTo>
                <a:lnTo>
                  <a:pt x="358697" y="28897"/>
                </a:lnTo>
                <a:lnTo>
                  <a:pt x="367209" y="34631"/>
                </a:lnTo>
                <a:lnTo>
                  <a:pt x="372942" y="43143"/>
                </a:lnTo>
                <a:lnTo>
                  <a:pt x="375043" y="53581"/>
                </a:lnTo>
                <a:lnTo>
                  <a:pt x="375043" y="226034"/>
                </a:lnTo>
                <a:lnTo>
                  <a:pt x="372198" y="232816"/>
                </a:lnTo>
                <a:lnTo>
                  <a:pt x="313182" y="291833"/>
                </a:lnTo>
                <a:lnTo>
                  <a:pt x="306400" y="294690"/>
                </a:lnTo>
                <a:lnTo>
                  <a:pt x="348335" y="294690"/>
                </a:lnTo>
                <a:lnTo>
                  <a:pt x="386181" y="256844"/>
                </a:lnTo>
                <a:lnTo>
                  <a:pt x="401840" y="218922"/>
                </a:lnTo>
                <a:lnTo>
                  <a:pt x="401840" y="53581"/>
                </a:lnTo>
                <a:lnTo>
                  <a:pt x="397624" y="32741"/>
                </a:lnTo>
                <a:lnTo>
                  <a:pt x="393613" y="26797"/>
                </a:lnTo>
                <a:close/>
              </a:path>
              <a:path w="401954" h="401954">
                <a:moveTo>
                  <a:pt x="254495" y="66979"/>
                </a:moveTo>
                <a:lnTo>
                  <a:pt x="227711" y="66979"/>
                </a:lnTo>
                <a:lnTo>
                  <a:pt x="217271" y="69080"/>
                </a:lnTo>
                <a:lnTo>
                  <a:pt x="208754" y="74814"/>
                </a:lnTo>
                <a:lnTo>
                  <a:pt x="203016" y="83326"/>
                </a:lnTo>
                <a:lnTo>
                  <a:pt x="200914" y="93764"/>
                </a:lnTo>
                <a:lnTo>
                  <a:pt x="200914" y="120561"/>
                </a:lnTo>
                <a:lnTo>
                  <a:pt x="174129" y="120561"/>
                </a:lnTo>
                <a:lnTo>
                  <a:pt x="163692" y="122661"/>
                </a:lnTo>
                <a:lnTo>
                  <a:pt x="155179" y="128395"/>
                </a:lnTo>
                <a:lnTo>
                  <a:pt x="149446" y="136907"/>
                </a:lnTo>
                <a:lnTo>
                  <a:pt x="147345" y="147345"/>
                </a:lnTo>
                <a:lnTo>
                  <a:pt x="147345" y="174129"/>
                </a:lnTo>
                <a:lnTo>
                  <a:pt x="149446" y="184569"/>
                </a:lnTo>
                <a:lnTo>
                  <a:pt x="155179" y="193086"/>
                </a:lnTo>
                <a:lnTo>
                  <a:pt x="163692" y="198823"/>
                </a:lnTo>
                <a:lnTo>
                  <a:pt x="174129" y="200926"/>
                </a:lnTo>
                <a:lnTo>
                  <a:pt x="200914" y="200926"/>
                </a:lnTo>
                <a:lnTo>
                  <a:pt x="200914" y="227711"/>
                </a:lnTo>
                <a:lnTo>
                  <a:pt x="203016" y="238150"/>
                </a:lnTo>
                <a:lnTo>
                  <a:pt x="208754" y="246667"/>
                </a:lnTo>
                <a:lnTo>
                  <a:pt x="217271" y="252405"/>
                </a:lnTo>
                <a:lnTo>
                  <a:pt x="227711" y="254508"/>
                </a:lnTo>
                <a:lnTo>
                  <a:pt x="254495" y="254508"/>
                </a:lnTo>
                <a:lnTo>
                  <a:pt x="264932" y="252405"/>
                </a:lnTo>
                <a:lnTo>
                  <a:pt x="273445" y="246667"/>
                </a:lnTo>
                <a:lnTo>
                  <a:pt x="279178" y="238150"/>
                </a:lnTo>
                <a:lnTo>
                  <a:pt x="281279" y="227711"/>
                </a:lnTo>
                <a:lnTo>
                  <a:pt x="227711" y="227711"/>
                </a:lnTo>
                <a:lnTo>
                  <a:pt x="227711" y="180162"/>
                </a:lnTo>
                <a:lnTo>
                  <a:pt x="221678" y="174129"/>
                </a:lnTo>
                <a:lnTo>
                  <a:pt x="174129" y="174129"/>
                </a:lnTo>
                <a:lnTo>
                  <a:pt x="174129" y="147345"/>
                </a:lnTo>
                <a:lnTo>
                  <a:pt x="217830" y="147345"/>
                </a:lnTo>
                <a:lnTo>
                  <a:pt x="221259" y="145923"/>
                </a:lnTo>
                <a:lnTo>
                  <a:pt x="226288" y="140893"/>
                </a:lnTo>
                <a:lnTo>
                  <a:pt x="227711" y="137464"/>
                </a:lnTo>
                <a:lnTo>
                  <a:pt x="227711" y="93764"/>
                </a:lnTo>
                <a:lnTo>
                  <a:pt x="281279" y="93764"/>
                </a:lnTo>
                <a:lnTo>
                  <a:pt x="279178" y="83326"/>
                </a:lnTo>
                <a:lnTo>
                  <a:pt x="273445" y="74814"/>
                </a:lnTo>
                <a:lnTo>
                  <a:pt x="264932" y="69080"/>
                </a:lnTo>
                <a:lnTo>
                  <a:pt x="254495" y="66979"/>
                </a:lnTo>
                <a:close/>
              </a:path>
              <a:path w="401954" h="401954">
                <a:moveTo>
                  <a:pt x="281279" y="93764"/>
                </a:moveTo>
                <a:lnTo>
                  <a:pt x="254495" y="93764"/>
                </a:lnTo>
                <a:lnTo>
                  <a:pt x="254495" y="141312"/>
                </a:lnTo>
                <a:lnTo>
                  <a:pt x="260527" y="147345"/>
                </a:lnTo>
                <a:lnTo>
                  <a:pt x="308076" y="147345"/>
                </a:lnTo>
                <a:lnTo>
                  <a:pt x="308076" y="174129"/>
                </a:lnTo>
                <a:lnTo>
                  <a:pt x="260527" y="174129"/>
                </a:lnTo>
                <a:lnTo>
                  <a:pt x="254495" y="180162"/>
                </a:lnTo>
                <a:lnTo>
                  <a:pt x="254495" y="227711"/>
                </a:lnTo>
                <a:lnTo>
                  <a:pt x="281279" y="227711"/>
                </a:lnTo>
                <a:lnTo>
                  <a:pt x="281279" y="200926"/>
                </a:lnTo>
                <a:lnTo>
                  <a:pt x="308076" y="200926"/>
                </a:lnTo>
                <a:lnTo>
                  <a:pt x="318514" y="198823"/>
                </a:lnTo>
                <a:lnTo>
                  <a:pt x="327026" y="193086"/>
                </a:lnTo>
                <a:lnTo>
                  <a:pt x="332760" y="184569"/>
                </a:lnTo>
                <a:lnTo>
                  <a:pt x="334860" y="174129"/>
                </a:lnTo>
                <a:lnTo>
                  <a:pt x="334860" y="147345"/>
                </a:lnTo>
                <a:lnTo>
                  <a:pt x="332760" y="136907"/>
                </a:lnTo>
                <a:lnTo>
                  <a:pt x="327026" y="128395"/>
                </a:lnTo>
                <a:lnTo>
                  <a:pt x="318514" y="122661"/>
                </a:lnTo>
                <a:lnTo>
                  <a:pt x="308076" y="120561"/>
                </a:lnTo>
                <a:lnTo>
                  <a:pt x="281279" y="120561"/>
                </a:lnTo>
                <a:lnTo>
                  <a:pt x="281279" y="93764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83050" y="4106862"/>
            <a:ext cx="323278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CFD0D8"/>
                </a:solidFill>
                <a:latin typeface="Roboto Lt"/>
                <a:cs typeface="Roboto Lt"/>
              </a:rPr>
              <a:t>Industria</a:t>
            </a:r>
            <a:r>
              <a:rPr dirty="0" sz="1650" spc="-1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Médica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En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industria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médica,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se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utilizan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 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prótesis,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equipos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rehabilitación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dispositivos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de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asistencia.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91425" y="3567112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300037" y="64300"/>
                </a:moveTo>
                <a:lnTo>
                  <a:pt x="128587" y="64300"/>
                </a:lnTo>
                <a:lnTo>
                  <a:pt x="103567" y="69353"/>
                </a:lnTo>
                <a:lnTo>
                  <a:pt x="83132" y="83132"/>
                </a:lnTo>
                <a:lnTo>
                  <a:pt x="69353" y="103567"/>
                </a:lnTo>
                <a:lnTo>
                  <a:pt x="64300" y="128587"/>
                </a:lnTo>
                <a:lnTo>
                  <a:pt x="64300" y="278612"/>
                </a:lnTo>
                <a:lnTo>
                  <a:pt x="69353" y="303627"/>
                </a:lnTo>
                <a:lnTo>
                  <a:pt x="83132" y="324062"/>
                </a:lnTo>
                <a:lnTo>
                  <a:pt x="103567" y="337845"/>
                </a:lnTo>
                <a:lnTo>
                  <a:pt x="128587" y="342900"/>
                </a:lnTo>
                <a:lnTo>
                  <a:pt x="300037" y="342900"/>
                </a:lnTo>
                <a:lnTo>
                  <a:pt x="325059" y="337845"/>
                </a:lnTo>
                <a:lnTo>
                  <a:pt x="345498" y="324062"/>
                </a:lnTo>
                <a:lnTo>
                  <a:pt x="347244" y="321475"/>
                </a:lnTo>
                <a:lnTo>
                  <a:pt x="128587" y="321475"/>
                </a:lnTo>
                <a:lnTo>
                  <a:pt x="111913" y="318101"/>
                </a:lnTo>
                <a:lnTo>
                  <a:pt x="98288" y="308906"/>
                </a:lnTo>
                <a:lnTo>
                  <a:pt x="89096" y="295280"/>
                </a:lnTo>
                <a:lnTo>
                  <a:pt x="85725" y="278612"/>
                </a:lnTo>
                <a:lnTo>
                  <a:pt x="85725" y="128587"/>
                </a:lnTo>
                <a:lnTo>
                  <a:pt x="89096" y="111913"/>
                </a:lnTo>
                <a:lnTo>
                  <a:pt x="98288" y="98288"/>
                </a:lnTo>
                <a:lnTo>
                  <a:pt x="111913" y="89096"/>
                </a:lnTo>
                <a:lnTo>
                  <a:pt x="128587" y="85725"/>
                </a:lnTo>
                <a:lnTo>
                  <a:pt x="347247" y="85725"/>
                </a:lnTo>
                <a:lnTo>
                  <a:pt x="345498" y="83132"/>
                </a:lnTo>
                <a:lnTo>
                  <a:pt x="325059" y="69353"/>
                </a:lnTo>
                <a:lnTo>
                  <a:pt x="300037" y="64300"/>
                </a:lnTo>
                <a:close/>
              </a:path>
              <a:path w="428625" h="342900">
                <a:moveTo>
                  <a:pt x="347247" y="85725"/>
                </a:moveTo>
                <a:lnTo>
                  <a:pt x="300037" y="85725"/>
                </a:lnTo>
                <a:lnTo>
                  <a:pt x="316705" y="89096"/>
                </a:lnTo>
                <a:lnTo>
                  <a:pt x="330331" y="98288"/>
                </a:lnTo>
                <a:lnTo>
                  <a:pt x="339526" y="111913"/>
                </a:lnTo>
                <a:lnTo>
                  <a:pt x="342900" y="128587"/>
                </a:lnTo>
                <a:lnTo>
                  <a:pt x="342900" y="278612"/>
                </a:lnTo>
                <a:lnTo>
                  <a:pt x="339526" y="295280"/>
                </a:lnTo>
                <a:lnTo>
                  <a:pt x="330331" y="308906"/>
                </a:lnTo>
                <a:lnTo>
                  <a:pt x="316705" y="318101"/>
                </a:lnTo>
                <a:lnTo>
                  <a:pt x="300037" y="321475"/>
                </a:lnTo>
                <a:lnTo>
                  <a:pt x="347244" y="321475"/>
                </a:lnTo>
                <a:lnTo>
                  <a:pt x="359282" y="303627"/>
                </a:lnTo>
                <a:lnTo>
                  <a:pt x="364337" y="278612"/>
                </a:lnTo>
                <a:lnTo>
                  <a:pt x="364337" y="128587"/>
                </a:lnTo>
                <a:lnTo>
                  <a:pt x="359282" y="103567"/>
                </a:lnTo>
                <a:lnTo>
                  <a:pt x="347247" y="85725"/>
                </a:lnTo>
                <a:close/>
              </a:path>
              <a:path w="428625" h="342900">
                <a:moveTo>
                  <a:pt x="166624" y="257175"/>
                </a:moveTo>
                <a:lnTo>
                  <a:pt x="133413" y="257175"/>
                </a:lnTo>
                <a:lnTo>
                  <a:pt x="128587" y="262001"/>
                </a:lnTo>
                <a:lnTo>
                  <a:pt x="128587" y="273786"/>
                </a:lnTo>
                <a:lnTo>
                  <a:pt x="133413" y="278612"/>
                </a:lnTo>
                <a:lnTo>
                  <a:pt x="166624" y="278612"/>
                </a:lnTo>
                <a:lnTo>
                  <a:pt x="171450" y="273786"/>
                </a:lnTo>
                <a:lnTo>
                  <a:pt x="171450" y="262001"/>
                </a:lnTo>
                <a:lnTo>
                  <a:pt x="166624" y="257175"/>
                </a:lnTo>
                <a:close/>
              </a:path>
              <a:path w="428625" h="342900">
                <a:moveTo>
                  <a:pt x="230924" y="257175"/>
                </a:moveTo>
                <a:lnTo>
                  <a:pt x="197700" y="257175"/>
                </a:lnTo>
                <a:lnTo>
                  <a:pt x="192887" y="262001"/>
                </a:lnTo>
                <a:lnTo>
                  <a:pt x="192887" y="273786"/>
                </a:lnTo>
                <a:lnTo>
                  <a:pt x="197700" y="278612"/>
                </a:lnTo>
                <a:lnTo>
                  <a:pt x="230924" y="278612"/>
                </a:lnTo>
                <a:lnTo>
                  <a:pt x="235750" y="273786"/>
                </a:lnTo>
                <a:lnTo>
                  <a:pt x="235750" y="262001"/>
                </a:lnTo>
                <a:lnTo>
                  <a:pt x="230924" y="257175"/>
                </a:lnTo>
                <a:close/>
              </a:path>
              <a:path w="428625" h="342900">
                <a:moveTo>
                  <a:pt x="295211" y="257175"/>
                </a:moveTo>
                <a:lnTo>
                  <a:pt x="262001" y="257175"/>
                </a:lnTo>
                <a:lnTo>
                  <a:pt x="257175" y="262001"/>
                </a:lnTo>
                <a:lnTo>
                  <a:pt x="257175" y="273786"/>
                </a:lnTo>
                <a:lnTo>
                  <a:pt x="262001" y="278612"/>
                </a:lnTo>
                <a:lnTo>
                  <a:pt x="295211" y="278612"/>
                </a:lnTo>
                <a:lnTo>
                  <a:pt x="300037" y="273786"/>
                </a:lnTo>
                <a:lnTo>
                  <a:pt x="300037" y="262001"/>
                </a:lnTo>
                <a:lnTo>
                  <a:pt x="295211" y="257175"/>
                </a:lnTo>
                <a:close/>
              </a:path>
              <a:path w="428625" h="342900">
                <a:moveTo>
                  <a:pt x="155702" y="128587"/>
                </a:moveTo>
                <a:lnTo>
                  <a:pt x="144335" y="128587"/>
                </a:lnTo>
                <a:lnTo>
                  <a:pt x="138861" y="129679"/>
                </a:lnTo>
                <a:lnTo>
                  <a:pt x="108242" y="160299"/>
                </a:lnTo>
                <a:lnTo>
                  <a:pt x="107162" y="165760"/>
                </a:lnTo>
                <a:lnTo>
                  <a:pt x="107162" y="177126"/>
                </a:lnTo>
                <a:lnTo>
                  <a:pt x="128358" y="208876"/>
                </a:lnTo>
                <a:lnTo>
                  <a:pt x="144335" y="214312"/>
                </a:lnTo>
                <a:lnTo>
                  <a:pt x="155702" y="214312"/>
                </a:lnTo>
                <a:lnTo>
                  <a:pt x="187439" y="193103"/>
                </a:lnTo>
                <a:lnTo>
                  <a:pt x="187528" y="192887"/>
                </a:lnTo>
                <a:lnTo>
                  <a:pt x="147180" y="192887"/>
                </a:lnTo>
                <a:lnTo>
                  <a:pt x="144437" y="192341"/>
                </a:lnTo>
                <a:lnTo>
                  <a:pt x="128587" y="174294"/>
                </a:lnTo>
                <a:lnTo>
                  <a:pt x="128587" y="168605"/>
                </a:lnTo>
                <a:lnTo>
                  <a:pt x="147180" y="150025"/>
                </a:lnTo>
                <a:lnTo>
                  <a:pt x="187534" y="150025"/>
                </a:lnTo>
                <a:lnTo>
                  <a:pt x="187439" y="149796"/>
                </a:lnTo>
                <a:lnTo>
                  <a:pt x="184340" y="145161"/>
                </a:lnTo>
                <a:lnTo>
                  <a:pt x="176301" y="137121"/>
                </a:lnTo>
                <a:lnTo>
                  <a:pt x="171678" y="134023"/>
                </a:lnTo>
                <a:lnTo>
                  <a:pt x="161175" y="129679"/>
                </a:lnTo>
                <a:lnTo>
                  <a:pt x="155702" y="128587"/>
                </a:lnTo>
                <a:close/>
              </a:path>
              <a:path w="428625" h="342900">
                <a:moveTo>
                  <a:pt x="284289" y="128587"/>
                </a:moveTo>
                <a:lnTo>
                  <a:pt x="272923" y="128587"/>
                </a:lnTo>
                <a:lnTo>
                  <a:pt x="267449" y="129679"/>
                </a:lnTo>
                <a:lnTo>
                  <a:pt x="236829" y="160299"/>
                </a:lnTo>
                <a:lnTo>
                  <a:pt x="235750" y="165760"/>
                </a:lnTo>
                <a:lnTo>
                  <a:pt x="235750" y="177126"/>
                </a:lnTo>
                <a:lnTo>
                  <a:pt x="256946" y="208876"/>
                </a:lnTo>
                <a:lnTo>
                  <a:pt x="272923" y="214312"/>
                </a:lnTo>
                <a:lnTo>
                  <a:pt x="284289" y="214312"/>
                </a:lnTo>
                <a:lnTo>
                  <a:pt x="316026" y="193103"/>
                </a:lnTo>
                <a:lnTo>
                  <a:pt x="316116" y="192887"/>
                </a:lnTo>
                <a:lnTo>
                  <a:pt x="275767" y="192887"/>
                </a:lnTo>
                <a:lnTo>
                  <a:pt x="273024" y="192341"/>
                </a:lnTo>
                <a:lnTo>
                  <a:pt x="257175" y="174294"/>
                </a:lnTo>
                <a:lnTo>
                  <a:pt x="257175" y="168605"/>
                </a:lnTo>
                <a:lnTo>
                  <a:pt x="275767" y="150025"/>
                </a:lnTo>
                <a:lnTo>
                  <a:pt x="316121" y="150025"/>
                </a:lnTo>
                <a:lnTo>
                  <a:pt x="316026" y="149796"/>
                </a:lnTo>
                <a:lnTo>
                  <a:pt x="312928" y="145161"/>
                </a:lnTo>
                <a:lnTo>
                  <a:pt x="304888" y="137121"/>
                </a:lnTo>
                <a:lnTo>
                  <a:pt x="300266" y="134023"/>
                </a:lnTo>
                <a:lnTo>
                  <a:pt x="289763" y="129679"/>
                </a:lnTo>
                <a:lnTo>
                  <a:pt x="284289" y="128587"/>
                </a:lnTo>
                <a:close/>
              </a:path>
              <a:path w="428625" h="342900">
                <a:moveTo>
                  <a:pt x="187534" y="150025"/>
                </a:moveTo>
                <a:lnTo>
                  <a:pt x="152857" y="150025"/>
                </a:lnTo>
                <a:lnTo>
                  <a:pt x="155600" y="150558"/>
                </a:lnTo>
                <a:lnTo>
                  <a:pt x="160845" y="152742"/>
                </a:lnTo>
                <a:lnTo>
                  <a:pt x="171450" y="168605"/>
                </a:lnTo>
                <a:lnTo>
                  <a:pt x="171450" y="174294"/>
                </a:lnTo>
                <a:lnTo>
                  <a:pt x="152857" y="192887"/>
                </a:lnTo>
                <a:lnTo>
                  <a:pt x="187528" y="192887"/>
                </a:lnTo>
                <a:lnTo>
                  <a:pt x="191795" y="182600"/>
                </a:lnTo>
                <a:lnTo>
                  <a:pt x="192887" y="177126"/>
                </a:lnTo>
                <a:lnTo>
                  <a:pt x="192887" y="165760"/>
                </a:lnTo>
                <a:lnTo>
                  <a:pt x="191795" y="160299"/>
                </a:lnTo>
                <a:lnTo>
                  <a:pt x="187534" y="150025"/>
                </a:lnTo>
                <a:close/>
              </a:path>
              <a:path w="428625" h="342900">
                <a:moveTo>
                  <a:pt x="316121" y="150025"/>
                </a:moveTo>
                <a:lnTo>
                  <a:pt x="281444" y="150025"/>
                </a:lnTo>
                <a:lnTo>
                  <a:pt x="284187" y="150558"/>
                </a:lnTo>
                <a:lnTo>
                  <a:pt x="289433" y="152742"/>
                </a:lnTo>
                <a:lnTo>
                  <a:pt x="300037" y="168605"/>
                </a:lnTo>
                <a:lnTo>
                  <a:pt x="300037" y="174294"/>
                </a:lnTo>
                <a:lnTo>
                  <a:pt x="281444" y="192887"/>
                </a:lnTo>
                <a:lnTo>
                  <a:pt x="316116" y="192887"/>
                </a:lnTo>
                <a:lnTo>
                  <a:pt x="320382" y="182600"/>
                </a:lnTo>
                <a:lnTo>
                  <a:pt x="321475" y="177126"/>
                </a:lnTo>
                <a:lnTo>
                  <a:pt x="321475" y="165760"/>
                </a:lnTo>
                <a:lnTo>
                  <a:pt x="320382" y="160299"/>
                </a:lnTo>
                <a:lnTo>
                  <a:pt x="316121" y="150025"/>
                </a:lnTo>
                <a:close/>
              </a:path>
              <a:path w="428625" h="342900">
                <a:moveTo>
                  <a:pt x="220205" y="0"/>
                </a:moveTo>
                <a:lnTo>
                  <a:pt x="208419" y="0"/>
                </a:lnTo>
                <a:lnTo>
                  <a:pt x="203593" y="4826"/>
                </a:lnTo>
                <a:lnTo>
                  <a:pt x="203593" y="64300"/>
                </a:lnTo>
                <a:lnTo>
                  <a:pt x="225031" y="64300"/>
                </a:lnTo>
                <a:lnTo>
                  <a:pt x="225031" y="4826"/>
                </a:lnTo>
                <a:lnTo>
                  <a:pt x="220205" y="0"/>
                </a:lnTo>
                <a:close/>
              </a:path>
              <a:path w="428625" h="342900">
                <a:moveTo>
                  <a:pt x="42862" y="150025"/>
                </a:moveTo>
                <a:lnTo>
                  <a:pt x="32143" y="150025"/>
                </a:lnTo>
                <a:lnTo>
                  <a:pt x="19636" y="152550"/>
                </a:lnTo>
                <a:lnTo>
                  <a:pt x="9418" y="159438"/>
                </a:lnTo>
                <a:lnTo>
                  <a:pt x="2527" y="169656"/>
                </a:lnTo>
                <a:lnTo>
                  <a:pt x="0" y="182168"/>
                </a:lnTo>
                <a:lnTo>
                  <a:pt x="0" y="246456"/>
                </a:lnTo>
                <a:lnTo>
                  <a:pt x="2527" y="258970"/>
                </a:lnTo>
                <a:lnTo>
                  <a:pt x="9418" y="269192"/>
                </a:lnTo>
                <a:lnTo>
                  <a:pt x="19636" y="276084"/>
                </a:lnTo>
                <a:lnTo>
                  <a:pt x="32143" y="278612"/>
                </a:lnTo>
                <a:lnTo>
                  <a:pt x="42862" y="278612"/>
                </a:lnTo>
                <a:lnTo>
                  <a:pt x="42862" y="257175"/>
                </a:lnTo>
                <a:lnTo>
                  <a:pt x="26250" y="257175"/>
                </a:lnTo>
                <a:lnTo>
                  <a:pt x="21437" y="252349"/>
                </a:lnTo>
                <a:lnTo>
                  <a:pt x="21437" y="176276"/>
                </a:lnTo>
                <a:lnTo>
                  <a:pt x="26250" y="171450"/>
                </a:lnTo>
                <a:lnTo>
                  <a:pt x="42862" y="171450"/>
                </a:lnTo>
                <a:lnTo>
                  <a:pt x="42862" y="150025"/>
                </a:lnTo>
                <a:close/>
              </a:path>
              <a:path w="428625" h="342900">
                <a:moveTo>
                  <a:pt x="396481" y="150025"/>
                </a:moveTo>
                <a:lnTo>
                  <a:pt x="385762" y="150025"/>
                </a:lnTo>
                <a:lnTo>
                  <a:pt x="385762" y="171450"/>
                </a:lnTo>
                <a:lnTo>
                  <a:pt x="402374" y="171450"/>
                </a:lnTo>
                <a:lnTo>
                  <a:pt x="407200" y="176276"/>
                </a:lnTo>
                <a:lnTo>
                  <a:pt x="407200" y="252349"/>
                </a:lnTo>
                <a:lnTo>
                  <a:pt x="402374" y="257175"/>
                </a:lnTo>
                <a:lnTo>
                  <a:pt x="385762" y="257175"/>
                </a:lnTo>
                <a:lnTo>
                  <a:pt x="385762" y="278612"/>
                </a:lnTo>
                <a:lnTo>
                  <a:pt x="396481" y="278612"/>
                </a:lnTo>
                <a:lnTo>
                  <a:pt x="408988" y="276084"/>
                </a:lnTo>
                <a:lnTo>
                  <a:pt x="419206" y="269192"/>
                </a:lnTo>
                <a:lnTo>
                  <a:pt x="426097" y="258970"/>
                </a:lnTo>
                <a:lnTo>
                  <a:pt x="428625" y="246456"/>
                </a:lnTo>
                <a:lnTo>
                  <a:pt x="428625" y="182168"/>
                </a:lnTo>
                <a:lnTo>
                  <a:pt x="426097" y="169656"/>
                </a:lnTo>
                <a:lnTo>
                  <a:pt x="419206" y="159438"/>
                </a:lnTo>
                <a:lnTo>
                  <a:pt x="408988" y="152550"/>
                </a:lnTo>
                <a:lnTo>
                  <a:pt x="396481" y="150025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578725" y="4106862"/>
            <a:ext cx="322389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Robótica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En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robótica,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permiten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movimiento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preciso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brazos,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manos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articulaciones.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730250"/>
            <a:ext cx="44659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5"/>
              <a:t>Ventajas</a:t>
            </a:r>
            <a:r>
              <a:rPr dirty="0" spc="-20"/>
              <a:t> </a:t>
            </a:r>
            <a:r>
              <a:rPr dirty="0" spc="-55"/>
              <a:t>y</a:t>
            </a:r>
            <a:r>
              <a:rPr dirty="0" spc="-15"/>
              <a:t> </a:t>
            </a:r>
            <a:r>
              <a:rPr dirty="0" spc="-10"/>
              <a:t>Desventajas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94677" y="1556702"/>
            <a:ext cx="868044" cy="1382395"/>
            <a:chOff x="594677" y="1556702"/>
            <a:chExt cx="868044" cy="1382395"/>
          </a:xfrm>
        </p:grpSpPr>
        <p:sp>
          <p:nvSpPr>
            <p:cNvPr id="7" name="object 7"/>
            <p:cNvSpPr/>
            <p:nvPr/>
          </p:nvSpPr>
          <p:spPr>
            <a:xfrm>
              <a:off x="600075" y="156209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00075" y="156209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0"/>
                  </a:move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1071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42776" y="205422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1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1800" y="1716087"/>
            <a:ext cx="3827779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Alta</a:t>
            </a:r>
            <a:r>
              <a:rPr dirty="0" sz="1650" spc="-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precisión</a:t>
            </a:r>
            <a:r>
              <a:rPr dirty="0" sz="165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-15">
                <a:solidFill>
                  <a:srgbClr val="CFD0D8"/>
                </a:solidFill>
                <a:latin typeface="Roboto Lt"/>
                <a:cs typeface="Roboto Lt"/>
              </a:rPr>
              <a:t>y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control</a:t>
            </a:r>
            <a:endParaRPr sz="165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Permitiendo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movimientos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suaves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programables.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4677" y="2928302"/>
            <a:ext cx="868044" cy="1382395"/>
            <a:chOff x="594677" y="2928302"/>
            <a:chExt cx="868044" cy="1382395"/>
          </a:xfrm>
        </p:grpSpPr>
        <p:sp>
          <p:nvSpPr>
            <p:cNvPr id="12" name="object 12"/>
            <p:cNvSpPr/>
            <p:nvPr/>
          </p:nvSpPr>
          <p:spPr>
            <a:xfrm>
              <a:off x="600075" y="293369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00075" y="293369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0"/>
                  </a:move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1071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42776" y="342582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2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1800" y="3087687"/>
            <a:ext cx="342328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Robustez</a:t>
            </a:r>
            <a:r>
              <a:rPr dirty="0" sz="1650" spc="-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-15">
                <a:solidFill>
                  <a:srgbClr val="CFD0D8"/>
                </a:solidFill>
                <a:latin typeface="Roboto Lt"/>
                <a:cs typeface="Roboto Lt"/>
              </a:rPr>
              <a:t>y</a:t>
            </a:r>
            <a:r>
              <a:rPr dirty="0" sz="1650" spc="-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durabilidad</a:t>
            </a:r>
            <a:endParaRPr sz="165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Ideales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entornos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industriales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exigentes.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4717" y="4299942"/>
            <a:ext cx="868044" cy="1382395"/>
            <a:chOff x="594717" y="4299942"/>
            <a:chExt cx="868044" cy="1382395"/>
          </a:xfrm>
        </p:grpSpPr>
        <p:sp>
          <p:nvSpPr>
            <p:cNvPr id="17" name="object 17"/>
            <p:cNvSpPr/>
            <p:nvPr/>
          </p:nvSpPr>
          <p:spPr>
            <a:xfrm>
              <a:off x="600075" y="4305300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1"/>
                  </a:lnTo>
                  <a:lnTo>
                    <a:pt x="428625" y="1371601"/>
                  </a:lnTo>
                  <a:lnTo>
                    <a:pt x="857250" y="1200151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0075" y="4305300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1"/>
                  </a:moveTo>
                  <a:lnTo>
                    <a:pt x="428625" y="1371601"/>
                  </a:lnTo>
                  <a:lnTo>
                    <a:pt x="857250" y="1200151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1"/>
                  </a:lnTo>
                  <a:close/>
                </a:path>
              </a:pathLst>
            </a:custGeom>
            <a:ln w="1071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42776" y="479742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3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01800" y="4459287"/>
            <a:ext cx="389953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Amplia</a:t>
            </a: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gama</a:t>
            </a: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 tamaños </a:t>
            </a:r>
            <a:r>
              <a:rPr dirty="0" sz="1650" spc="-15">
                <a:solidFill>
                  <a:srgbClr val="CFD0D8"/>
                </a:solidFill>
                <a:latin typeface="Roboto Lt"/>
                <a:cs typeface="Roboto Lt"/>
              </a:rPr>
              <a:t>y</a:t>
            </a: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 capacidades</a:t>
            </a:r>
            <a:endParaRPr sz="1650">
              <a:latin typeface="Roboto Lt"/>
              <a:cs typeface="Roboto Lt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Adaptables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 diversas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necesidades.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01050"/>
          </a:xfrm>
          <a:custGeom>
            <a:avLst/>
            <a:gdLst/>
            <a:ahLst/>
            <a:cxnLst/>
            <a:rect l="l" t="t" r="r" b="b"/>
            <a:pathLst>
              <a:path w="11430000" h="8401050">
                <a:moveTo>
                  <a:pt x="11430000" y="0"/>
                </a:moveTo>
                <a:lnTo>
                  <a:pt x="0" y="0"/>
                </a:lnTo>
                <a:lnTo>
                  <a:pt x="0" y="8401050"/>
                </a:lnTo>
                <a:lnTo>
                  <a:pt x="11430000" y="8401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00017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84007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175000">
              <a:lnSpc>
                <a:spcPct val="100000"/>
              </a:lnSpc>
              <a:spcBef>
                <a:spcPts val="125"/>
              </a:spcBef>
            </a:pPr>
            <a:r>
              <a:rPr dirty="0" spc="5"/>
              <a:t>Resumen</a:t>
            </a:r>
            <a:r>
              <a:rPr dirty="0" spc="-35"/>
              <a:t> </a:t>
            </a:r>
            <a:r>
              <a:rPr dirty="0" spc="-55"/>
              <a:t>y</a:t>
            </a:r>
            <a:r>
              <a:rPr dirty="0" spc="-35"/>
              <a:t> </a:t>
            </a:r>
            <a:r>
              <a:rPr dirty="0" spc="10"/>
              <a:t>Conclusiones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950625" y="1266824"/>
            <a:ext cx="971550" cy="6657975"/>
            <a:chOff x="4950625" y="1266824"/>
            <a:chExt cx="971550" cy="6657975"/>
          </a:xfrm>
        </p:grpSpPr>
        <p:sp>
          <p:nvSpPr>
            <p:cNvPr id="6" name="object 6"/>
            <p:cNvSpPr/>
            <p:nvPr/>
          </p:nvSpPr>
          <p:spPr>
            <a:xfrm>
              <a:off x="5133975" y="1266824"/>
              <a:ext cx="788670" cy="6658609"/>
            </a:xfrm>
            <a:custGeom>
              <a:avLst/>
              <a:gdLst/>
              <a:ahLst/>
              <a:cxnLst/>
              <a:rect l="l" t="t" r="r" b="b"/>
              <a:pathLst>
                <a:path w="788670" h="6658609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6648463"/>
                  </a:lnTo>
                  <a:lnTo>
                    <a:pt x="0" y="6651091"/>
                  </a:lnTo>
                  <a:lnTo>
                    <a:pt x="927" y="6653327"/>
                  </a:lnTo>
                  <a:lnTo>
                    <a:pt x="4648" y="6657048"/>
                  </a:lnTo>
                  <a:lnTo>
                    <a:pt x="6896" y="6657988"/>
                  </a:lnTo>
                  <a:lnTo>
                    <a:pt x="12153" y="6657988"/>
                  </a:lnTo>
                  <a:lnTo>
                    <a:pt x="14401" y="6657048"/>
                  </a:lnTo>
                  <a:lnTo>
                    <a:pt x="18122" y="6653327"/>
                  </a:lnTo>
                  <a:lnTo>
                    <a:pt x="19050" y="6651091"/>
                  </a:lnTo>
                  <a:lnTo>
                    <a:pt x="19050" y="6896"/>
                  </a:lnTo>
                  <a:close/>
                </a:path>
                <a:path w="788670" h="6658609">
                  <a:moveTo>
                    <a:pt x="788200" y="387896"/>
                  </a:moveTo>
                  <a:lnTo>
                    <a:pt x="787260" y="385648"/>
                  </a:lnTo>
                  <a:lnTo>
                    <a:pt x="783539" y="381927"/>
                  </a:lnTo>
                  <a:lnTo>
                    <a:pt x="781304" y="381000"/>
                  </a:lnTo>
                  <a:lnTo>
                    <a:pt x="195008" y="381000"/>
                  </a:lnTo>
                  <a:lnTo>
                    <a:pt x="192773" y="381927"/>
                  </a:lnTo>
                  <a:lnTo>
                    <a:pt x="189039" y="385648"/>
                  </a:lnTo>
                  <a:lnTo>
                    <a:pt x="188125" y="387896"/>
                  </a:lnTo>
                  <a:lnTo>
                    <a:pt x="188125" y="390525"/>
                  </a:lnTo>
                  <a:lnTo>
                    <a:pt x="188125" y="393153"/>
                  </a:lnTo>
                  <a:lnTo>
                    <a:pt x="189039" y="395401"/>
                  </a:lnTo>
                  <a:lnTo>
                    <a:pt x="192773" y="399122"/>
                  </a:lnTo>
                  <a:lnTo>
                    <a:pt x="195008" y="400050"/>
                  </a:lnTo>
                  <a:lnTo>
                    <a:pt x="781304" y="400050"/>
                  </a:lnTo>
                  <a:lnTo>
                    <a:pt x="783539" y="399122"/>
                  </a:lnTo>
                  <a:lnTo>
                    <a:pt x="787260" y="395401"/>
                  </a:lnTo>
                  <a:lnTo>
                    <a:pt x="788200" y="393153"/>
                  </a:lnTo>
                  <a:lnTo>
                    <a:pt x="788200" y="387896"/>
                  </a:lnTo>
                  <a:close/>
                </a:path>
              </a:pathLst>
            </a:custGeom>
            <a:solidFill>
              <a:srgbClr val="303E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955387" y="14620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74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25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74" y="381000"/>
                  </a:lnTo>
                  <a:lnTo>
                    <a:pt x="367372" y="362254"/>
                  </a:lnTo>
                  <a:lnTo>
                    <a:pt x="381000" y="329387"/>
                  </a:lnTo>
                  <a:lnTo>
                    <a:pt x="381000" y="51625"/>
                  </a:lnTo>
                  <a:lnTo>
                    <a:pt x="362242" y="13614"/>
                  </a:lnTo>
                  <a:lnTo>
                    <a:pt x="332968" y="355"/>
                  </a:lnTo>
                  <a:lnTo>
                    <a:pt x="329374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955387" y="14620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42" y="48018"/>
                  </a:lnTo>
                  <a:lnTo>
                    <a:pt x="1054" y="44462"/>
                  </a:lnTo>
                  <a:lnTo>
                    <a:pt x="1765" y="40906"/>
                  </a:lnTo>
                  <a:lnTo>
                    <a:pt x="2806" y="37452"/>
                  </a:lnTo>
                  <a:lnTo>
                    <a:pt x="4203" y="34099"/>
                  </a:lnTo>
                  <a:lnTo>
                    <a:pt x="5588" y="30759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15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21526" y="11328"/>
                  </a:lnTo>
                  <a:lnTo>
                    <a:pt x="24549" y="9309"/>
                  </a:lnTo>
                  <a:lnTo>
                    <a:pt x="27559" y="7289"/>
                  </a:lnTo>
                  <a:lnTo>
                    <a:pt x="30746" y="5588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80" y="1765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71678" y="24549"/>
                  </a:lnTo>
                  <a:lnTo>
                    <a:pt x="373697" y="27571"/>
                  </a:lnTo>
                  <a:lnTo>
                    <a:pt x="375399" y="30759"/>
                  </a:lnTo>
                  <a:lnTo>
                    <a:pt x="376783" y="34099"/>
                  </a:lnTo>
                  <a:lnTo>
                    <a:pt x="378180" y="37452"/>
                  </a:lnTo>
                  <a:lnTo>
                    <a:pt x="379222" y="40906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25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22" y="340093"/>
                  </a:lnTo>
                  <a:lnTo>
                    <a:pt x="378180" y="343547"/>
                  </a:lnTo>
                  <a:lnTo>
                    <a:pt x="376783" y="346900"/>
                  </a:lnTo>
                  <a:lnTo>
                    <a:pt x="375399" y="350253"/>
                  </a:lnTo>
                  <a:lnTo>
                    <a:pt x="373697" y="353428"/>
                  </a:lnTo>
                  <a:lnTo>
                    <a:pt x="371678" y="356450"/>
                  </a:lnTo>
                  <a:lnTo>
                    <a:pt x="369671" y="35946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74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9309" y="356450"/>
                  </a:lnTo>
                  <a:lnTo>
                    <a:pt x="7289" y="353428"/>
                  </a:lnTo>
                  <a:lnTo>
                    <a:pt x="5588" y="350253"/>
                  </a:lnTo>
                  <a:lnTo>
                    <a:pt x="4203" y="346900"/>
                  </a:lnTo>
                  <a:lnTo>
                    <a:pt x="2806" y="343547"/>
                  </a:lnTo>
                  <a:lnTo>
                    <a:pt x="1765" y="340093"/>
                  </a:lnTo>
                  <a:lnTo>
                    <a:pt x="1054" y="336537"/>
                  </a:lnTo>
                  <a:lnTo>
                    <a:pt x="342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057571" y="146367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1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73769" y="1420812"/>
            <a:ext cx="455549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CFD0D8"/>
                </a:solidFill>
                <a:latin typeface="Roboto Lt"/>
                <a:cs typeface="Roboto Lt"/>
              </a:rPr>
              <a:t>Dispositivos</a:t>
            </a:r>
            <a:r>
              <a:rPr dirty="0" sz="1650" spc="-2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Esenciales</a:t>
            </a:r>
            <a:endParaRPr sz="1650">
              <a:latin typeface="Roboto Lt"/>
              <a:cs typeface="Roboto Lt"/>
            </a:endParaRPr>
          </a:p>
          <a:p>
            <a:pPr algn="just"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Los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 son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dispositivos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esenciales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 sistemas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automatización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control,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convirtiendo diferentes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formas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3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energía en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movimiento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mecánico.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50625" y="3171824"/>
            <a:ext cx="971550" cy="381000"/>
            <a:chOff x="4950625" y="3171824"/>
            <a:chExt cx="971550" cy="381000"/>
          </a:xfrm>
        </p:grpSpPr>
        <p:sp>
          <p:nvSpPr>
            <p:cNvPr id="12" name="object 12"/>
            <p:cNvSpPr/>
            <p:nvPr/>
          </p:nvSpPr>
          <p:spPr>
            <a:xfrm>
              <a:off x="5322100" y="3352799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303E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955387" y="31765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74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25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74" y="371475"/>
                  </a:lnTo>
                  <a:lnTo>
                    <a:pt x="367372" y="352729"/>
                  </a:lnTo>
                  <a:lnTo>
                    <a:pt x="381000" y="319862"/>
                  </a:lnTo>
                  <a:lnTo>
                    <a:pt x="381000" y="51625"/>
                  </a:lnTo>
                  <a:lnTo>
                    <a:pt x="362242" y="13614"/>
                  </a:lnTo>
                  <a:lnTo>
                    <a:pt x="332968" y="355"/>
                  </a:lnTo>
                  <a:lnTo>
                    <a:pt x="329374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55387" y="31765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42" y="48018"/>
                  </a:lnTo>
                  <a:lnTo>
                    <a:pt x="1054" y="44462"/>
                  </a:lnTo>
                  <a:lnTo>
                    <a:pt x="1765" y="40906"/>
                  </a:lnTo>
                  <a:lnTo>
                    <a:pt x="2806" y="37452"/>
                  </a:lnTo>
                  <a:lnTo>
                    <a:pt x="4203" y="34099"/>
                  </a:lnTo>
                  <a:lnTo>
                    <a:pt x="5588" y="30759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15" y="21539"/>
                  </a:lnTo>
                  <a:lnTo>
                    <a:pt x="24549" y="9309"/>
                  </a:lnTo>
                  <a:lnTo>
                    <a:pt x="27559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80" y="1765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71678" y="24549"/>
                  </a:lnTo>
                  <a:lnTo>
                    <a:pt x="373697" y="27571"/>
                  </a:lnTo>
                  <a:lnTo>
                    <a:pt x="375399" y="30759"/>
                  </a:lnTo>
                  <a:lnTo>
                    <a:pt x="376783" y="34099"/>
                  </a:lnTo>
                  <a:lnTo>
                    <a:pt x="378180" y="37452"/>
                  </a:lnTo>
                  <a:lnTo>
                    <a:pt x="379222" y="40906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25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22" y="330568"/>
                  </a:lnTo>
                  <a:lnTo>
                    <a:pt x="378180" y="334022"/>
                  </a:lnTo>
                  <a:lnTo>
                    <a:pt x="376783" y="337375"/>
                  </a:lnTo>
                  <a:lnTo>
                    <a:pt x="375399" y="340728"/>
                  </a:lnTo>
                  <a:lnTo>
                    <a:pt x="373697" y="343903"/>
                  </a:lnTo>
                  <a:lnTo>
                    <a:pt x="371678" y="346925"/>
                  </a:lnTo>
                  <a:lnTo>
                    <a:pt x="369671" y="349935"/>
                  </a:lnTo>
                  <a:lnTo>
                    <a:pt x="367372" y="352729"/>
                  </a:lnTo>
                  <a:lnTo>
                    <a:pt x="364807" y="355295"/>
                  </a:lnTo>
                  <a:lnTo>
                    <a:pt x="362242" y="357860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74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16179" y="355295"/>
                  </a:lnTo>
                  <a:lnTo>
                    <a:pt x="13614" y="352729"/>
                  </a:lnTo>
                  <a:lnTo>
                    <a:pt x="11315" y="349935"/>
                  </a:lnTo>
                  <a:lnTo>
                    <a:pt x="9309" y="346925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75"/>
                  </a:lnTo>
                  <a:lnTo>
                    <a:pt x="2806" y="334022"/>
                  </a:lnTo>
                  <a:lnTo>
                    <a:pt x="1765" y="330568"/>
                  </a:lnTo>
                  <a:lnTo>
                    <a:pt x="1054" y="327012"/>
                  </a:lnTo>
                  <a:lnTo>
                    <a:pt x="342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57571" y="3168649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2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3769" y="3125787"/>
            <a:ext cx="4482465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Variedad</a:t>
            </a:r>
            <a:r>
              <a:rPr dirty="0" sz="1650" spc="-1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5">
                <a:solidFill>
                  <a:srgbClr val="CFD0D8"/>
                </a:solidFill>
                <a:latin typeface="Roboto Lt"/>
                <a:cs typeface="Roboto Lt"/>
              </a:rPr>
              <a:t>de</a:t>
            </a:r>
            <a:r>
              <a:rPr dirty="0" sz="1650" spc="-6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Tipos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variedad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tipos,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como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eléctricos,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mecánicos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neumáticos,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permite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adaptar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solución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las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necesidades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específicas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cada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aplicación.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50625" y="4876799"/>
            <a:ext cx="971550" cy="381000"/>
            <a:chOff x="4950625" y="4876799"/>
            <a:chExt cx="971550" cy="381000"/>
          </a:xfrm>
        </p:grpSpPr>
        <p:sp>
          <p:nvSpPr>
            <p:cNvPr id="18" name="object 18"/>
            <p:cNvSpPr/>
            <p:nvPr/>
          </p:nvSpPr>
          <p:spPr>
            <a:xfrm>
              <a:off x="5322100" y="5057774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303E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955387" y="488156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74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25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74" y="371475"/>
                  </a:lnTo>
                  <a:lnTo>
                    <a:pt x="367372" y="352729"/>
                  </a:lnTo>
                  <a:lnTo>
                    <a:pt x="381000" y="319862"/>
                  </a:lnTo>
                  <a:lnTo>
                    <a:pt x="381000" y="51625"/>
                  </a:lnTo>
                  <a:lnTo>
                    <a:pt x="362242" y="13614"/>
                  </a:lnTo>
                  <a:lnTo>
                    <a:pt x="332968" y="355"/>
                  </a:lnTo>
                  <a:lnTo>
                    <a:pt x="329374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955387" y="488156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42" y="48018"/>
                  </a:lnTo>
                  <a:lnTo>
                    <a:pt x="1054" y="44462"/>
                  </a:lnTo>
                  <a:lnTo>
                    <a:pt x="1765" y="40906"/>
                  </a:lnTo>
                  <a:lnTo>
                    <a:pt x="2806" y="37452"/>
                  </a:lnTo>
                  <a:lnTo>
                    <a:pt x="4203" y="34099"/>
                  </a:lnTo>
                  <a:lnTo>
                    <a:pt x="5588" y="30759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15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21526" y="11328"/>
                  </a:lnTo>
                  <a:lnTo>
                    <a:pt x="24549" y="9309"/>
                  </a:lnTo>
                  <a:lnTo>
                    <a:pt x="27559" y="7289"/>
                  </a:lnTo>
                  <a:lnTo>
                    <a:pt x="30746" y="5588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80" y="1765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62242" y="13614"/>
                  </a:lnTo>
                  <a:lnTo>
                    <a:pt x="364807" y="16179"/>
                  </a:lnTo>
                  <a:lnTo>
                    <a:pt x="367372" y="18745"/>
                  </a:lnTo>
                  <a:lnTo>
                    <a:pt x="369671" y="21539"/>
                  </a:lnTo>
                  <a:lnTo>
                    <a:pt x="371678" y="24549"/>
                  </a:lnTo>
                  <a:lnTo>
                    <a:pt x="373697" y="27571"/>
                  </a:lnTo>
                  <a:lnTo>
                    <a:pt x="375399" y="30759"/>
                  </a:lnTo>
                  <a:lnTo>
                    <a:pt x="376783" y="34099"/>
                  </a:lnTo>
                  <a:lnTo>
                    <a:pt x="378180" y="37452"/>
                  </a:lnTo>
                  <a:lnTo>
                    <a:pt x="379222" y="40906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25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22" y="330568"/>
                  </a:lnTo>
                  <a:lnTo>
                    <a:pt x="378180" y="334022"/>
                  </a:lnTo>
                  <a:lnTo>
                    <a:pt x="376783" y="337375"/>
                  </a:lnTo>
                  <a:lnTo>
                    <a:pt x="375399" y="340728"/>
                  </a:lnTo>
                  <a:lnTo>
                    <a:pt x="373697" y="343903"/>
                  </a:lnTo>
                  <a:lnTo>
                    <a:pt x="371678" y="346925"/>
                  </a:lnTo>
                  <a:lnTo>
                    <a:pt x="369671" y="34993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74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16179" y="355295"/>
                  </a:lnTo>
                  <a:lnTo>
                    <a:pt x="13614" y="352729"/>
                  </a:lnTo>
                  <a:lnTo>
                    <a:pt x="11315" y="349935"/>
                  </a:lnTo>
                  <a:lnTo>
                    <a:pt x="9309" y="346925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75"/>
                  </a:lnTo>
                  <a:lnTo>
                    <a:pt x="2806" y="334022"/>
                  </a:lnTo>
                  <a:lnTo>
                    <a:pt x="1765" y="330568"/>
                  </a:lnTo>
                  <a:lnTo>
                    <a:pt x="1054" y="327012"/>
                  </a:lnTo>
                  <a:lnTo>
                    <a:pt x="342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057571" y="4883149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3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73769" y="4840287"/>
            <a:ext cx="468058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Beneficios</a:t>
            </a:r>
            <a:r>
              <a:rPr dirty="0" sz="1650" spc="-1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20">
                <a:solidFill>
                  <a:srgbClr val="CFD0D8"/>
                </a:solidFill>
                <a:latin typeface="Roboto Lt"/>
                <a:cs typeface="Roboto Lt"/>
              </a:rPr>
              <a:t>en</a:t>
            </a:r>
            <a:r>
              <a:rPr dirty="0" sz="1650" spc="-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5">
                <a:solidFill>
                  <a:srgbClr val="CFD0D8"/>
                </a:solidFill>
                <a:latin typeface="Roboto Lt"/>
                <a:cs typeface="Roboto Lt"/>
              </a:rPr>
              <a:t>la</a:t>
            </a:r>
            <a:r>
              <a:rPr dirty="0" sz="1650" spc="-5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>
                <a:solidFill>
                  <a:srgbClr val="CFD0D8"/>
                </a:solidFill>
                <a:latin typeface="Roboto Lt"/>
                <a:cs typeface="Roboto Lt"/>
              </a:rPr>
              <a:t>Industria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industria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se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beneficia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ampliamente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del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uso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actuadores,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desde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automatización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procesos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hasta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control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de 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sistemas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críticos.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50625" y="6581775"/>
            <a:ext cx="971550" cy="390525"/>
            <a:chOff x="4950625" y="6581775"/>
            <a:chExt cx="971550" cy="390525"/>
          </a:xfrm>
        </p:grpSpPr>
        <p:sp>
          <p:nvSpPr>
            <p:cNvPr id="24" name="object 24"/>
            <p:cNvSpPr/>
            <p:nvPr/>
          </p:nvSpPr>
          <p:spPr>
            <a:xfrm>
              <a:off x="5322100" y="6762750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303E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955387" y="6586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74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25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74" y="381000"/>
                  </a:lnTo>
                  <a:lnTo>
                    <a:pt x="367372" y="362254"/>
                  </a:lnTo>
                  <a:lnTo>
                    <a:pt x="381000" y="329387"/>
                  </a:lnTo>
                  <a:lnTo>
                    <a:pt x="381000" y="51625"/>
                  </a:lnTo>
                  <a:lnTo>
                    <a:pt x="362242" y="13614"/>
                  </a:lnTo>
                  <a:lnTo>
                    <a:pt x="332968" y="355"/>
                  </a:lnTo>
                  <a:lnTo>
                    <a:pt x="329374" y="0"/>
                  </a:lnTo>
                  <a:close/>
                </a:path>
              </a:pathLst>
            </a:custGeom>
            <a:solidFill>
              <a:srgbClr val="1724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955387" y="6586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42" y="48018"/>
                  </a:lnTo>
                  <a:lnTo>
                    <a:pt x="1054" y="44462"/>
                  </a:lnTo>
                  <a:lnTo>
                    <a:pt x="1765" y="40906"/>
                  </a:lnTo>
                  <a:lnTo>
                    <a:pt x="2806" y="37452"/>
                  </a:lnTo>
                  <a:lnTo>
                    <a:pt x="4203" y="34099"/>
                  </a:lnTo>
                  <a:lnTo>
                    <a:pt x="5588" y="30759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15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21526" y="11328"/>
                  </a:lnTo>
                  <a:lnTo>
                    <a:pt x="24549" y="9309"/>
                  </a:lnTo>
                  <a:lnTo>
                    <a:pt x="27559" y="7289"/>
                  </a:lnTo>
                  <a:lnTo>
                    <a:pt x="30746" y="5588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74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80" y="1765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71678" y="24549"/>
                  </a:lnTo>
                  <a:lnTo>
                    <a:pt x="373697" y="27571"/>
                  </a:lnTo>
                  <a:lnTo>
                    <a:pt x="375399" y="30759"/>
                  </a:lnTo>
                  <a:lnTo>
                    <a:pt x="376783" y="34099"/>
                  </a:lnTo>
                  <a:lnTo>
                    <a:pt x="378180" y="37452"/>
                  </a:lnTo>
                  <a:lnTo>
                    <a:pt x="379222" y="40906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25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22" y="340093"/>
                  </a:lnTo>
                  <a:lnTo>
                    <a:pt x="378180" y="343547"/>
                  </a:lnTo>
                  <a:lnTo>
                    <a:pt x="376783" y="346900"/>
                  </a:lnTo>
                  <a:lnTo>
                    <a:pt x="375399" y="350253"/>
                  </a:lnTo>
                  <a:lnTo>
                    <a:pt x="373697" y="353428"/>
                  </a:lnTo>
                  <a:lnTo>
                    <a:pt x="371678" y="356450"/>
                  </a:lnTo>
                  <a:lnTo>
                    <a:pt x="369671" y="359460"/>
                  </a:lnTo>
                  <a:lnTo>
                    <a:pt x="367372" y="362254"/>
                  </a:lnTo>
                  <a:lnTo>
                    <a:pt x="364807" y="364820"/>
                  </a:lnTo>
                  <a:lnTo>
                    <a:pt x="362242" y="367385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74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16179" y="364820"/>
                  </a:lnTo>
                  <a:lnTo>
                    <a:pt x="13614" y="362254"/>
                  </a:lnTo>
                  <a:lnTo>
                    <a:pt x="11315" y="359460"/>
                  </a:lnTo>
                  <a:lnTo>
                    <a:pt x="9309" y="356450"/>
                  </a:lnTo>
                  <a:lnTo>
                    <a:pt x="7289" y="353428"/>
                  </a:lnTo>
                  <a:lnTo>
                    <a:pt x="5588" y="350253"/>
                  </a:lnTo>
                  <a:lnTo>
                    <a:pt x="4203" y="346900"/>
                  </a:lnTo>
                  <a:lnTo>
                    <a:pt x="2806" y="343547"/>
                  </a:lnTo>
                  <a:lnTo>
                    <a:pt x="1765" y="340093"/>
                  </a:lnTo>
                  <a:lnTo>
                    <a:pt x="1054" y="336537"/>
                  </a:lnTo>
                  <a:lnTo>
                    <a:pt x="342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303E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057571" y="658812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">
                <a:solidFill>
                  <a:srgbClr val="CFD0D8"/>
                </a:solidFill>
                <a:latin typeface="Roboto Lt"/>
                <a:cs typeface="Roboto Lt"/>
              </a:rPr>
              <a:t>4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73769" y="6545262"/>
            <a:ext cx="467677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CFD0D8"/>
                </a:solidFill>
                <a:latin typeface="Roboto Lt"/>
                <a:cs typeface="Roboto Lt"/>
              </a:rPr>
              <a:t>Habilitadores</a:t>
            </a:r>
            <a:r>
              <a:rPr dirty="0" sz="1650" spc="-30">
                <a:solidFill>
                  <a:srgbClr val="CFD0D8"/>
                </a:solidFill>
                <a:latin typeface="Roboto Lt"/>
                <a:cs typeface="Roboto Lt"/>
              </a:rPr>
              <a:t> </a:t>
            </a:r>
            <a:r>
              <a:rPr dirty="0" sz="1650" spc="15">
                <a:solidFill>
                  <a:srgbClr val="CFD0D8"/>
                </a:solidFill>
                <a:latin typeface="Roboto Lt"/>
                <a:cs typeface="Roboto Lt"/>
              </a:rPr>
              <a:t>Clave</a:t>
            </a:r>
            <a:endParaRPr sz="1650">
              <a:latin typeface="Roboto Lt"/>
              <a:cs typeface="Roboto Lt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Con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su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fiabilidad,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precisión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versatilidad,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los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actuadores 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continuarán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siendo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habilitadores</a:t>
            </a:r>
            <a:r>
              <a:rPr dirty="0" sz="13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clave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CFD0D8"/>
                </a:solidFill>
                <a:latin typeface="Roboto"/>
                <a:cs typeface="Roboto"/>
              </a:rPr>
              <a:t>para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la</a:t>
            </a:r>
            <a:r>
              <a:rPr dirty="0" sz="1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innovación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FD0D8"/>
                </a:solidFill>
                <a:latin typeface="Roboto"/>
                <a:cs typeface="Roboto"/>
              </a:rPr>
              <a:t>y</a:t>
            </a:r>
            <a:r>
              <a:rPr dirty="0" sz="1350" spc="-5">
                <a:solidFill>
                  <a:srgbClr val="CFD0D8"/>
                </a:solidFill>
                <a:latin typeface="Roboto"/>
                <a:cs typeface="Roboto"/>
              </a:rPr>
              <a:t> el </a:t>
            </a:r>
            <a:r>
              <a:rPr dirty="0" sz="1350" spc="-3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350" spc="-15">
                <a:solidFill>
                  <a:srgbClr val="CFD0D8"/>
                </a:solidFill>
                <a:latin typeface="Roboto"/>
                <a:cs typeface="Roboto"/>
              </a:rPr>
              <a:t>avance</a:t>
            </a:r>
            <a:r>
              <a:rPr dirty="0" sz="1350" spc="-10">
                <a:solidFill>
                  <a:srgbClr val="CFD0D8"/>
                </a:solidFill>
                <a:latin typeface="Roboto"/>
                <a:cs typeface="Roboto"/>
              </a:rPr>
              <a:t> tecnológico.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8920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2024-11-05T07:21:31Z</dcterms:created>
  <dcterms:modified xsi:type="dcterms:W3CDTF">2024-11-05T07:21:31Z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