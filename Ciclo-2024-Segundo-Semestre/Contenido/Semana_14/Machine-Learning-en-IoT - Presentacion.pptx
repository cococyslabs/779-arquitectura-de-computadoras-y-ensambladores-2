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ela Gothic One"/>
      <p:regular r:id="rId17"/>
    </p:embeddedFont>
    <p:embeddedFont>
      <p:font typeface="Dela Gothic One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45444"/>
            <a:ext cx="7627382" cy="2950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Aplicando Machine Learning en IoT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58309" y="4921091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convergencia del Machine Learning y el Internet de las Cosas (IoT) está revolucionando la forma en que interactuamos con el mundo digital. Esta sinergia promete transformar industrias y mejorar nuestra vida cotidiana.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6221135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29" y="6228755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3128" y="6204942"/>
            <a:ext cx="1882021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por 779 arqui2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1295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Introducción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99430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422" y="3066931"/>
            <a:ext cx="201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62326" y="2994303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Revolución Tecnológica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2326" y="3836670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combinación de ML e IoT está impulsando la cuarta revolución industrial.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0347" y="299430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81193" y="3066931"/>
            <a:ext cx="2856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384363" y="2994303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Optimización de Procesos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84363" y="3836670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Permite la automatización inteligente y la toma de decisiones en tiempo real.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533709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1297" y="5409724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462326" y="533709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Impacto Global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5823228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 sectores como manufactura, salud, agricultura y ciudades inteligentes.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0400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Conceptos básicos de Machine Learning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67991" y="2354342"/>
            <a:ext cx="30480" cy="5271254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5" name="Shape 2"/>
          <p:cNvSpPr/>
          <p:nvPr/>
        </p:nvSpPr>
        <p:spPr>
          <a:xfrm>
            <a:off x="1296472" y="2826544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6" name="Shape 3"/>
          <p:cNvSpPr/>
          <p:nvPr/>
        </p:nvSpPr>
        <p:spPr>
          <a:xfrm>
            <a:off x="839510" y="259806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2623" y="2670691"/>
            <a:ext cx="201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274808" y="2570917"/>
            <a:ext cx="426339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Aprendizaje Supervisado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274808" y="3057049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Algoritmos entrenados con datos etiquetados para hacer predicciones o clasificaciones.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296472" y="4655820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11" name="Shape 8"/>
          <p:cNvSpPr/>
          <p:nvPr/>
        </p:nvSpPr>
        <p:spPr>
          <a:xfrm>
            <a:off x="839510" y="442733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0356" y="4499967"/>
            <a:ext cx="2856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274808" y="4400193"/>
            <a:ext cx="47920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Aprendizaje No Supervisado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274808" y="4886325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Descubre patrones en datos no etiquetados, útil para segmentación y detección de anomalías.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296472" y="6485096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16" name="Shape 13"/>
          <p:cNvSpPr/>
          <p:nvPr/>
        </p:nvSpPr>
        <p:spPr>
          <a:xfrm>
            <a:off x="839510" y="625661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498" y="6329243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274808" y="6229469"/>
            <a:ext cx="429410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Aprendizaje por Refuerzo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274808" y="6715601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Agentes aprenden a tomar decisiones óptimas a través de la interacción con su entorno.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478173"/>
            <a:ext cx="1297936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Integración de Machine Learning y IoT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4515803"/>
            <a:ext cx="4371261" cy="8665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4884" y="5707261"/>
            <a:ext cx="361604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Recolección de Datos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974884" y="6193393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dispositivos IoT capturan datos del mundo físico continuamente.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70" y="4515803"/>
            <a:ext cx="4371261" cy="8665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6144" y="5707261"/>
            <a:ext cx="393811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Procesamiento en la Nube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46144" y="6549628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datos se envían a la nube para su análisis mediante algoritmos de ML.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830" y="4515803"/>
            <a:ext cx="4371261" cy="86653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405" y="5707261"/>
            <a:ext cx="31402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Retroalimentación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7405" y="6193393"/>
            <a:ext cx="393811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insights generados se aplican para optimizar el funcionamiento de los dispositivos IoT.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2742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Recolección y preprocesamiento de datos de sensores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194334"/>
            <a:ext cx="316253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Tipos de Sensores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767143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Temperatura, humedad, movimiento, presión y más capturan datos del entorno físico.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4194334"/>
            <a:ext cx="311265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Limpieza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767143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Eliminación de ruido, valores atípicos y datos faltantes para garantizar la calidad.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419433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Normalización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767143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Estandarización de datos para facilitar el aprendizaje de los modelos de ML.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34256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Selección y entrenamiento de modelos predictivos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092898"/>
            <a:ext cx="13113782" cy="2502218"/>
          </a:xfrm>
          <a:prstGeom prst="roundRect">
            <a:avLst>
              <a:gd name="adj" fmla="val 363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5929" y="5100518"/>
            <a:ext cx="1309723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83813" y="5238036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Tipo de Problema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352931" y="5238036"/>
            <a:ext cx="39245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Algoritmo Recomendado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718238" y="5238036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Aplicación en IoT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5929" y="5722263"/>
            <a:ext cx="13097232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83813" y="5859780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Clasificación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352931" y="5859780"/>
            <a:ext cx="39245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718238" y="5859780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Detección de anomalías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5929" y="6344007"/>
            <a:ext cx="1309723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83813" y="6481524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Regresión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352931" y="6481524"/>
            <a:ext cx="39245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Redes Neuronales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18238" y="6481524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Predicción de mantenimiento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65929" y="6965752"/>
            <a:ext cx="13097232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83813" y="7103269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352931" y="7103269"/>
            <a:ext cx="39245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K-Means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718238" y="7103269"/>
            <a:ext cx="39283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Segmentación de usuarios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47048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Implementación de modelos en sistemas IoT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610094"/>
            <a:ext cx="3705463" cy="1974652"/>
          </a:xfrm>
          <a:prstGeom prst="roundRect">
            <a:avLst>
              <a:gd name="adj" fmla="val 460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383428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Edge Computing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4320421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Procesa datos cerca de la fuente, reduciendo latencia y mejorando la privacidad.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347" y="3610094"/>
            <a:ext cx="3705463" cy="1974652"/>
          </a:xfrm>
          <a:prstGeom prst="roundRect">
            <a:avLst>
              <a:gd name="adj" fmla="val 460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4542" y="383428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Modelos Ligeros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04542" y="4320421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Algoritmos optimizados para funcionar en dispositivos con recursos limitados.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801320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6025515"/>
            <a:ext cx="390703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Actualización Continua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651164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modelos se refinan con nuevos datos para mantener su precisión.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323" y="605433"/>
            <a:ext cx="7783354" cy="1278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Optimización de procesos automatizados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3" y="2175629"/>
            <a:ext cx="485894" cy="4858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0323" y="2855833"/>
            <a:ext cx="3251121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Eficiencia Energética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80323" y="3292078"/>
            <a:ext cx="7783354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 optimiza el consumo de energía en sistemas IoT.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3" y="4186118"/>
            <a:ext cx="485894" cy="4858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0323" y="4866323"/>
            <a:ext cx="3916323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Mantenimiento Predictivo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80323" y="5302568"/>
            <a:ext cx="7783354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Previene fallas antes de que ocurran, reduciendo tiempos de inactividad.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23" y="6196608"/>
            <a:ext cx="485894" cy="4858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0323" y="6876812"/>
            <a:ext cx="3934182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Optimización de Recursos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80323" y="7313057"/>
            <a:ext cx="7783354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Mejora la asignación de recursos basada en patrones de uso.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2811"/>
            <a:ext cx="895361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Casos de uso en industrias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678787"/>
            <a:ext cx="4154567" cy="2567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17237"/>
            <a:ext cx="389251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Agricultura Inteligente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6003369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Sistemas de riego optimizados basados en ML y sensores IoT.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98" y="2678787"/>
            <a:ext cx="4154686" cy="2567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7798" y="5517237"/>
            <a:ext cx="289179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Salud Conectada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7798" y="6003369"/>
            <a:ext cx="41546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Monitoreo continuo de pacientes con alertas predictivas de ML.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405" y="2678787"/>
            <a:ext cx="4154567" cy="2567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5517237"/>
            <a:ext cx="37618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Ciudades Inteligentes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6003369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 de tráfico y energía mediante análisis de datos en tiempo real.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00512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Retos y consideraciones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99918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422" y="3071812"/>
            <a:ext cx="201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62326" y="2999184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Privacidad y Seguridad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2326" y="3841552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Protección de datos sensibles en sistemas IoT conectados es crucial.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0347" y="299918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81193" y="3071812"/>
            <a:ext cx="2856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384363" y="29991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84363" y="3485317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Manejar el crecimiento exponencial de dispositivos y datos generados.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534197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1297" y="5414605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462326" y="5341977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Interoperabilidad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6184344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Asegurar la comunicación efectiva entre diferentes plataformas y protocolos.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680347" y="534197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6072" y="5414605"/>
            <a:ext cx="31599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5384363" y="53419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Ética en IA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384363" y="5828109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Considerar las implicaciones éticas de las decisiones automatizadas en IoT.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2024-11-03T23:56:46Z</dcterms:created>
  <dcterms:modified xsi:type="dcterms:W3CDTF">2024-11-03T23:56:46Z</dcterms:modified>
</cp:coreProperties>
</file>