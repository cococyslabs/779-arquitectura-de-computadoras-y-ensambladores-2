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Dela Gothic One"/>
      <p:regular r:id="rId16"/>
    </p:embeddedFont>
    <p:embeddedFont>
      <p:font typeface="Dela Gothic One"/>
      <p:regular r:id="rId17"/>
    </p:embeddedFont>
    <p:embeddedFont>
      <p:font typeface="DM Sans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72089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Visualización de Datos con Processing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58309" y="4747736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es una herramienta poderosa que permite a los ingenieros en sistemas crear visualizaciones de datos interactivas y visualmente impactantes. Explora las posibilidades infinitas de la visualización de datos con este lenguaje de programación intuitivo y orientado a la creación.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39449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29" y="6402110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378297"/>
            <a:ext cx="5191125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por DANNY EDUARDO CUXUM SANCHEZ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40204"/>
            <a:ext cx="716125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¿Qué es Processing?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482155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1422" y="4894183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62326" y="4821555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Lenguaje de Programación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2326" y="5663922"/>
            <a:ext cx="3522821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es un lenguaje de programación de código abierto basado en Java, diseñado para la creación de visualizaciones y aplicaciones interactivas.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722" y="482155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2568" y="4894183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05738" y="4821555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Aplicaciones Visuales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05738" y="5663922"/>
            <a:ext cx="352282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Permite crear gráficos, animaciones y interfaces de usuario de una manera sencilla y eficiente.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45134" y="482155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38122" y="4894183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49151" y="4821555"/>
            <a:ext cx="352282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Comunidad en Crecimiento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49151" y="5663922"/>
            <a:ext cx="352282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Cuenta con una amplia comunidad de desarrolladores que comparten tutoriales, ejemplos y recursos.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0400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Conceptos básicos de Processing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54391" y="2354342"/>
            <a:ext cx="30480" cy="5271254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5" name="Shape 2"/>
          <p:cNvSpPr/>
          <p:nvPr/>
        </p:nvSpPr>
        <p:spPr>
          <a:xfrm>
            <a:off x="6782872" y="2826544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6" name="Shape 3"/>
          <p:cNvSpPr/>
          <p:nvPr/>
        </p:nvSpPr>
        <p:spPr>
          <a:xfrm>
            <a:off x="6325910" y="259806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9023" y="2670691"/>
            <a:ext cx="20109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761208" y="2570917"/>
            <a:ext cx="29948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Lienzos y Formas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61208" y="3057049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permite crear lienzos digitales y dibujar formas geométricas básicas como rectángulos, círculos y líneas.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82872" y="4655820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1" name="Shape 8"/>
          <p:cNvSpPr/>
          <p:nvPr/>
        </p:nvSpPr>
        <p:spPr>
          <a:xfrm>
            <a:off x="6325910" y="442733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756" y="4499967"/>
            <a:ext cx="285631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761208" y="4400193"/>
            <a:ext cx="305478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Color y Animación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61208" y="4886325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colores y las animaciones son fundamentales para crear visualizaciones dinámicas y atractivas.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782872" y="6485096"/>
            <a:ext cx="758309" cy="30480"/>
          </a:xfrm>
          <a:prstGeom prst="roundRect">
            <a:avLst>
              <a:gd name="adj" fmla="val 298550"/>
            </a:avLst>
          </a:prstGeom>
          <a:solidFill>
            <a:srgbClr val="8D242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5910" y="625661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8898" y="6329243"/>
            <a:ext cx="301347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761208" y="6229469"/>
            <a:ext cx="371582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Interacción y Eventos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61208" y="6715601"/>
            <a:ext cx="611088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ofrece herramientas para agregar interactividad, como respuesta a eventos del mouse y el teclado.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05658"/>
            <a:ext cx="1128974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Tipos de visualizaciones de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59862"/>
            <a:ext cx="370355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Gráficos Estadísticos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232672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Representar datos numéricos de manera clara y concisa, como gráficos de barras, líneas y dispersión.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659862"/>
            <a:ext cx="4018359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Visualizaciones Geoespaciales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588907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Mapear datos en coordenadas geográficas para revelar patrones y tendencias espaciales.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659862"/>
            <a:ext cx="386024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Visualizaciones de Red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232672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Mostrar conexiones y relaciones entre elementos, como grafos y diagramas de flujo.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587" y="576024"/>
            <a:ext cx="7677626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Utilizando formas y colores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19587" y="2268260"/>
            <a:ext cx="3734157" cy="2588776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36638" y="2485311"/>
            <a:ext cx="3300055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Diseño Visual Atractivo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36638" y="3299817"/>
            <a:ext cx="33000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Usar formas, colores y patrones de manera creativa para crear visualizaciones impactantes y memorables.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3175" y="2268260"/>
            <a:ext cx="3734157" cy="2588776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80226" y="2485311"/>
            <a:ext cx="3300055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Enfatizar Insights Clave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80226" y="3299817"/>
            <a:ext cx="33000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Resaltar los datos más importantes mediante el uso estratégico de elementos visuales.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587" y="5066467"/>
            <a:ext cx="3734157" cy="2588776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6638" y="5283518"/>
            <a:ext cx="3300055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Mejorar la Comprensión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36638" y="6098024"/>
            <a:ext cx="33000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Utilizar colores, tamaños y posiciones para ayudar a los usuarios a interpretar los datos de manera intuitiva.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3175" y="5066467"/>
            <a:ext cx="3734157" cy="2588776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80226" y="5283518"/>
            <a:ext cx="3300055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Explorar la Creatividad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380226" y="6098024"/>
            <a:ext cx="33000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Experimentar con diferentes estilos y técnicas para encontrar soluciones visuales únicas y sorprendentes.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2793" y="685919"/>
            <a:ext cx="7471648" cy="626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Añadiendo interactividad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793" y="1597700"/>
            <a:ext cx="475893" cy="475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2793" y="2263973"/>
            <a:ext cx="3701296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Interacción con el Mouse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152793" y="2691289"/>
            <a:ext cx="7811214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Permite a los usuarios explorar y manipular la visualización mediante clics y movimientos del cursor.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793" y="3871555"/>
            <a:ext cx="475893" cy="475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2793" y="4537829"/>
            <a:ext cx="3617357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Controles con el Teclado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152793" y="4965144"/>
            <a:ext cx="7811214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Ofrece a los usuarios la posibilidad de interactuar con la visualización a través de teclas y atajos.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793" y="6145411"/>
            <a:ext cx="475893" cy="475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2793" y="6811685"/>
            <a:ext cx="2934891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Interfaces Táctiles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152793" y="7239000"/>
            <a:ext cx="78112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Facilita la manipulación y exploración de los datos en dispositivos con pantallas táctiles.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3984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Importando y manipulando datos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2390180"/>
            <a:ext cx="1083231" cy="17331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60675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Importar Datos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52861" y="3092887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Cargar conjuntos de datos desde archivos CSV, Excel, JSON y otras fuentes.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09" y="4123372"/>
            <a:ext cx="1083231" cy="17331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43399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Limpiar y Filtrar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52861" y="4826079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Transformar y preprocesar los datos para que se adapten a los requisitos de la visualización.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5856565"/>
            <a:ext cx="1083231" cy="17331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6073140"/>
            <a:ext cx="38135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Visualizar y Actualizar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2861" y="6559272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 y actualizar las visualizaciones en tiempo real a medida que cambian los datos.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902851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Casos de estudio: visualizaciones con Processing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365897"/>
            <a:ext cx="7627382" cy="3960733"/>
          </a:xfrm>
          <a:prstGeom prst="roundRect">
            <a:avLst>
              <a:gd name="adj" fmla="val 229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2329" y="3373517"/>
            <a:ext cx="7612142" cy="1315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68904" y="3511034"/>
            <a:ext cx="33691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Análisis de Redes Sociales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278785" y="3511034"/>
            <a:ext cx="33691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Visualizar patrones de conexión y flujo de información en plataformas como Twitter.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52329" y="4688681"/>
            <a:ext cx="7612142" cy="13151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68904" y="4826198"/>
            <a:ext cx="336911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Tendencias del Mercado Bursátil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278785" y="4826198"/>
            <a:ext cx="33691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Crear gráficos interactivos que muestren el comportamiento de los precios de las acciones.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52329" y="6003846"/>
            <a:ext cx="7612142" cy="13151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68904" y="6141363"/>
            <a:ext cx="336911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Cartografía de Datos Geoespaciales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278785" y="6141363"/>
            <a:ext cx="336911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Representar información geográfica, como flujos de tráfico o distribución de población.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0536" y="1209794"/>
            <a:ext cx="7486174" cy="661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Aplicaciones y recursos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536" y="2173248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90536" y="2877264"/>
            <a:ext cx="264735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Sitio Web Oficial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190536" y="3328868"/>
            <a:ext cx="371701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Descubre tutoriales, ejemplos y la documentación oficial de Processing.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52" y="2173248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09252" y="2877264"/>
            <a:ext cx="350996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Libros Recomendados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09252" y="3328868"/>
            <a:ext cx="3717012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Profundiza en el aprendizaje con libros especializados en visualización de datos con Processing.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536" y="4898231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0536" y="5602248"/>
            <a:ext cx="313622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Comunidad en Línea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190536" y="6053852"/>
            <a:ext cx="3717012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Únete a foros y grupos de discusión para compartir ideas y resolver problemas.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252" y="4898231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09252" y="5602248"/>
            <a:ext cx="2724864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Cursos y Talleres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09252" y="6053852"/>
            <a:ext cx="3717012" cy="96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 en capacitaciones que te ayuden a dominar las técnicas de visualización con Processing.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2024-11-04T20:16:29Z</dcterms:created>
  <dcterms:modified xsi:type="dcterms:W3CDTF">2024-11-04T20:16:29Z</dcterms:modified>
</cp:coreProperties>
</file>